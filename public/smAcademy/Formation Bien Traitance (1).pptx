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comments/modernComment_149_9DA9C933.xml" ContentType="application/vnd.ms-powerpoint.comments+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comments/modernComment_10F_CD012800.xml" ContentType="application/vnd.ms-powerpoint.comments+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comments/modernComment_19A_A121D050.xml" ContentType="application/vnd.ms-powerpoint.comments+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04" r:id="rId2"/>
    <p:sldId id="256" r:id="rId3"/>
    <p:sldId id="402" r:id="rId4"/>
    <p:sldId id="263" r:id="rId5"/>
    <p:sldId id="307" r:id="rId6"/>
    <p:sldId id="305" r:id="rId7"/>
    <p:sldId id="306" r:id="rId8"/>
    <p:sldId id="308" r:id="rId9"/>
    <p:sldId id="309" r:id="rId10"/>
    <p:sldId id="258" r:id="rId11"/>
    <p:sldId id="303" r:id="rId12"/>
    <p:sldId id="259" r:id="rId13"/>
    <p:sldId id="405" r:id="rId14"/>
    <p:sldId id="406" r:id="rId15"/>
    <p:sldId id="407" r:id="rId16"/>
    <p:sldId id="304" r:id="rId17"/>
    <p:sldId id="395" r:id="rId18"/>
    <p:sldId id="396" r:id="rId19"/>
    <p:sldId id="262" r:id="rId20"/>
    <p:sldId id="315" r:id="rId21"/>
    <p:sldId id="314" r:id="rId22"/>
    <p:sldId id="313" r:id="rId23"/>
    <p:sldId id="312" r:id="rId24"/>
    <p:sldId id="311" r:id="rId25"/>
    <p:sldId id="310" r:id="rId26"/>
    <p:sldId id="316" r:id="rId27"/>
    <p:sldId id="261" r:id="rId28"/>
    <p:sldId id="318" r:id="rId29"/>
    <p:sldId id="317" r:id="rId30"/>
    <p:sldId id="323" r:id="rId31"/>
    <p:sldId id="322" r:id="rId32"/>
    <p:sldId id="397" r:id="rId33"/>
    <p:sldId id="321" r:id="rId34"/>
    <p:sldId id="320" r:id="rId35"/>
    <p:sldId id="319" r:id="rId36"/>
    <p:sldId id="260" r:id="rId37"/>
    <p:sldId id="327" r:id="rId38"/>
    <p:sldId id="326" r:id="rId39"/>
    <p:sldId id="325" r:id="rId40"/>
    <p:sldId id="324" r:id="rId41"/>
    <p:sldId id="328" r:id="rId42"/>
    <p:sldId id="329" r:id="rId43"/>
    <p:sldId id="271" r:id="rId44"/>
    <p:sldId id="332" r:id="rId45"/>
    <p:sldId id="334" r:id="rId46"/>
    <p:sldId id="412" r:id="rId47"/>
    <p:sldId id="257" r:id="rId48"/>
    <p:sldId id="338" r:id="rId49"/>
    <p:sldId id="337" r:id="rId50"/>
    <p:sldId id="336" r:id="rId51"/>
    <p:sldId id="340" r:id="rId52"/>
    <p:sldId id="339" r:id="rId53"/>
    <p:sldId id="344" r:id="rId54"/>
    <p:sldId id="345" r:id="rId55"/>
    <p:sldId id="343" r:id="rId56"/>
    <p:sldId id="408" r:id="rId57"/>
    <p:sldId id="341" r:id="rId58"/>
    <p:sldId id="410" r:id="rId59"/>
    <p:sldId id="346" r:id="rId60"/>
    <p:sldId id="364" r:id="rId61"/>
    <p:sldId id="365" r:id="rId62"/>
    <p:sldId id="367" r:id="rId63"/>
    <p:sldId id="368" r:id="rId64"/>
    <p:sldId id="366" r:id="rId65"/>
    <p:sldId id="369" r:id="rId66"/>
    <p:sldId id="347" r:id="rId67"/>
    <p:sldId id="267" r:id="rId68"/>
    <p:sldId id="350" r:id="rId69"/>
    <p:sldId id="349" r:id="rId70"/>
    <p:sldId id="348" r:id="rId71"/>
    <p:sldId id="352" r:id="rId72"/>
    <p:sldId id="351" r:id="rId73"/>
    <p:sldId id="353" r:id="rId74"/>
    <p:sldId id="354" r:id="rId75"/>
    <p:sldId id="270" r:id="rId76"/>
    <p:sldId id="356" r:id="rId77"/>
    <p:sldId id="357" r:id="rId78"/>
    <p:sldId id="358" r:id="rId79"/>
    <p:sldId id="359" r:id="rId80"/>
    <p:sldId id="360" r:id="rId81"/>
    <p:sldId id="361" r:id="rId82"/>
    <p:sldId id="362" r:id="rId83"/>
    <p:sldId id="363" r:id="rId84"/>
    <p:sldId id="266" r:id="rId85"/>
    <p:sldId id="265" r:id="rId86"/>
    <p:sldId id="284" r:id="rId87"/>
    <p:sldId id="283" r:id="rId88"/>
    <p:sldId id="281" r:id="rId89"/>
    <p:sldId id="403" r:id="rId90"/>
    <p:sldId id="280" r:id="rId91"/>
    <p:sldId id="279" r:id="rId92"/>
    <p:sldId id="278" r:id="rId93"/>
    <p:sldId id="276" r:id="rId94"/>
    <p:sldId id="273" r:id="rId95"/>
    <p:sldId id="272" r:id="rId96"/>
    <p:sldId id="302" r:id="rId97"/>
    <p:sldId id="301" r:id="rId98"/>
    <p:sldId id="374" r:id="rId99"/>
    <p:sldId id="375" r:id="rId100"/>
    <p:sldId id="376" r:id="rId101"/>
    <p:sldId id="378" r:id="rId102"/>
    <p:sldId id="377" r:id="rId103"/>
    <p:sldId id="379" r:id="rId104"/>
    <p:sldId id="380" r:id="rId105"/>
    <p:sldId id="299" r:id="rId106"/>
    <p:sldId id="381" r:id="rId107"/>
    <p:sldId id="413" r:id="rId108"/>
    <p:sldId id="383" r:id="rId109"/>
    <p:sldId id="384" r:id="rId110"/>
    <p:sldId id="385" r:id="rId111"/>
    <p:sldId id="386" r:id="rId112"/>
    <p:sldId id="391" r:id="rId113"/>
    <p:sldId id="392" r:id="rId114"/>
    <p:sldId id="414" r:id="rId115"/>
    <p:sldId id="394" r:id="rId11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6E83207-75A2-9D0A-C468-BDCB045B604C}" name="Sofiane MAMERI" initials="SM" userId="3195ac6ec9608dd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B9EE0B-BF89-F71E-67AF-B922656A9001}" v="44" dt="2024-12-05T13:25:36.915"/>
    <p1510:client id="{4B294F0D-7304-9FAC-1DA5-30107162D2C5}" v="515" dt="2024-12-04T15:56:12.709"/>
    <p1510:client id="{7239AE57-B749-9DF0-A0FE-843AF53886F1}" v="21" dt="2024-12-05T13:59:43.3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heme" Target="theme/theme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microsoft.com/office/2015/10/relationships/revisionInfo" Target="revisionInfo.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microsoft.com/office/2018/10/relationships/authors" Target="authors.xml"/></Relationships>
</file>

<file path=ppt/comments/modernComment_10F_CD012800.xml><?xml version="1.0" encoding="utf-8"?>
<p188:cmLst xmlns:a="http://schemas.openxmlformats.org/drawingml/2006/main" xmlns:r="http://schemas.openxmlformats.org/officeDocument/2006/relationships" xmlns:p188="http://schemas.microsoft.com/office/powerpoint/2018/8/main">
  <p188:cm id="{5B888CCC-BB95-49D6-A0BC-C6CD86BF1220}" authorId="{86E83207-75A2-9D0A-C468-BDCB045B604C}" created="2025-02-03T11:43:14.568">
    <ac:deMkLst xmlns:ac="http://schemas.microsoft.com/office/drawing/2013/main/command">
      <pc:docMk xmlns:pc="http://schemas.microsoft.com/office/powerpoint/2013/main/command"/>
      <pc:sldMk xmlns:pc="http://schemas.microsoft.com/office/powerpoint/2013/main/command" cId="3439405056" sldId="271"/>
      <ac:spMk id="3" creationId="{4BEDB4D1-DA0F-563A-EF17-E17D43C2291F}"/>
    </ac:deMkLst>
    <p188:txBody>
      <a:bodyPr/>
      <a:lstStyle/>
      <a:p>
        <a:r>
          <a:rPr lang="fr-FR"/>
          <a:t>S’adapter en fonction du bénéficière : ex : JT 13h éviter dérangement de cette piece</a:t>
        </a:r>
      </a:p>
    </p188:txBody>
  </p188:cm>
</p188:cmLst>
</file>

<file path=ppt/comments/modernComment_19A_A121D050.xml><?xml version="1.0" encoding="utf-8"?>
<p188:cmLst xmlns:a="http://schemas.openxmlformats.org/drawingml/2006/main" xmlns:r="http://schemas.openxmlformats.org/officeDocument/2006/relationships" xmlns:p188="http://schemas.microsoft.com/office/powerpoint/2018/8/main">
  <p188:cm id="{FF592EDB-397B-4EF7-93CB-34D5C5DC3162}" authorId="{86E83207-75A2-9D0A-C468-BDCB045B604C}" created="2025-02-03T12:39:10.252">
    <ac:txMkLst xmlns:ac="http://schemas.microsoft.com/office/drawing/2013/main/command">
      <pc:docMk xmlns:pc="http://schemas.microsoft.com/office/powerpoint/2013/main/command"/>
      <pc:sldMk xmlns:pc="http://schemas.microsoft.com/office/powerpoint/2013/main/command" cId="2703347792" sldId="410"/>
      <ac:spMk id="8" creationId="{E73B71F2-DEED-1B7A-874B-289EAA7BEDC9}"/>
      <ac:txMk cp="2042">
        <ac:context len="2044" hash="1184321790"/>
      </ac:txMk>
    </ac:txMkLst>
    <p188:pos x="11086063" y="5520996"/>
    <p188:txBody>
      <a:bodyPr/>
      <a:lstStyle/>
      <a:p>
        <a:r>
          <a:rPr lang="fr-FR"/>
          <a:t>L’important est de ne pas se culpabiliser et de chercher du soutien si la situation devient difficile à gérer seule.</a:t>
        </a:r>
      </a:p>
    </p188:txBody>
  </p188:cm>
</p188:cmLst>
</file>

<file path=ppt/comments/modernComment_149_9DA9C933.xml><?xml version="1.0" encoding="utf-8"?>
<p188:cmLst xmlns:a="http://schemas.openxmlformats.org/drawingml/2006/main" xmlns:r="http://schemas.openxmlformats.org/officeDocument/2006/relationships" xmlns:p188="http://schemas.microsoft.com/office/powerpoint/2018/8/main">
  <p188:cm id="{43835370-1EBB-4D3B-BC75-FADA0777CDA4}" authorId="{86E83207-75A2-9D0A-C468-BDCB045B604C}" created="2025-02-03T11:41:03.483">
    <ac:deMkLst xmlns:ac="http://schemas.microsoft.com/office/drawing/2013/main/command">
      <pc:docMk xmlns:pc="http://schemas.microsoft.com/office/powerpoint/2013/main/command"/>
      <pc:sldMk xmlns:pc="http://schemas.microsoft.com/office/powerpoint/2013/main/command" cId="2645150003" sldId="329"/>
      <ac:graphicFrameMk id="5" creationId="{F5F14954-9AC5-55BF-809E-64686771EF66}"/>
    </ac:deMkLst>
    <p188:txBody>
      <a:bodyPr/>
      <a:lstStyle/>
      <a:p>
        <a:r>
          <a:rPr lang="fr-FR"/>
          <a:t>Valoriser l’entreprise de les avoirs mis en formation et l’importance SALARIER / BENEFICIERE</a:t>
        </a:r>
      </a:p>
    </p188:txBody>
  </p188:cm>
</p188:cmLst>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ata4.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ata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svg"/><Relationship Id="rId1" Type="http://schemas.openxmlformats.org/officeDocument/2006/relationships/image" Target="../media/image36.png"/><Relationship Id="rId4" Type="http://schemas.openxmlformats.org/officeDocument/2006/relationships/image" Target="../media/image39.svg"/></Relationships>
</file>

<file path=ppt/diagrams/_rels/data10.xml.rels><?xml version="1.0" encoding="UTF-8" standalone="yes"?>
<Relationships xmlns="http://schemas.openxmlformats.org/package/2006/relationships"><Relationship Id="rId8" Type="http://schemas.openxmlformats.org/officeDocument/2006/relationships/image" Target="../media/image52.svg"/><Relationship Id="rId3" Type="http://schemas.openxmlformats.org/officeDocument/2006/relationships/image" Target="../media/image3.png"/><Relationship Id="rId7" Type="http://schemas.openxmlformats.org/officeDocument/2006/relationships/image" Target="../media/image5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image" Target="../media/image4.svg"/></Relationships>
</file>

<file path=ppt/diagrams/_rels/data1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svg"/><Relationship Id="rId1" Type="http://schemas.openxmlformats.org/officeDocument/2006/relationships/image" Target="../media/image54.png"/><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57.svg"/></Relationships>
</file>

<file path=ppt/diagrams/_rels/data1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svg"/><Relationship Id="rId1" Type="http://schemas.openxmlformats.org/officeDocument/2006/relationships/image" Target="../media/image60.png"/><Relationship Id="rId4" Type="http://schemas.openxmlformats.org/officeDocument/2006/relationships/image" Target="../media/image63.svg"/></Relationships>
</file>

<file path=ppt/diagrams/_rels/data1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svg"/><Relationship Id="rId1" Type="http://schemas.openxmlformats.org/officeDocument/2006/relationships/image" Target="../media/image64.png"/><Relationship Id="rId4" Type="http://schemas.openxmlformats.org/officeDocument/2006/relationships/image" Target="../media/image67.svg"/></Relationships>
</file>

<file path=ppt/diagrams/_rels/data1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svg"/><Relationship Id="rId1" Type="http://schemas.openxmlformats.org/officeDocument/2006/relationships/image" Target="../media/image68.png"/><Relationship Id="rId4" Type="http://schemas.openxmlformats.org/officeDocument/2006/relationships/image" Target="../media/image71.svg"/></Relationships>
</file>

<file path=ppt/diagrams/_rels/data1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svg"/><Relationship Id="rId1" Type="http://schemas.openxmlformats.org/officeDocument/2006/relationships/image" Target="../media/image72.png"/><Relationship Id="rId4" Type="http://schemas.openxmlformats.org/officeDocument/2006/relationships/image" Target="../media/image75.svg"/></Relationships>
</file>

<file path=ppt/diagrams/_rels/data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79.svg"/><Relationship Id="rId1" Type="http://schemas.openxmlformats.org/officeDocument/2006/relationships/image" Target="../media/image78.png"/><Relationship Id="rId4" Type="http://schemas.openxmlformats.org/officeDocument/2006/relationships/image" Target="../media/image19.svg"/></Relationships>
</file>

<file path=ppt/diagrams/_rels/data26.xml.rels><?xml version="1.0" encoding="UTF-8" standalone="yes"?>
<Relationships xmlns="http://schemas.openxmlformats.org/package/2006/relationships"><Relationship Id="rId8" Type="http://schemas.openxmlformats.org/officeDocument/2006/relationships/image" Target="../media/image85.svg"/><Relationship Id="rId3" Type="http://schemas.openxmlformats.org/officeDocument/2006/relationships/image" Target="../media/image80.png"/><Relationship Id="rId7" Type="http://schemas.openxmlformats.org/officeDocument/2006/relationships/image" Target="../media/image84.png"/><Relationship Id="rId2" Type="http://schemas.openxmlformats.org/officeDocument/2006/relationships/image" Target="../media/image65.svg"/><Relationship Id="rId1" Type="http://schemas.openxmlformats.org/officeDocument/2006/relationships/image" Target="../media/image64.png"/><Relationship Id="rId6" Type="http://schemas.openxmlformats.org/officeDocument/2006/relationships/image" Target="../media/image83.svg"/><Relationship Id="rId5" Type="http://schemas.openxmlformats.org/officeDocument/2006/relationships/image" Target="../media/image82.png"/><Relationship Id="rId10" Type="http://schemas.openxmlformats.org/officeDocument/2006/relationships/image" Target="../media/image87.svg"/><Relationship Id="rId4" Type="http://schemas.openxmlformats.org/officeDocument/2006/relationships/image" Target="../media/image81.svg"/><Relationship Id="rId9" Type="http://schemas.openxmlformats.org/officeDocument/2006/relationships/image" Target="../media/image86.png"/></Relationships>
</file>

<file path=ppt/diagrams/_rels/data30.xml.rels><?xml version="1.0" encoding="UTF-8" standalone="yes"?>
<Relationships xmlns="http://schemas.openxmlformats.org/package/2006/relationships"><Relationship Id="rId8" Type="http://schemas.openxmlformats.org/officeDocument/2006/relationships/image" Target="../media/image96.svg"/><Relationship Id="rId3" Type="http://schemas.openxmlformats.org/officeDocument/2006/relationships/image" Target="../media/image91.png"/><Relationship Id="rId7" Type="http://schemas.openxmlformats.org/officeDocument/2006/relationships/image" Target="../media/image95.png"/><Relationship Id="rId2" Type="http://schemas.openxmlformats.org/officeDocument/2006/relationships/image" Target="../media/image90.svg"/><Relationship Id="rId1" Type="http://schemas.openxmlformats.org/officeDocument/2006/relationships/image" Target="../media/image89.png"/><Relationship Id="rId6" Type="http://schemas.openxmlformats.org/officeDocument/2006/relationships/image" Target="../media/image94.svg"/><Relationship Id="rId5" Type="http://schemas.openxmlformats.org/officeDocument/2006/relationships/image" Target="../media/image93.png"/><Relationship Id="rId4" Type="http://schemas.openxmlformats.org/officeDocument/2006/relationships/image" Target="../media/image92.svg"/></Relationships>
</file>

<file path=ppt/diagrams/_rels/data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37.svg"/><Relationship Id="rId1" Type="http://schemas.openxmlformats.org/officeDocument/2006/relationships/image" Target="../media/image36.png"/><Relationship Id="rId4" Type="http://schemas.openxmlformats.org/officeDocument/2006/relationships/image" Target="../media/image98.svg"/></Relationships>
</file>

<file path=ppt/diagrams/_rels/data36.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svg"/><Relationship Id="rId1" Type="http://schemas.openxmlformats.org/officeDocument/2006/relationships/image" Target="../media/image110.png"/><Relationship Id="rId6" Type="http://schemas.openxmlformats.org/officeDocument/2006/relationships/image" Target="../media/image115.svg"/><Relationship Id="rId5" Type="http://schemas.openxmlformats.org/officeDocument/2006/relationships/image" Target="../media/image114.png"/><Relationship Id="rId4" Type="http://schemas.openxmlformats.org/officeDocument/2006/relationships/image" Target="../media/image113.svg"/></Relationships>
</file>

<file path=ppt/diagrams/_rels/data37.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svg"/><Relationship Id="rId1" Type="http://schemas.openxmlformats.org/officeDocument/2006/relationships/image" Target="../media/image116.png"/><Relationship Id="rId6" Type="http://schemas.openxmlformats.org/officeDocument/2006/relationships/image" Target="../media/image121.svg"/><Relationship Id="rId5" Type="http://schemas.openxmlformats.org/officeDocument/2006/relationships/image" Target="../media/image120.png"/><Relationship Id="rId4" Type="http://schemas.openxmlformats.org/officeDocument/2006/relationships/image" Target="../media/image119.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4.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rawing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svg"/><Relationship Id="rId1" Type="http://schemas.openxmlformats.org/officeDocument/2006/relationships/image" Target="../media/image36.png"/><Relationship Id="rId4" Type="http://schemas.openxmlformats.org/officeDocument/2006/relationships/image" Target="../media/image39.svg"/></Relationships>
</file>

<file path=ppt/diagrams/_rels/drawing10.xml.rels><?xml version="1.0" encoding="UTF-8" standalone="yes"?>
<Relationships xmlns="http://schemas.openxmlformats.org/package/2006/relationships"><Relationship Id="rId8" Type="http://schemas.openxmlformats.org/officeDocument/2006/relationships/image" Target="../media/image52.svg"/><Relationship Id="rId3" Type="http://schemas.openxmlformats.org/officeDocument/2006/relationships/image" Target="../media/image3.png"/><Relationship Id="rId7" Type="http://schemas.openxmlformats.org/officeDocument/2006/relationships/image" Target="../media/image5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image" Target="../media/image4.svg"/></Relationships>
</file>

<file path=ppt/diagrams/_rels/drawing1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svg"/><Relationship Id="rId1" Type="http://schemas.openxmlformats.org/officeDocument/2006/relationships/image" Target="../media/image54.png"/><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57.svg"/></Relationships>
</file>

<file path=ppt/diagrams/_rels/drawing1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svg"/><Relationship Id="rId1" Type="http://schemas.openxmlformats.org/officeDocument/2006/relationships/image" Target="../media/image60.png"/><Relationship Id="rId4" Type="http://schemas.openxmlformats.org/officeDocument/2006/relationships/image" Target="../media/image63.svg"/></Relationships>
</file>

<file path=ppt/diagrams/_rels/drawing1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svg"/><Relationship Id="rId1" Type="http://schemas.openxmlformats.org/officeDocument/2006/relationships/image" Target="../media/image64.png"/><Relationship Id="rId4" Type="http://schemas.openxmlformats.org/officeDocument/2006/relationships/image" Target="../media/image67.svg"/></Relationships>
</file>

<file path=ppt/diagrams/_rels/drawing1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svg"/><Relationship Id="rId1" Type="http://schemas.openxmlformats.org/officeDocument/2006/relationships/image" Target="../media/image68.png"/><Relationship Id="rId4" Type="http://schemas.openxmlformats.org/officeDocument/2006/relationships/image" Target="../media/image71.svg"/></Relationships>
</file>

<file path=ppt/diagrams/_rels/drawing1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svg"/><Relationship Id="rId1" Type="http://schemas.openxmlformats.org/officeDocument/2006/relationships/image" Target="../media/image72.png"/><Relationship Id="rId4" Type="http://schemas.openxmlformats.org/officeDocument/2006/relationships/image" Target="../media/image75.svg"/></Relationships>
</file>

<file path=ppt/diagrams/_rels/drawing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79.svg"/><Relationship Id="rId1" Type="http://schemas.openxmlformats.org/officeDocument/2006/relationships/image" Target="../media/image78.png"/><Relationship Id="rId4" Type="http://schemas.openxmlformats.org/officeDocument/2006/relationships/image" Target="../media/image19.svg"/></Relationships>
</file>

<file path=ppt/diagrams/_rels/drawing26.xml.rels><?xml version="1.0" encoding="UTF-8" standalone="yes"?>
<Relationships xmlns="http://schemas.openxmlformats.org/package/2006/relationships"><Relationship Id="rId8" Type="http://schemas.openxmlformats.org/officeDocument/2006/relationships/image" Target="../media/image85.svg"/><Relationship Id="rId3" Type="http://schemas.openxmlformats.org/officeDocument/2006/relationships/image" Target="../media/image80.png"/><Relationship Id="rId7" Type="http://schemas.openxmlformats.org/officeDocument/2006/relationships/image" Target="../media/image84.png"/><Relationship Id="rId2" Type="http://schemas.openxmlformats.org/officeDocument/2006/relationships/image" Target="../media/image65.svg"/><Relationship Id="rId1" Type="http://schemas.openxmlformats.org/officeDocument/2006/relationships/image" Target="../media/image64.png"/><Relationship Id="rId6" Type="http://schemas.openxmlformats.org/officeDocument/2006/relationships/image" Target="../media/image83.svg"/><Relationship Id="rId5" Type="http://schemas.openxmlformats.org/officeDocument/2006/relationships/image" Target="../media/image82.png"/><Relationship Id="rId10" Type="http://schemas.openxmlformats.org/officeDocument/2006/relationships/image" Target="../media/image87.svg"/><Relationship Id="rId4" Type="http://schemas.openxmlformats.org/officeDocument/2006/relationships/image" Target="../media/image81.svg"/><Relationship Id="rId9" Type="http://schemas.openxmlformats.org/officeDocument/2006/relationships/image" Target="../media/image86.png"/></Relationships>
</file>

<file path=ppt/diagrams/_rels/drawing30.xml.rels><?xml version="1.0" encoding="UTF-8" standalone="yes"?>
<Relationships xmlns="http://schemas.openxmlformats.org/package/2006/relationships"><Relationship Id="rId8" Type="http://schemas.openxmlformats.org/officeDocument/2006/relationships/image" Target="../media/image96.svg"/><Relationship Id="rId3" Type="http://schemas.openxmlformats.org/officeDocument/2006/relationships/image" Target="../media/image91.png"/><Relationship Id="rId7" Type="http://schemas.openxmlformats.org/officeDocument/2006/relationships/image" Target="../media/image95.png"/><Relationship Id="rId2" Type="http://schemas.openxmlformats.org/officeDocument/2006/relationships/image" Target="../media/image90.svg"/><Relationship Id="rId1" Type="http://schemas.openxmlformats.org/officeDocument/2006/relationships/image" Target="../media/image89.png"/><Relationship Id="rId6" Type="http://schemas.openxmlformats.org/officeDocument/2006/relationships/image" Target="../media/image94.svg"/><Relationship Id="rId5" Type="http://schemas.openxmlformats.org/officeDocument/2006/relationships/image" Target="../media/image93.png"/><Relationship Id="rId4" Type="http://schemas.openxmlformats.org/officeDocument/2006/relationships/image" Target="../media/image92.svg"/></Relationships>
</file>

<file path=ppt/diagrams/_rels/drawing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37.svg"/><Relationship Id="rId1" Type="http://schemas.openxmlformats.org/officeDocument/2006/relationships/image" Target="../media/image36.png"/><Relationship Id="rId4" Type="http://schemas.openxmlformats.org/officeDocument/2006/relationships/image" Target="../media/image98.svg"/></Relationships>
</file>

<file path=ppt/diagrams/_rels/drawing36.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svg"/><Relationship Id="rId1" Type="http://schemas.openxmlformats.org/officeDocument/2006/relationships/image" Target="../media/image110.png"/><Relationship Id="rId6" Type="http://schemas.openxmlformats.org/officeDocument/2006/relationships/image" Target="../media/image115.svg"/><Relationship Id="rId5" Type="http://schemas.openxmlformats.org/officeDocument/2006/relationships/image" Target="../media/image114.png"/><Relationship Id="rId4" Type="http://schemas.openxmlformats.org/officeDocument/2006/relationships/image" Target="../media/image113.svg"/></Relationships>
</file>

<file path=ppt/diagrams/_rels/drawing37.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svg"/><Relationship Id="rId1" Type="http://schemas.openxmlformats.org/officeDocument/2006/relationships/image" Target="../media/image116.png"/><Relationship Id="rId6" Type="http://schemas.openxmlformats.org/officeDocument/2006/relationships/image" Target="../media/image121.svg"/><Relationship Id="rId5" Type="http://schemas.openxmlformats.org/officeDocument/2006/relationships/image" Target="../media/image120.png"/><Relationship Id="rId4" Type="http://schemas.openxmlformats.org/officeDocument/2006/relationships/image" Target="../media/image119.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986305-4F7D-4EF9-A07A-5DB692A594AA}"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30A23432-3654-4F36-88DA-BC690EAA5833}">
      <dgm:prSet/>
      <dgm:spPr/>
      <dgm:t>
        <a:bodyPr/>
        <a:lstStyle/>
        <a:p>
          <a:r>
            <a:rPr lang="fr-FR"/>
            <a:t>Identifier les principes éthiques et les règles déontologiques applicables à leur métier.</a:t>
          </a:r>
          <a:endParaRPr lang="en-US"/>
        </a:p>
      </dgm:t>
    </dgm:pt>
    <dgm:pt modelId="{D13421FB-3C42-4F0B-B82D-C2C6F3706539}" type="parTrans" cxnId="{4FAEC761-9479-40FD-A0FE-AD1174DCE8B6}">
      <dgm:prSet/>
      <dgm:spPr/>
      <dgm:t>
        <a:bodyPr/>
        <a:lstStyle/>
        <a:p>
          <a:endParaRPr lang="en-US"/>
        </a:p>
      </dgm:t>
    </dgm:pt>
    <dgm:pt modelId="{AC2C69D3-4D65-4922-90AF-D0212BA7D560}" type="sibTrans" cxnId="{4FAEC761-9479-40FD-A0FE-AD1174DCE8B6}">
      <dgm:prSet/>
      <dgm:spPr/>
      <dgm:t>
        <a:bodyPr/>
        <a:lstStyle/>
        <a:p>
          <a:endParaRPr lang="en-US"/>
        </a:p>
      </dgm:t>
    </dgm:pt>
    <dgm:pt modelId="{70F9BD12-1AAD-4CAC-A431-B7F0607535B8}">
      <dgm:prSet/>
      <dgm:spPr/>
      <dgm:t>
        <a:bodyPr/>
        <a:lstStyle/>
        <a:p>
          <a:r>
            <a:rPr lang="fr-FR"/>
            <a:t>Adopter une posture professionnelle alliant réflexion éthique et respect des obligations.</a:t>
          </a:r>
          <a:endParaRPr lang="en-US"/>
        </a:p>
      </dgm:t>
    </dgm:pt>
    <dgm:pt modelId="{DE3C382C-5DC7-48C9-94D9-C719D6C9CAA4}" type="parTrans" cxnId="{B65C9A64-54C1-43A9-AF8A-E75D4C1BDE2D}">
      <dgm:prSet/>
      <dgm:spPr/>
      <dgm:t>
        <a:bodyPr/>
        <a:lstStyle/>
        <a:p>
          <a:endParaRPr lang="en-US"/>
        </a:p>
      </dgm:t>
    </dgm:pt>
    <dgm:pt modelId="{B9EBBAF6-3698-4CAC-8C8A-8E6DDF230F5D}" type="sibTrans" cxnId="{B65C9A64-54C1-43A9-AF8A-E75D4C1BDE2D}">
      <dgm:prSet/>
      <dgm:spPr/>
      <dgm:t>
        <a:bodyPr/>
        <a:lstStyle/>
        <a:p>
          <a:endParaRPr lang="en-US"/>
        </a:p>
      </dgm:t>
    </dgm:pt>
    <dgm:pt modelId="{D411A132-47EF-434F-9DDF-C6F04427B1AB}">
      <dgm:prSet/>
      <dgm:spPr/>
      <dgm:t>
        <a:bodyPr/>
        <a:lstStyle/>
        <a:p>
          <a:r>
            <a:rPr lang="fr-FR"/>
            <a:t>Favoriser une relation de confiance avec les bénéficiaires et leur entourage.</a:t>
          </a:r>
          <a:endParaRPr lang="en-US"/>
        </a:p>
      </dgm:t>
    </dgm:pt>
    <dgm:pt modelId="{B0A1EE07-EDDF-4FA7-85DA-9E2AB27293F3}" type="parTrans" cxnId="{02F861F6-6918-48D4-A3DC-B7A5051994C5}">
      <dgm:prSet/>
      <dgm:spPr/>
      <dgm:t>
        <a:bodyPr/>
        <a:lstStyle/>
        <a:p>
          <a:endParaRPr lang="en-US"/>
        </a:p>
      </dgm:t>
    </dgm:pt>
    <dgm:pt modelId="{7E7B5733-96ED-4DB8-B9B8-FCC82F52A4B9}" type="sibTrans" cxnId="{02F861F6-6918-48D4-A3DC-B7A5051994C5}">
      <dgm:prSet/>
      <dgm:spPr/>
      <dgm:t>
        <a:bodyPr/>
        <a:lstStyle/>
        <a:p>
          <a:endParaRPr lang="en-US"/>
        </a:p>
      </dgm:t>
    </dgm:pt>
    <dgm:pt modelId="{82F38BD5-7193-4612-B895-71ADC3273E84}">
      <dgm:prSet/>
      <dgm:spPr/>
      <dgm:t>
        <a:bodyPr/>
        <a:lstStyle/>
        <a:p>
          <a:r>
            <a:rPr lang="fr-FR"/>
            <a:t>PASSONS A L’EXEMPLE </a:t>
          </a:r>
          <a:endParaRPr lang="en-US"/>
        </a:p>
      </dgm:t>
    </dgm:pt>
    <dgm:pt modelId="{9F67E23B-75B0-4677-8326-3234D3373EC4}" type="parTrans" cxnId="{D2A8CF7A-9173-4CE1-80D2-3238EF649E30}">
      <dgm:prSet/>
      <dgm:spPr/>
      <dgm:t>
        <a:bodyPr/>
        <a:lstStyle/>
        <a:p>
          <a:endParaRPr lang="en-US"/>
        </a:p>
      </dgm:t>
    </dgm:pt>
    <dgm:pt modelId="{CD32D86C-0854-497B-8D64-07F9BD1086DE}" type="sibTrans" cxnId="{D2A8CF7A-9173-4CE1-80D2-3238EF649E30}">
      <dgm:prSet/>
      <dgm:spPr/>
      <dgm:t>
        <a:bodyPr/>
        <a:lstStyle/>
        <a:p>
          <a:endParaRPr lang="en-US"/>
        </a:p>
      </dgm:t>
    </dgm:pt>
    <dgm:pt modelId="{F8BA42EF-CBE7-4978-84B1-7F304EAB42D9}" type="pres">
      <dgm:prSet presAssocID="{7D986305-4F7D-4EF9-A07A-5DB692A594AA}" presName="root" presStyleCnt="0">
        <dgm:presLayoutVars>
          <dgm:dir/>
          <dgm:resizeHandles val="exact"/>
        </dgm:presLayoutVars>
      </dgm:prSet>
      <dgm:spPr/>
    </dgm:pt>
    <dgm:pt modelId="{34D65FFA-F014-4CF0-AEC2-1AE0EB955892}" type="pres">
      <dgm:prSet presAssocID="{7D986305-4F7D-4EF9-A07A-5DB692A594AA}" presName="container" presStyleCnt="0">
        <dgm:presLayoutVars>
          <dgm:dir/>
          <dgm:resizeHandles val="exact"/>
        </dgm:presLayoutVars>
      </dgm:prSet>
      <dgm:spPr/>
    </dgm:pt>
    <dgm:pt modelId="{F33E81CB-D495-4111-9E5E-E7BD7772B8DD}" type="pres">
      <dgm:prSet presAssocID="{30A23432-3654-4F36-88DA-BC690EAA5833}" presName="compNode" presStyleCnt="0"/>
      <dgm:spPr/>
    </dgm:pt>
    <dgm:pt modelId="{046FA262-D07F-43A3-A291-0597EEBA2865}" type="pres">
      <dgm:prSet presAssocID="{30A23432-3654-4F36-88DA-BC690EAA5833}" presName="iconBgRect" presStyleLbl="bgShp" presStyleIdx="0" presStyleCnt="4"/>
      <dgm:spPr/>
    </dgm:pt>
    <dgm:pt modelId="{7DB515F9-331D-4570-B82A-13B76B32EDF3}" type="pres">
      <dgm:prSet presAssocID="{30A23432-3654-4F36-88DA-BC690EAA583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7766C29C-5C74-471F-A586-EFF50CA62629}" type="pres">
      <dgm:prSet presAssocID="{30A23432-3654-4F36-88DA-BC690EAA5833}" presName="spaceRect" presStyleCnt="0"/>
      <dgm:spPr/>
    </dgm:pt>
    <dgm:pt modelId="{D936A0C1-21CB-4F8B-B70C-2893B1BA5684}" type="pres">
      <dgm:prSet presAssocID="{30A23432-3654-4F36-88DA-BC690EAA5833}" presName="textRect" presStyleLbl="revTx" presStyleIdx="0" presStyleCnt="4">
        <dgm:presLayoutVars>
          <dgm:chMax val="1"/>
          <dgm:chPref val="1"/>
        </dgm:presLayoutVars>
      </dgm:prSet>
      <dgm:spPr/>
    </dgm:pt>
    <dgm:pt modelId="{5F89268E-308C-4AEB-85DC-F8CDFDEEA37D}" type="pres">
      <dgm:prSet presAssocID="{AC2C69D3-4D65-4922-90AF-D0212BA7D560}" presName="sibTrans" presStyleLbl="sibTrans2D1" presStyleIdx="0" presStyleCnt="0"/>
      <dgm:spPr/>
    </dgm:pt>
    <dgm:pt modelId="{9380F712-58BA-4D6C-B56D-C51CD6EC5B97}" type="pres">
      <dgm:prSet presAssocID="{70F9BD12-1AAD-4CAC-A431-B7F0607535B8}" presName="compNode" presStyleCnt="0"/>
      <dgm:spPr/>
    </dgm:pt>
    <dgm:pt modelId="{13D9588A-1C72-4F64-B4A2-09F745AB0258}" type="pres">
      <dgm:prSet presAssocID="{70F9BD12-1AAD-4CAC-A431-B7F0607535B8}" presName="iconBgRect" presStyleLbl="bgShp" presStyleIdx="1" presStyleCnt="4"/>
      <dgm:spPr/>
    </dgm:pt>
    <dgm:pt modelId="{3E80DB3F-04E6-4ED7-8A13-C6788168D328}" type="pres">
      <dgm:prSet presAssocID="{70F9BD12-1AAD-4CAC-A431-B7F0607535B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cales of Justice"/>
        </a:ext>
      </dgm:extLst>
    </dgm:pt>
    <dgm:pt modelId="{DC2CEEE1-3CEB-49EB-9069-59196F46B835}" type="pres">
      <dgm:prSet presAssocID="{70F9BD12-1AAD-4CAC-A431-B7F0607535B8}" presName="spaceRect" presStyleCnt="0"/>
      <dgm:spPr/>
    </dgm:pt>
    <dgm:pt modelId="{A5E48337-DAF4-4190-BB52-F3EE2EDCCAF0}" type="pres">
      <dgm:prSet presAssocID="{70F9BD12-1AAD-4CAC-A431-B7F0607535B8}" presName="textRect" presStyleLbl="revTx" presStyleIdx="1" presStyleCnt="4">
        <dgm:presLayoutVars>
          <dgm:chMax val="1"/>
          <dgm:chPref val="1"/>
        </dgm:presLayoutVars>
      </dgm:prSet>
      <dgm:spPr/>
    </dgm:pt>
    <dgm:pt modelId="{D335EC06-859F-42E8-9D2A-40212B3F68BD}" type="pres">
      <dgm:prSet presAssocID="{B9EBBAF6-3698-4CAC-8C8A-8E6DDF230F5D}" presName="sibTrans" presStyleLbl="sibTrans2D1" presStyleIdx="0" presStyleCnt="0"/>
      <dgm:spPr/>
    </dgm:pt>
    <dgm:pt modelId="{7B89A996-955A-4A55-B3FB-84C65DFF3781}" type="pres">
      <dgm:prSet presAssocID="{D411A132-47EF-434F-9DDF-C6F04427B1AB}" presName="compNode" presStyleCnt="0"/>
      <dgm:spPr/>
    </dgm:pt>
    <dgm:pt modelId="{1CA1605A-6A9E-4145-855A-2FA7DA170B6E}" type="pres">
      <dgm:prSet presAssocID="{D411A132-47EF-434F-9DDF-C6F04427B1AB}" presName="iconBgRect" presStyleLbl="bgShp" presStyleIdx="2" presStyleCnt="4"/>
      <dgm:spPr/>
    </dgm:pt>
    <dgm:pt modelId="{6C2E6854-8229-4D4A-AC68-3D1EB704BBF7}" type="pres">
      <dgm:prSet presAssocID="{D411A132-47EF-434F-9DDF-C6F04427B1A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nnexions"/>
        </a:ext>
      </dgm:extLst>
    </dgm:pt>
    <dgm:pt modelId="{4FE4CE12-95AE-4DB2-BA8C-4403DA3179AD}" type="pres">
      <dgm:prSet presAssocID="{D411A132-47EF-434F-9DDF-C6F04427B1AB}" presName="spaceRect" presStyleCnt="0"/>
      <dgm:spPr/>
    </dgm:pt>
    <dgm:pt modelId="{B13D06EA-05C0-4D73-AA3E-0AB72E57B12E}" type="pres">
      <dgm:prSet presAssocID="{D411A132-47EF-434F-9DDF-C6F04427B1AB}" presName="textRect" presStyleLbl="revTx" presStyleIdx="2" presStyleCnt="4">
        <dgm:presLayoutVars>
          <dgm:chMax val="1"/>
          <dgm:chPref val="1"/>
        </dgm:presLayoutVars>
      </dgm:prSet>
      <dgm:spPr/>
    </dgm:pt>
    <dgm:pt modelId="{21B9C491-6FF6-4327-BCC7-6F9138E60B5B}" type="pres">
      <dgm:prSet presAssocID="{7E7B5733-96ED-4DB8-B9B8-FCC82F52A4B9}" presName="sibTrans" presStyleLbl="sibTrans2D1" presStyleIdx="0" presStyleCnt="0"/>
      <dgm:spPr/>
    </dgm:pt>
    <dgm:pt modelId="{CFF69857-ABDA-4622-B5A6-797087F41A28}" type="pres">
      <dgm:prSet presAssocID="{82F38BD5-7193-4612-B895-71ADC3273E84}" presName="compNode" presStyleCnt="0"/>
      <dgm:spPr/>
    </dgm:pt>
    <dgm:pt modelId="{9F85CC91-2AEC-4E73-8374-D2B3D214CAB6}" type="pres">
      <dgm:prSet presAssocID="{82F38BD5-7193-4612-B895-71ADC3273E84}" presName="iconBgRect" presStyleLbl="bgShp" presStyleIdx="3" presStyleCnt="4"/>
      <dgm:spPr/>
    </dgm:pt>
    <dgm:pt modelId="{7823624B-B98A-4C86-AF84-43BF176431C2}" type="pres">
      <dgm:prSet presAssocID="{82F38BD5-7193-4612-B895-71ADC3273E8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oche"/>
        </a:ext>
      </dgm:extLst>
    </dgm:pt>
    <dgm:pt modelId="{7C66BD23-253E-434E-9123-B50B38BA755A}" type="pres">
      <dgm:prSet presAssocID="{82F38BD5-7193-4612-B895-71ADC3273E84}" presName="spaceRect" presStyleCnt="0"/>
      <dgm:spPr/>
    </dgm:pt>
    <dgm:pt modelId="{A259C569-F784-49CF-8E25-BC18788E3F79}" type="pres">
      <dgm:prSet presAssocID="{82F38BD5-7193-4612-B895-71ADC3273E84}" presName="textRect" presStyleLbl="revTx" presStyleIdx="3" presStyleCnt="4">
        <dgm:presLayoutVars>
          <dgm:chMax val="1"/>
          <dgm:chPref val="1"/>
        </dgm:presLayoutVars>
      </dgm:prSet>
      <dgm:spPr/>
    </dgm:pt>
  </dgm:ptLst>
  <dgm:cxnLst>
    <dgm:cxn modelId="{4FAEC761-9479-40FD-A0FE-AD1174DCE8B6}" srcId="{7D986305-4F7D-4EF9-A07A-5DB692A594AA}" destId="{30A23432-3654-4F36-88DA-BC690EAA5833}" srcOrd="0" destOrd="0" parTransId="{D13421FB-3C42-4F0B-B82D-C2C6F3706539}" sibTransId="{AC2C69D3-4D65-4922-90AF-D0212BA7D560}"/>
    <dgm:cxn modelId="{B65C9A64-54C1-43A9-AF8A-E75D4C1BDE2D}" srcId="{7D986305-4F7D-4EF9-A07A-5DB692A594AA}" destId="{70F9BD12-1AAD-4CAC-A431-B7F0607535B8}" srcOrd="1" destOrd="0" parTransId="{DE3C382C-5DC7-48C9-94D9-C719D6C9CAA4}" sibTransId="{B9EBBAF6-3698-4CAC-8C8A-8E6DDF230F5D}"/>
    <dgm:cxn modelId="{F65A9845-F9DD-4547-967D-E1D7A5548B48}" type="presOf" srcId="{AC2C69D3-4D65-4922-90AF-D0212BA7D560}" destId="{5F89268E-308C-4AEB-85DC-F8CDFDEEA37D}" srcOrd="0" destOrd="0" presId="urn:microsoft.com/office/officeart/2018/2/layout/IconCircleList"/>
    <dgm:cxn modelId="{D2A8CF7A-9173-4CE1-80D2-3238EF649E30}" srcId="{7D986305-4F7D-4EF9-A07A-5DB692A594AA}" destId="{82F38BD5-7193-4612-B895-71ADC3273E84}" srcOrd="3" destOrd="0" parTransId="{9F67E23B-75B0-4677-8326-3234D3373EC4}" sibTransId="{CD32D86C-0854-497B-8D64-07F9BD1086DE}"/>
    <dgm:cxn modelId="{903A7A88-149A-44D2-AF34-3856D4304CCF}" type="presOf" srcId="{B9EBBAF6-3698-4CAC-8C8A-8E6DDF230F5D}" destId="{D335EC06-859F-42E8-9D2A-40212B3F68BD}" srcOrd="0" destOrd="0" presId="urn:microsoft.com/office/officeart/2018/2/layout/IconCircleList"/>
    <dgm:cxn modelId="{6F9947C8-B219-45C7-8780-61B3C97C1465}" type="presOf" srcId="{D411A132-47EF-434F-9DDF-C6F04427B1AB}" destId="{B13D06EA-05C0-4D73-AA3E-0AB72E57B12E}" srcOrd="0" destOrd="0" presId="urn:microsoft.com/office/officeart/2018/2/layout/IconCircleList"/>
    <dgm:cxn modelId="{E6B2E6D2-62D4-4570-AF8C-70E7FC9BEDF2}" type="presOf" srcId="{30A23432-3654-4F36-88DA-BC690EAA5833}" destId="{D936A0C1-21CB-4F8B-B70C-2893B1BA5684}" srcOrd="0" destOrd="0" presId="urn:microsoft.com/office/officeart/2018/2/layout/IconCircleList"/>
    <dgm:cxn modelId="{3721AFDF-3444-4107-A878-96097EEEECD7}" type="presOf" srcId="{70F9BD12-1AAD-4CAC-A431-B7F0607535B8}" destId="{A5E48337-DAF4-4190-BB52-F3EE2EDCCAF0}" srcOrd="0" destOrd="0" presId="urn:microsoft.com/office/officeart/2018/2/layout/IconCircleList"/>
    <dgm:cxn modelId="{EC127BEE-C53F-4AD3-8BBC-2B30B77EEAFD}" type="presOf" srcId="{7D986305-4F7D-4EF9-A07A-5DB692A594AA}" destId="{F8BA42EF-CBE7-4978-84B1-7F304EAB42D9}" srcOrd="0" destOrd="0" presId="urn:microsoft.com/office/officeart/2018/2/layout/IconCircleList"/>
    <dgm:cxn modelId="{02F861F6-6918-48D4-A3DC-B7A5051994C5}" srcId="{7D986305-4F7D-4EF9-A07A-5DB692A594AA}" destId="{D411A132-47EF-434F-9DDF-C6F04427B1AB}" srcOrd="2" destOrd="0" parTransId="{B0A1EE07-EDDF-4FA7-85DA-9E2AB27293F3}" sibTransId="{7E7B5733-96ED-4DB8-B9B8-FCC82F52A4B9}"/>
    <dgm:cxn modelId="{D6E0A3F9-3C02-474D-9A57-2CC1C4BD3023}" type="presOf" srcId="{82F38BD5-7193-4612-B895-71ADC3273E84}" destId="{A259C569-F784-49CF-8E25-BC18788E3F79}" srcOrd="0" destOrd="0" presId="urn:microsoft.com/office/officeart/2018/2/layout/IconCircleList"/>
    <dgm:cxn modelId="{522C54FD-E7EF-4C99-AAC7-EE03311DC1F5}" type="presOf" srcId="{7E7B5733-96ED-4DB8-B9B8-FCC82F52A4B9}" destId="{21B9C491-6FF6-4327-BCC7-6F9138E60B5B}" srcOrd="0" destOrd="0" presId="urn:microsoft.com/office/officeart/2018/2/layout/IconCircleList"/>
    <dgm:cxn modelId="{4C25F34D-D01D-4927-BE5B-ED5DBB886A9D}" type="presParOf" srcId="{F8BA42EF-CBE7-4978-84B1-7F304EAB42D9}" destId="{34D65FFA-F014-4CF0-AEC2-1AE0EB955892}" srcOrd="0" destOrd="0" presId="urn:microsoft.com/office/officeart/2018/2/layout/IconCircleList"/>
    <dgm:cxn modelId="{D29B5CAA-1D08-4222-8439-CAECFDF994D0}" type="presParOf" srcId="{34D65FFA-F014-4CF0-AEC2-1AE0EB955892}" destId="{F33E81CB-D495-4111-9E5E-E7BD7772B8DD}" srcOrd="0" destOrd="0" presId="urn:microsoft.com/office/officeart/2018/2/layout/IconCircleList"/>
    <dgm:cxn modelId="{054EECFC-E3FF-4FD7-A15A-2072BAAE2878}" type="presParOf" srcId="{F33E81CB-D495-4111-9E5E-E7BD7772B8DD}" destId="{046FA262-D07F-43A3-A291-0597EEBA2865}" srcOrd="0" destOrd="0" presId="urn:microsoft.com/office/officeart/2018/2/layout/IconCircleList"/>
    <dgm:cxn modelId="{66313F29-B3BE-4667-ADB2-51F580105EA6}" type="presParOf" srcId="{F33E81CB-D495-4111-9E5E-E7BD7772B8DD}" destId="{7DB515F9-331D-4570-B82A-13B76B32EDF3}" srcOrd="1" destOrd="0" presId="urn:microsoft.com/office/officeart/2018/2/layout/IconCircleList"/>
    <dgm:cxn modelId="{DD262759-0CAC-4C69-9001-BAC09EBB010C}" type="presParOf" srcId="{F33E81CB-D495-4111-9E5E-E7BD7772B8DD}" destId="{7766C29C-5C74-471F-A586-EFF50CA62629}" srcOrd="2" destOrd="0" presId="urn:microsoft.com/office/officeart/2018/2/layout/IconCircleList"/>
    <dgm:cxn modelId="{890DC8D5-65CA-418B-B3D7-93E559DC948B}" type="presParOf" srcId="{F33E81CB-D495-4111-9E5E-E7BD7772B8DD}" destId="{D936A0C1-21CB-4F8B-B70C-2893B1BA5684}" srcOrd="3" destOrd="0" presId="urn:microsoft.com/office/officeart/2018/2/layout/IconCircleList"/>
    <dgm:cxn modelId="{441A2339-93E7-4B04-8B01-9282908FE2D7}" type="presParOf" srcId="{34D65FFA-F014-4CF0-AEC2-1AE0EB955892}" destId="{5F89268E-308C-4AEB-85DC-F8CDFDEEA37D}" srcOrd="1" destOrd="0" presId="urn:microsoft.com/office/officeart/2018/2/layout/IconCircleList"/>
    <dgm:cxn modelId="{5B3FAD65-6315-4CA8-B1A2-35CB1A46E24E}" type="presParOf" srcId="{34D65FFA-F014-4CF0-AEC2-1AE0EB955892}" destId="{9380F712-58BA-4D6C-B56D-C51CD6EC5B97}" srcOrd="2" destOrd="0" presId="urn:microsoft.com/office/officeart/2018/2/layout/IconCircleList"/>
    <dgm:cxn modelId="{D26F71C8-F9F8-4C64-901F-F9D9ED862823}" type="presParOf" srcId="{9380F712-58BA-4D6C-B56D-C51CD6EC5B97}" destId="{13D9588A-1C72-4F64-B4A2-09F745AB0258}" srcOrd="0" destOrd="0" presId="urn:microsoft.com/office/officeart/2018/2/layout/IconCircleList"/>
    <dgm:cxn modelId="{5EACC928-BC3B-4468-9A13-516ACCA0548A}" type="presParOf" srcId="{9380F712-58BA-4D6C-B56D-C51CD6EC5B97}" destId="{3E80DB3F-04E6-4ED7-8A13-C6788168D328}" srcOrd="1" destOrd="0" presId="urn:microsoft.com/office/officeart/2018/2/layout/IconCircleList"/>
    <dgm:cxn modelId="{E57380F4-E783-45EA-9556-FAA0507D6330}" type="presParOf" srcId="{9380F712-58BA-4D6C-B56D-C51CD6EC5B97}" destId="{DC2CEEE1-3CEB-49EB-9069-59196F46B835}" srcOrd="2" destOrd="0" presId="urn:microsoft.com/office/officeart/2018/2/layout/IconCircleList"/>
    <dgm:cxn modelId="{8ABA23CB-F0FC-46F2-A204-B2ECBA8D3C7D}" type="presParOf" srcId="{9380F712-58BA-4D6C-B56D-C51CD6EC5B97}" destId="{A5E48337-DAF4-4190-BB52-F3EE2EDCCAF0}" srcOrd="3" destOrd="0" presId="urn:microsoft.com/office/officeart/2018/2/layout/IconCircleList"/>
    <dgm:cxn modelId="{EE6DE1A8-CE0D-46E6-BDB2-CA1EC197EB06}" type="presParOf" srcId="{34D65FFA-F014-4CF0-AEC2-1AE0EB955892}" destId="{D335EC06-859F-42E8-9D2A-40212B3F68BD}" srcOrd="3" destOrd="0" presId="urn:microsoft.com/office/officeart/2018/2/layout/IconCircleList"/>
    <dgm:cxn modelId="{9FA461CE-E99B-44E4-A25B-C2C00335E2C2}" type="presParOf" srcId="{34D65FFA-F014-4CF0-AEC2-1AE0EB955892}" destId="{7B89A996-955A-4A55-B3FB-84C65DFF3781}" srcOrd="4" destOrd="0" presId="urn:microsoft.com/office/officeart/2018/2/layout/IconCircleList"/>
    <dgm:cxn modelId="{99D25DB2-35CA-4BCA-8C9B-26B36C914B45}" type="presParOf" srcId="{7B89A996-955A-4A55-B3FB-84C65DFF3781}" destId="{1CA1605A-6A9E-4145-855A-2FA7DA170B6E}" srcOrd="0" destOrd="0" presId="urn:microsoft.com/office/officeart/2018/2/layout/IconCircleList"/>
    <dgm:cxn modelId="{98224066-08BF-4DA4-BF50-4E34371104F7}" type="presParOf" srcId="{7B89A996-955A-4A55-B3FB-84C65DFF3781}" destId="{6C2E6854-8229-4D4A-AC68-3D1EB704BBF7}" srcOrd="1" destOrd="0" presId="urn:microsoft.com/office/officeart/2018/2/layout/IconCircleList"/>
    <dgm:cxn modelId="{49F128B3-35DC-4521-BFD5-A0EC5CB823E9}" type="presParOf" srcId="{7B89A996-955A-4A55-B3FB-84C65DFF3781}" destId="{4FE4CE12-95AE-4DB2-BA8C-4403DA3179AD}" srcOrd="2" destOrd="0" presId="urn:microsoft.com/office/officeart/2018/2/layout/IconCircleList"/>
    <dgm:cxn modelId="{A6050557-FFFA-4705-A788-BAC185E8A3BB}" type="presParOf" srcId="{7B89A996-955A-4A55-B3FB-84C65DFF3781}" destId="{B13D06EA-05C0-4D73-AA3E-0AB72E57B12E}" srcOrd="3" destOrd="0" presId="urn:microsoft.com/office/officeart/2018/2/layout/IconCircleList"/>
    <dgm:cxn modelId="{BFE192FF-E1B2-4C1D-A8BD-93E7040C1DED}" type="presParOf" srcId="{34D65FFA-F014-4CF0-AEC2-1AE0EB955892}" destId="{21B9C491-6FF6-4327-BCC7-6F9138E60B5B}" srcOrd="5" destOrd="0" presId="urn:microsoft.com/office/officeart/2018/2/layout/IconCircleList"/>
    <dgm:cxn modelId="{15DE6FC4-08E7-47EB-BE8E-58B7E70B1C75}" type="presParOf" srcId="{34D65FFA-F014-4CF0-AEC2-1AE0EB955892}" destId="{CFF69857-ABDA-4622-B5A6-797087F41A28}" srcOrd="6" destOrd="0" presId="urn:microsoft.com/office/officeart/2018/2/layout/IconCircleList"/>
    <dgm:cxn modelId="{FD50727D-BA3E-4ACE-9C83-E51E9D61D0AB}" type="presParOf" srcId="{CFF69857-ABDA-4622-B5A6-797087F41A28}" destId="{9F85CC91-2AEC-4E73-8374-D2B3D214CAB6}" srcOrd="0" destOrd="0" presId="urn:microsoft.com/office/officeart/2018/2/layout/IconCircleList"/>
    <dgm:cxn modelId="{E3BEFA00-266C-4A1F-9ED6-3F970AE3A82A}" type="presParOf" srcId="{CFF69857-ABDA-4622-B5A6-797087F41A28}" destId="{7823624B-B98A-4C86-AF84-43BF176431C2}" srcOrd="1" destOrd="0" presId="urn:microsoft.com/office/officeart/2018/2/layout/IconCircleList"/>
    <dgm:cxn modelId="{0EB3F64D-E9E3-476F-A151-83B0194A06CF}" type="presParOf" srcId="{CFF69857-ABDA-4622-B5A6-797087F41A28}" destId="{7C66BD23-253E-434E-9123-B50B38BA755A}" srcOrd="2" destOrd="0" presId="urn:microsoft.com/office/officeart/2018/2/layout/IconCircleList"/>
    <dgm:cxn modelId="{726DC65B-7E4C-4DD3-9B9B-81E3F72C78F1}" type="presParOf" srcId="{CFF69857-ABDA-4622-B5A6-797087F41A28}" destId="{A259C569-F784-49CF-8E25-BC18788E3F79}"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F27948C-2412-4703-917A-0AF7DBF47E2D}"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855050B1-3349-4E08-AD76-43CB243C1AF8}">
      <dgm:prSet/>
      <dgm:spPr/>
      <dgm:t>
        <a:bodyPr/>
        <a:lstStyle/>
        <a:p>
          <a:r>
            <a:rPr lang="fr-FR"/>
            <a:t>Une capacité à analyser ses pratiques professionnelles à la lumière de principes fondamentaux, comme la dignité, le respect, la bienveillance et l'autonomie de</a:t>
          </a:r>
          <a:endParaRPr lang="en-US"/>
        </a:p>
      </dgm:t>
    </dgm:pt>
    <dgm:pt modelId="{DA3B4809-801F-41C4-BFD3-0A0339194392}" type="parTrans" cxnId="{0E09CEA9-8541-4074-A3CC-EF674C4F2C5D}">
      <dgm:prSet/>
      <dgm:spPr/>
      <dgm:t>
        <a:bodyPr/>
        <a:lstStyle/>
        <a:p>
          <a:endParaRPr lang="en-US"/>
        </a:p>
      </dgm:t>
    </dgm:pt>
    <dgm:pt modelId="{57241AE3-DC9F-4B91-85AF-E7FBD1E0357B}" type="sibTrans" cxnId="{0E09CEA9-8541-4074-A3CC-EF674C4F2C5D}">
      <dgm:prSet/>
      <dgm:spPr/>
      <dgm:t>
        <a:bodyPr/>
        <a:lstStyle/>
        <a:p>
          <a:endParaRPr lang="en-US"/>
        </a:p>
      </dgm:t>
    </dgm:pt>
    <dgm:pt modelId="{5B614A90-454E-4B14-8AD5-CA916C4C5111}">
      <dgm:prSet/>
      <dgm:spPr/>
      <dgm:t>
        <a:bodyPr/>
        <a:lstStyle/>
        <a:p>
          <a:r>
            <a:rPr lang="fr-FR"/>
            <a:t>Une prise en compte des valeurs personnelles et des choix de vie des bénéficiaires, dans une logique de co-construction des interventions.</a:t>
          </a:r>
          <a:endParaRPr lang="en-US"/>
        </a:p>
      </dgm:t>
    </dgm:pt>
    <dgm:pt modelId="{772CE5D1-C719-4FE0-B14B-693518728FFE}" type="parTrans" cxnId="{872212C2-32F8-4F3C-A5C3-CEE441044D39}">
      <dgm:prSet/>
      <dgm:spPr/>
      <dgm:t>
        <a:bodyPr/>
        <a:lstStyle/>
        <a:p>
          <a:endParaRPr lang="en-US"/>
        </a:p>
      </dgm:t>
    </dgm:pt>
    <dgm:pt modelId="{CEF13C59-43C2-437A-9774-EBAFD72935AB}" type="sibTrans" cxnId="{872212C2-32F8-4F3C-A5C3-CEE441044D39}">
      <dgm:prSet/>
      <dgm:spPr/>
      <dgm:t>
        <a:bodyPr/>
        <a:lstStyle/>
        <a:p>
          <a:endParaRPr lang="en-US"/>
        </a:p>
      </dgm:t>
    </dgm:pt>
    <dgm:pt modelId="{E3A1D6B1-24AA-4EDE-8CB1-2B89F4FBB004}">
      <dgm:prSet/>
      <dgm:spPr/>
      <dgm:t>
        <a:bodyPr/>
        <a:lstStyle/>
        <a:p>
          <a:r>
            <a:rPr lang="fr-FR"/>
            <a:t>Une posture de remise en question continue pour s'assurer que les actions menées sont adaptées, respectueuses et humaines.</a:t>
          </a:r>
          <a:endParaRPr lang="en-US"/>
        </a:p>
      </dgm:t>
    </dgm:pt>
    <dgm:pt modelId="{B7AD62E6-7087-4F87-BF0E-0E054D88EBEB}" type="parTrans" cxnId="{82D466AA-46BC-4F0E-9825-7068BCEB92D9}">
      <dgm:prSet/>
      <dgm:spPr/>
      <dgm:t>
        <a:bodyPr/>
        <a:lstStyle/>
        <a:p>
          <a:endParaRPr lang="en-US"/>
        </a:p>
      </dgm:t>
    </dgm:pt>
    <dgm:pt modelId="{FF4CBFD1-910C-498D-A433-A475366A9A8A}" type="sibTrans" cxnId="{82D466AA-46BC-4F0E-9825-7068BCEB92D9}">
      <dgm:prSet/>
      <dgm:spPr/>
      <dgm:t>
        <a:bodyPr/>
        <a:lstStyle/>
        <a:p>
          <a:endParaRPr lang="en-US"/>
        </a:p>
      </dgm:t>
    </dgm:pt>
    <dgm:pt modelId="{2924ABA0-4132-4038-BF79-42D3DE82800A}" type="pres">
      <dgm:prSet presAssocID="{3F27948C-2412-4703-917A-0AF7DBF47E2D}" presName="root" presStyleCnt="0">
        <dgm:presLayoutVars>
          <dgm:dir/>
          <dgm:resizeHandles val="exact"/>
        </dgm:presLayoutVars>
      </dgm:prSet>
      <dgm:spPr/>
    </dgm:pt>
    <dgm:pt modelId="{59BA277D-AF58-46BD-AEB3-54A82394C87C}" type="pres">
      <dgm:prSet presAssocID="{855050B1-3349-4E08-AD76-43CB243C1AF8}" presName="compNode" presStyleCnt="0"/>
      <dgm:spPr/>
    </dgm:pt>
    <dgm:pt modelId="{2E61C7B1-9839-4B03-A17D-BD1A2AAC8442}" type="pres">
      <dgm:prSet presAssocID="{855050B1-3349-4E08-AD76-43CB243C1AF8}" presName="bgRect" presStyleLbl="bgShp" presStyleIdx="0" presStyleCnt="3"/>
      <dgm:spPr/>
    </dgm:pt>
    <dgm:pt modelId="{642378B7-2C2D-42AA-9B30-81B7839A797D}" type="pres">
      <dgm:prSet presAssocID="{855050B1-3349-4E08-AD76-43CB243C1AF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08908074-64CA-4E7C-8FAE-40331B58A46F}" type="pres">
      <dgm:prSet presAssocID="{855050B1-3349-4E08-AD76-43CB243C1AF8}" presName="spaceRect" presStyleCnt="0"/>
      <dgm:spPr/>
    </dgm:pt>
    <dgm:pt modelId="{7159BE76-4E77-4DEF-B328-718AFA4A27EC}" type="pres">
      <dgm:prSet presAssocID="{855050B1-3349-4E08-AD76-43CB243C1AF8}" presName="parTx" presStyleLbl="revTx" presStyleIdx="0" presStyleCnt="3">
        <dgm:presLayoutVars>
          <dgm:chMax val="0"/>
          <dgm:chPref val="0"/>
        </dgm:presLayoutVars>
      </dgm:prSet>
      <dgm:spPr/>
    </dgm:pt>
    <dgm:pt modelId="{9E883521-8147-4DCC-837F-81CC783DC97A}" type="pres">
      <dgm:prSet presAssocID="{57241AE3-DC9F-4B91-85AF-E7FBD1E0357B}" presName="sibTrans" presStyleCnt="0"/>
      <dgm:spPr/>
    </dgm:pt>
    <dgm:pt modelId="{67F058AF-26B1-48AF-97AC-BA17D5200986}" type="pres">
      <dgm:prSet presAssocID="{5B614A90-454E-4B14-8AD5-CA916C4C5111}" presName="compNode" presStyleCnt="0"/>
      <dgm:spPr/>
    </dgm:pt>
    <dgm:pt modelId="{D6F8F485-CC7F-45CC-AB7B-18AA9D081C61}" type="pres">
      <dgm:prSet presAssocID="{5B614A90-454E-4B14-8AD5-CA916C4C5111}" presName="bgRect" presStyleLbl="bgShp" presStyleIdx="1" presStyleCnt="3"/>
      <dgm:spPr/>
    </dgm:pt>
    <dgm:pt modelId="{C2D04E87-9AFF-4C31-A334-6B142FF6C516}" type="pres">
      <dgm:prSet presAssocID="{5B614A90-454E-4B14-8AD5-CA916C4C511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Juge"/>
        </a:ext>
      </dgm:extLst>
    </dgm:pt>
    <dgm:pt modelId="{87C64F9B-0172-40A5-904E-BFBF562D76CA}" type="pres">
      <dgm:prSet presAssocID="{5B614A90-454E-4B14-8AD5-CA916C4C5111}" presName="spaceRect" presStyleCnt="0"/>
      <dgm:spPr/>
    </dgm:pt>
    <dgm:pt modelId="{5BC7010D-74FF-4FE1-88E5-276A6DB3788B}" type="pres">
      <dgm:prSet presAssocID="{5B614A90-454E-4B14-8AD5-CA916C4C5111}" presName="parTx" presStyleLbl="revTx" presStyleIdx="1" presStyleCnt="3">
        <dgm:presLayoutVars>
          <dgm:chMax val="0"/>
          <dgm:chPref val="0"/>
        </dgm:presLayoutVars>
      </dgm:prSet>
      <dgm:spPr/>
    </dgm:pt>
    <dgm:pt modelId="{EB9C3CE2-4098-450E-A71A-BAF82FA3A655}" type="pres">
      <dgm:prSet presAssocID="{CEF13C59-43C2-437A-9774-EBAFD72935AB}" presName="sibTrans" presStyleCnt="0"/>
      <dgm:spPr/>
    </dgm:pt>
    <dgm:pt modelId="{CF93C1DD-4156-43A6-8587-520BEF34D9E6}" type="pres">
      <dgm:prSet presAssocID="{E3A1D6B1-24AA-4EDE-8CB1-2B89F4FBB004}" presName="compNode" presStyleCnt="0"/>
      <dgm:spPr/>
    </dgm:pt>
    <dgm:pt modelId="{8BAC3C7E-8359-4D66-AB93-AAA98E85EB20}" type="pres">
      <dgm:prSet presAssocID="{E3A1D6B1-24AA-4EDE-8CB1-2B89F4FBB004}" presName="bgRect" presStyleLbl="bgShp" presStyleIdx="2" presStyleCnt="3"/>
      <dgm:spPr/>
    </dgm:pt>
    <dgm:pt modelId="{33AAC29D-D1BE-417A-BEB5-6D1D9BC21792}" type="pres">
      <dgm:prSet presAssocID="{E3A1D6B1-24AA-4EDE-8CB1-2B89F4FBB00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lp"/>
        </a:ext>
      </dgm:extLst>
    </dgm:pt>
    <dgm:pt modelId="{5DC010A9-BB07-4DF7-8639-18DD0B4ADE31}" type="pres">
      <dgm:prSet presAssocID="{E3A1D6B1-24AA-4EDE-8CB1-2B89F4FBB004}" presName="spaceRect" presStyleCnt="0"/>
      <dgm:spPr/>
    </dgm:pt>
    <dgm:pt modelId="{87303D51-603D-4E77-BD53-2942774D3F67}" type="pres">
      <dgm:prSet presAssocID="{E3A1D6B1-24AA-4EDE-8CB1-2B89F4FBB004}" presName="parTx" presStyleLbl="revTx" presStyleIdx="2" presStyleCnt="3">
        <dgm:presLayoutVars>
          <dgm:chMax val="0"/>
          <dgm:chPref val="0"/>
        </dgm:presLayoutVars>
      </dgm:prSet>
      <dgm:spPr/>
    </dgm:pt>
  </dgm:ptLst>
  <dgm:cxnLst>
    <dgm:cxn modelId="{CCE5F969-A638-4EB4-A08B-D842C7E87E4A}" type="presOf" srcId="{5B614A90-454E-4B14-8AD5-CA916C4C5111}" destId="{5BC7010D-74FF-4FE1-88E5-276A6DB3788B}" srcOrd="0" destOrd="0" presId="urn:microsoft.com/office/officeart/2018/2/layout/IconVerticalSolidList"/>
    <dgm:cxn modelId="{9DB01A6D-EB8C-4908-BEC9-015CFDE169C7}" type="presOf" srcId="{855050B1-3349-4E08-AD76-43CB243C1AF8}" destId="{7159BE76-4E77-4DEF-B328-718AFA4A27EC}" srcOrd="0" destOrd="0" presId="urn:microsoft.com/office/officeart/2018/2/layout/IconVerticalSolidList"/>
    <dgm:cxn modelId="{E35AC59B-6C6B-4EE9-98A0-A519E925068D}" type="presOf" srcId="{3F27948C-2412-4703-917A-0AF7DBF47E2D}" destId="{2924ABA0-4132-4038-BF79-42D3DE82800A}" srcOrd="0" destOrd="0" presId="urn:microsoft.com/office/officeart/2018/2/layout/IconVerticalSolidList"/>
    <dgm:cxn modelId="{0E09CEA9-8541-4074-A3CC-EF674C4F2C5D}" srcId="{3F27948C-2412-4703-917A-0AF7DBF47E2D}" destId="{855050B1-3349-4E08-AD76-43CB243C1AF8}" srcOrd="0" destOrd="0" parTransId="{DA3B4809-801F-41C4-BFD3-0A0339194392}" sibTransId="{57241AE3-DC9F-4B91-85AF-E7FBD1E0357B}"/>
    <dgm:cxn modelId="{82D466AA-46BC-4F0E-9825-7068BCEB92D9}" srcId="{3F27948C-2412-4703-917A-0AF7DBF47E2D}" destId="{E3A1D6B1-24AA-4EDE-8CB1-2B89F4FBB004}" srcOrd="2" destOrd="0" parTransId="{B7AD62E6-7087-4F87-BF0E-0E054D88EBEB}" sibTransId="{FF4CBFD1-910C-498D-A433-A475366A9A8A}"/>
    <dgm:cxn modelId="{872212C2-32F8-4F3C-A5C3-CEE441044D39}" srcId="{3F27948C-2412-4703-917A-0AF7DBF47E2D}" destId="{5B614A90-454E-4B14-8AD5-CA916C4C5111}" srcOrd="1" destOrd="0" parTransId="{772CE5D1-C719-4FE0-B14B-693518728FFE}" sibTransId="{CEF13C59-43C2-437A-9774-EBAFD72935AB}"/>
    <dgm:cxn modelId="{95EE69C8-9BA5-4C88-822C-7085522B96B5}" type="presOf" srcId="{E3A1D6B1-24AA-4EDE-8CB1-2B89F4FBB004}" destId="{87303D51-603D-4E77-BD53-2942774D3F67}" srcOrd="0" destOrd="0" presId="urn:microsoft.com/office/officeart/2018/2/layout/IconVerticalSolidList"/>
    <dgm:cxn modelId="{2E12B7F0-A3FD-416A-B3F7-C96C1CECDFF1}" type="presParOf" srcId="{2924ABA0-4132-4038-BF79-42D3DE82800A}" destId="{59BA277D-AF58-46BD-AEB3-54A82394C87C}" srcOrd="0" destOrd="0" presId="urn:microsoft.com/office/officeart/2018/2/layout/IconVerticalSolidList"/>
    <dgm:cxn modelId="{62410CB9-1441-45EF-8B43-CCA32E20E9A6}" type="presParOf" srcId="{59BA277D-AF58-46BD-AEB3-54A82394C87C}" destId="{2E61C7B1-9839-4B03-A17D-BD1A2AAC8442}" srcOrd="0" destOrd="0" presId="urn:microsoft.com/office/officeart/2018/2/layout/IconVerticalSolidList"/>
    <dgm:cxn modelId="{2A16F2E7-9DAA-4A44-8816-4CE71909FA6B}" type="presParOf" srcId="{59BA277D-AF58-46BD-AEB3-54A82394C87C}" destId="{642378B7-2C2D-42AA-9B30-81B7839A797D}" srcOrd="1" destOrd="0" presId="urn:microsoft.com/office/officeart/2018/2/layout/IconVerticalSolidList"/>
    <dgm:cxn modelId="{F8B9FF7E-DD3F-4084-9407-9E5535BB223C}" type="presParOf" srcId="{59BA277D-AF58-46BD-AEB3-54A82394C87C}" destId="{08908074-64CA-4E7C-8FAE-40331B58A46F}" srcOrd="2" destOrd="0" presId="urn:microsoft.com/office/officeart/2018/2/layout/IconVerticalSolidList"/>
    <dgm:cxn modelId="{2D18EA8D-0860-4EF4-AE9C-F6EE05C86067}" type="presParOf" srcId="{59BA277D-AF58-46BD-AEB3-54A82394C87C}" destId="{7159BE76-4E77-4DEF-B328-718AFA4A27EC}" srcOrd="3" destOrd="0" presId="urn:microsoft.com/office/officeart/2018/2/layout/IconVerticalSolidList"/>
    <dgm:cxn modelId="{4B479540-CBEC-468A-8F3A-58193015105A}" type="presParOf" srcId="{2924ABA0-4132-4038-BF79-42D3DE82800A}" destId="{9E883521-8147-4DCC-837F-81CC783DC97A}" srcOrd="1" destOrd="0" presId="urn:microsoft.com/office/officeart/2018/2/layout/IconVerticalSolidList"/>
    <dgm:cxn modelId="{9CC3AA06-B74F-49CC-87B4-6F61DB4F8B58}" type="presParOf" srcId="{2924ABA0-4132-4038-BF79-42D3DE82800A}" destId="{67F058AF-26B1-48AF-97AC-BA17D5200986}" srcOrd="2" destOrd="0" presId="urn:microsoft.com/office/officeart/2018/2/layout/IconVerticalSolidList"/>
    <dgm:cxn modelId="{84E93FF3-0D16-4877-B708-0A6B222BCF96}" type="presParOf" srcId="{67F058AF-26B1-48AF-97AC-BA17D5200986}" destId="{D6F8F485-CC7F-45CC-AB7B-18AA9D081C61}" srcOrd="0" destOrd="0" presId="urn:microsoft.com/office/officeart/2018/2/layout/IconVerticalSolidList"/>
    <dgm:cxn modelId="{1068D792-B7F4-497B-A5BB-17DA425326CF}" type="presParOf" srcId="{67F058AF-26B1-48AF-97AC-BA17D5200986}" destId="{C2D04E87-9AFF-4C31-A334-6B142FF6C516}" srcOrd="1" destOrd="0" presId="urn:microsoft.com/office/officeart/2018/2/layout/IconVerticalSolidList"/>
    <dgm:cxn modelId="{C411FACC-D3C6-4DB3-9486-41C60B693744}" type="presParOf" srcId="{67F058AF-26B1-48AF-97AC-BA17D5200986}" destId="{87C64F9B-0172-40A5-904E-BFBF562D76CA}" srcOrd="2" destOrd="0" presId="urn:microsoft.com/office/officeart/2018/2/layout/IconVerticalSolidList"/>
    <dgm:cxn modelId="{BAD21358-3FD7-429E-B19A-4FCC64FA2048}" type="presParOf" srcId="{67F058AF-26B1-48AF-97AC-BA17D5200986}" destId="{5BC7010D-74FF-4FE1-88E5-276A6DB3788B}" srcOrd="3" destOrd="0" presId="urn:microsoft.com/office/officeart/2018/2/layout/IconVerticalSolidList"/>
    <dgm:cxn modelId="{7084A51F-EC13-4051-9F0E-1715F92DC2A5}" type="presParOf" srcId="{2924ABA0-4132-4038-BF79-42D3DE82800A}" destId="{EB9C3CE2-4098-450E-A71A-BAF82FA3A655}" srcOrd="3" destOrd="0" presId="urn:microsoft.com/office/officeart/2018/2/layout/IconVerticalSolidList"/>
    <dgm:cxn modelId="{CB587055-A80E-43BD-B321-0BB279F28F60}" type="presParOf" srcId="{2924ABA0-4132-4038-BF79-42D3DE82800A}" destId="{CF93C1DD-4156-43A6-8587-520BEF34D9E6}" srcOrd="4" destOrd="0" presId="urn:microsoft.com/office/officeart/2018/2/layout/IconVerticalSolidList"/>
    <dgm:cxn modelId="{7CB38111-27FC-448D-B518-5AB6C21893C5}" type="presParOf" srcId="{CF93C1DD-4156-43A6-8587-520BEF34D9E6}" destId="{8BAC3C7E-8359-4D66-AB93-AAA98E85EB20}" srcOrd="0" destOrd="0" presId="urn:microsoft.com/office/officeart/2018/2/layout/IconVerticalSolidList"/>
    <dgm:cxn modelId="{AAEC6539-CAC4-4ACF-919A-98ADDCF3A2D4}" type="presParOf" srcId="{CF93C1DD-4156-43A6-8587-520BEF34D9E6}" destId="{33AAC29D-D1BE-417A-BEB5-6D1D9BC21792}" srcOrd="1" destOrd="0" presId="urn:microsoft.com/office/officeart/2018/2/layout/IconVerticalSolidList"/>
    <dgm:cxn modelId="{F1F863D5-51AF-4DBB-B3A6-B7CC81D1E420}" type="presParOf" srcId="{CF93C1DD-4156-43A6-8587-520BEF34D9E6}" destId="{5DC010A9-BB07-4DF7-8639-18DD0B4ADE31}" srcOrd="2" destOrd="0" presId="urn:microsoft.com/office/officeart/2018/2/layout/IconVerticalSolidList"/>
    <dgm:cxn modelId="{295FF81C-A340-487D-8A59-013ACE8D5931}" type="presParOf" srcId="{CF93C1DD-4156-43A6-8587-520BEF34D9E6}" destId="{87303D51-603D-4E77-BD53-2942774D3F6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26B069B-415F-432F-AE5C-3D6110624E8B}"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52A6E5F1-8BC5-480B-B0BB-F547F9F16013}">
      <dgm:prSet/>
      <dgm:spPr/>
      <dgm:t>
        <a:bodyPr/>
        <a:lstStyle/>
        <a:p>
          <a:r>
            <a:rPr lang="fr-FR"/>
            <a:t>Garantir la qualité du service rendu, en respectant les droits et les libertés des bénéficiaires.</a:t>
          </a:r>
          <a:endParaRPr lang="en-US"/>
        </a:p>
      </dgm:t>
    </dgm:pt>
    <dgm:pt modelId="{0EE8383E-A0AA-4CAA-8882-85AB70D26937}" type="parTrans" cxnId="{CCCF7BD1-F04C-4143-BB9F-E420D3DD9630}">
      <dgm:prSet/>
      <dgm:spPr/>
      <dgm:t>
        <a:bodyPr/>
        <a:lstStyle/>
        <a:p>
          <a:endParaRPr lang="en-US"/>
        </a:p>
      </dgm:t>
    </dgm:pt>
    <dgm:pt modelId="{07E47ADC-BA25-4879-B998-F83FA3BBC562}" type="sibTrans" cxnId="{CCCF7BD1-F04C-4143-BB9F-E420D3DD9630}">
      <dgm:prSet/>
      <dgm:spPr/>
      <dgm:t>
        <a:bodyPr/>
        <a:lstStyle/>
        <a:p>
          <a:endParaRPr lang="en-US"/>
        </a:p>
      </dgm:t>
    </dgm:pt>
    <dgm:pt modelId="{88961E6C-462B-4A93-A28D-53E937B876B8}">
      <dgm:prSet/>
      <dgm:spPr/>
      <dgm:t>
        <a:bodyPr/>
        <a:lstStyle/>
        <a:p>
          <a:r>
            <a:rPr lang="fr-FR"/>
            <a:t>Protéger les professionnels et les usagers en définissant des limites claires (confidentialité, impartialité, respect des cadres légaux).</a:t>
          </a:r>
          <a:endParaRPr lang="en-US"/>
        </a:p>
      </dgm:t>
    </dgm:pt>
    <dgm:pt modelId="{CD39114E-156C-4153-89DA-FE28EC0EEEAF}" type="parTrans" cxnId="{A46AF452-DEF0-491B-B125-ACE44D1D84A1}">
      <dgm:prSet/>
      <dgm:spPr/>
      <dgm:t>
        <a:bodyPr/>
        <a:lstStyle/>
        <a:p>
          <a:endParaRPr lang="en-US"/>
        </a:p>
      </dgm:t>
    </dgm:pt>
    <dgm:pt modelId="{C070FE39-1A2D-4D81-91E6-60F11E15515B}" type="sibTrans" cxnId="{A46AF452-DEF0-491B-B125-ACE44D1D84A1}">
      <dgm:prSet/>
      <dgm:spPr/>
      <dgm:t>
        <a:bodyPr/>
        <a:lstStyle/>
        <a:p>
          <a:endParaRPr lang="en-US"/>
        </a:p>
      </dgm:t>
    </dgm:pt>
    <dgm:pt modelId="{85B9D7CF-B2D6-499A-92B2-2826592924F4}">
      <dgm:prSet/>
      <dgm:spPr/>
      <dgm:t>
        <a:bodyPr/>
        <a:lstStyle/>
        <a:p>
          <a:r>
            <a:rPr lang="fr-FR"/>
            <a:t>Agir en conformité avec les obligations contractuelles et les valeurs partagées au sein de l'organisation.</a:t>
          </a:r>
          <a:endParaRPr lang="en-US"/>
        </a:p>
      </dgm:t>
    </dgm:pt>
    <dgm:pt modelId="{C54AFF09-7AF0-4ADA-BBAE-7DE610C4476D}" type="parTrans" cxnId="{2BC31DAE-08ED-46EB-A087-7B675AA9999A}">
      <dgm:prSet/>
      <dgm:spPr/>
      <dgm:t>
        <a:bodyPr/>
        <a:lstStyle/>
        <a:p>
          <a:endParaRPr lang="en-US"/>
        </a:p>
      </dgm:t>
    </dgm:pt>
    <dgm:pt modelId="{FB33C6F5-EA9D-4F87-840E-D974931947D5}" type="sibTrans" cxnId="{2BC31DAE-08ED-46EB-A087-7B675AA9999A}">
      <dgm:prSet/>
      <dgm:spPr/>
      <dgm:t>
        <a:bodyPr/>
        <a:lstStyle/>
        <a:p>
          <a:endParaRPr lang="en-US"/>
        </a:p>
      </dgm:t>
    </dgm:pt>
    <dgm:pt modelId="{E4349729-870D-4166-82AC-D54179E6374E}" type="pres">
      <dgm:prSet presAssocID="{A26B069B-415F-432F-AE5C-3D6110624E8B}" presName="linear" presStyleCnt="0">
        <dgm:presLayoutVars>
          <dgm:animLvl val="lvl"/>
          <dgm:resizeHandles val="exact"/>
        </dgm:presLayoutVars>
      </dgm:prSet>
      <dgm:spPr/>
    </dgm:pt>
    <dgm:pt modelId="{1C451824-1146-4220-AC21-984898373F1D}" type="pres">
      <dgm:prSet presAssocID="{52A6E5F1-8BC5-480B-B0BB-F547F9F16013}" presName="parentText" presStyleLbl="node1" presStyleIdx="0" presStyleCnt="3">
        <dgm:presLayoutVars>
          <dgm:chMax val="0"/>
          <dgm:bulletEnabled val="1"/>
        </dgm:presLayoutVars>
      </dgm:prSet>
      <dgm:spPr/>
    </dgm:pt>
    <dgm:pt modelId="{47D7A3D6-C816-43A6-8FF0-07B01116EA0A}" type="pres">
      <dgm:prSet presAssocID="{07E47ADC-BA25-4879-B998-F83FA3BBC562}" presName="spacer" presStyleCnt="0"/>
      <dgm:spPr/>
    </dgm:pt>
    <dgm:pt modelId="{F475F817-1CB5-45BE-9DA9-0D501CA7A624}" type="pres">
      <dgm:prSet presAssocID="{88961E6C-462B-4A93-A28D-53E937B876B8}" presName="parentText" presStyleLbl="node1" presStyleIdx="1" presStyleCnt="3">
        <dgm:presLayoutVars>
          <dgm:chMax val="0"/>
          <dgm:bulletEnabled val="1"/>
        </dgm:presLayoutVars>
      </dgm:prSet>
      <dgm:spPr/>
    </dgm:pt>
    <dgm:pt modelId="{1B5812D7-DED1-4956-8A66-845B6C918966}" type="pres">
      <dgm:prSet presAssocID="{C070FE39-1A2D-4D81-91E6-60F11E15515B}" presName="spacer" presStyleCnt="0"/>
      <dgm:spPr/>
    </dgm:pt>
    <dgm:pt modelId="{E1B23800-C673-4B75-AEAF-0D7BF92EEBED}" type="pres">
      <dgm:prSet presAssocID="{85B9D7CF-B2D6-499A-92B2-2826592924F4}" presName="parentText" presStyleLbl="node1" presStyleIdx="2" presStyleCnt="3">
        <dgm:presLayoutVars>
          <dgm:chMax val="0"/>
          <dgm:bulletEnabled val="1"/>
        </dgm:presLayoutVars>
      </dgm:prSet>
      <dgm:spPr/>
    </dgm:pt>
  </dgm:ptLst>
  <dgm:cxnLst>
    <dgm:cxn modelId="{FC66E32B-6E0B-4110-AFB2-88ADC484D284}" type="presOf" srcId="{88961E6C-462B-4A93-A28D-53E937B876B8}" destId="{F475F817-1CB5-45BE-9DA9-0D501CA7A624}" srcOrd="0" destOrd="0" presId="urn:microsoft.com/office/officeart/2005/8/layout/vList2"/>
    <dgm:cxn modelId="{A0B4282D-993F-4DF5-A200-242C1071F575}" type="presOf" srcId="{A26B069B-415F-432F-AE5C-3D6110624E8B}" destId="{E4349729-870D-4166-82AC-D54179E6374E}" srcOrd="0" destOrd="0" presId="urn:microsoft.com/office/officeart/2005/8/layout/vList2"/>
    <dgm:cxn modelId="{A46AF452-DEF0-491B-B125-ACE44D1D84A1}" srcId="{A26B069B-415F-432F-AE5C-3D6110624E8B}" destId="{88961E6C-462B-4A93-A28D-53E937B876B8}" srcOrd="1" destOrd="0" parTransId="{CD39114E-156C-4153-89DA-FE28EC0EEEAF}" sibTransId="{C070FE39-1A2D-4D81-91E6-60F11E15515B}"/>
    <dgm:cxn modelId="{2BC31DAE-08ED-46EB-A087-7B675AA9999A}" srcId="{A26B069B-415F-432F-AE5C-3D6110624E8B}" destId="{85B9D7CF-B2D6-499A-92B2-2826592924F4}" srcOrd="2" destOrd="0" parTransId="{C54AFF09-7AF0-4ADA-BBAE-7DE610C4476D}" sibTransId="{FB33C6F5-EA9D-4F87-840E-D974931947D5}"/>
    <dgm:cxn modelId="{F166BFC2-2595-4A4E-BB4A-46160AE0C85D}" type="presOf" srcId="{52A6E5F1-8BC5-480B-B0BB-F547F9F16013}" destId="{1C451824-1146-4220-AC21-984898373F1D}" srcOrd="0" destOrd="0" presId="urn:microsoft.com/office/officeart/2005/8/layout/vList2"/>
    <dgm:cxn modelId="{6E5057CD-CE27-4C6B-8989-6BA6B5A57589}" type="presOf" srcId="{85B9D7CF-B2D6-499A-92B2-2826592924F4}" destId="{E1B23800-C673-4B75-AEAF-0D7BF92EEBED}" srcOrd="0" destOrd="0" presId="urn:microsoft.com/office/officeart/2005/8/layout/vList2"/>
    <dgm:cxn modelId="{CCCF7BD1-F04C-4143-BB9F-E420D3DD9630}" srcId="{A26B069B-415F-432F-AE5C-3D6110624E8B}" destId="{52A6E5F1-8BC5-480B-B0BB-F547F9F16013}" srcOrd="0" destOrd="0" parTransId="{0EE8383E-A0AA-4CAA-8882-85AB70D26937}" sibTransId="{07E47ADC-BA25-4879-B998-F83FA3BBC562}"/>
    <dgm:cxn modelId="{D56B7EB3-5BB0-4C26-8E5B-13FA75EAFE0F}" type="presParOf" srcId="{E4349729-870D-4166-82AC-D54179E6374E}" destId="{1C451824-1146-4220-AC21-984898373F1D}" srcOrd="0" destOrd="0" presId="urn:microsoft.com/office/officeart/2005/8/layout/vList2"/>
    <dgm:cxn modelId="{008945BB-EEC5-406D-87EF-E9FE0DE18805}" type="presParOf" srcId="{E4349729-870D-4166-82AC-D54179E6374E}" destId="{47D7A3D6-C816-43A6-8FF0-07B01116EA0A}" srcOrd="1" destOrd="0" presId="urn:microsoft.com/office/officeart/2005/8/layout/vList2"/>
    <dgm:cxn modelId="{FB3FCDCA-33E5-4BCA-B6A6-904A3997867A}" type="presParOf" srcId="{E4349729-870D-4166-82AC-D54179E6374E}" destId="{F475F817-1CB5-45BE-9DA9-0D501CA7A624}" srcOrd="2" destOrd="0" presId="urn:microsoft.com/office/officeart/2005/8/layout/vList2"/>
    <dgm:cxn modelId="{FFE7F261-A449-46F0-9661-FF3ECDFD8CCA}" type="presParOf" srcId="{E4349729-870D-4166-82AC-D54179E6374E}" destId="{1B5812D7-DED1-4956-8A66-845B6C918966}" srcOrd="3" destOrd="0" presId="urn:microsoft.com/office/officeart/2005/8/layout/vList2"/>
    <dgm:cxn modelId="{FEDA3C71-7A5F-4ED7-B671-379CFACA5A18}" type="presParOf" srcId="{E4349729-870D-4166-82AC-D54179E6374E}" destId="{E1B23800-C673-4B75-AEAF-0D7BF92EEBED}"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A487506-2108-40CA-BAD1-2F5B0C192B0F}"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E2FF518-D41F-438A-BD36-205C95224B28}">
      <dgm:prSet/>
      <dgm:spPr/>
      <dgm:t>
        <a:bodyPr/>
        <a:lstStyle/>
        <a:p>
          <a:r>
            <a:rPr lang="fr-FR"/>
            <a:t>Une attitude proactive pour prévenir toute forme de maltraitance, qu'elle soit physique, psychologique ou morale.</a:t>
          </a:r>
          <a:endParaRPr lang="en-US"/>
        </a:p>
      </dgm:t>
    </dgm:pt>
    <dgm:pt modelId="{8B27DE40-A583-46EA-BC93-30294C7BE352}" type="parTrans" cxnId="{C0CED9A8-F7B3-4B60-9BA9-2113F8278F4C}">
      <dgm:prSet/>
      <dgm:spPr/>
      <dgm:t>
        <a:bodyPr/>
        <a:lstStyle/>
        <a:p>
          <a:endParaRPr lang="en-US"/>
        </a:p>
      </dgm:t>
    </dgm:pt>
    <dgm:pt modelId="{17BF188B-685D-43B5-A784-2F5E35CFE851}" type="sibTrans" cxnId="{C0CED9A8-F7B3-4B60-9BA9-2113F8278F4C}">
      <dgm:prSet/>
      <dgm:spPr/>
      <dgm:t>
        <a:bodyPr/>
        <a:lstStyle/>
        <a:p>
          <a:endParaRPr lang="en-US"/>
        </a:p>
      </dgm:t>
    </dgm:pt>
    <dgm:pt modelId="{C03BEB2D-ED1C-4944-8301-C210D65B1891}">
      <dgm:prSet/>
      <dgm:spPr/>
      <dgm:t>
        <a:bodyPr/>
        <a:lstStyle/>
        <a:p>
          <a:r>
            <a:rPr lang="fr-FR"/>
            <a:t>L'adaptation des comportements et des pratiques professionnelles aux besoins spécifiques des personnes aidées.</a:t>
          </a:r>
          <a:endParaRPr lang="en-US"/>
        </a:p>
      </dgm:t>
    </dgm:pt>
    <dgm:pt modelId="{F1D27740-D202-432E-BA9C-95930A606261}" type="parTrans" cxnId="{52ACB632-97B5-4C26-99F1-1521D34FB13E}">
      <dgm:prSet/>
      <dgm:spPr/>
      <dgm:t>
        <a:bodyPr/>
        <a:lstStyle/>
        <a:p>
          <a:endParaRPr lang="en-US"/>
        </a:p>
      </dgm:t>
    </dgm:pt>
    <dgm:pt modelId="{93A748FB-4F0B-40FA-8075-FC3A4E4309EB}" type="sibTrans" cxnId="{52ACB632-97B5-4C26-99F1-1521D34FB13E}">
      <dgm:prSet/>
      <dgm:spPr/>
      <dgm:t>
        <a:bodyPr/>
        <a:lstStyle/>
        <a:p>
          <a:endParaRPr lang="en-US"/>
        </a:p>
      </dgm:t>
    </dgm:pt>
    <dgm:pt modelId="{508A49D4-0328-4F2F-A157-125772AB6739}">
      <dgm:prSet/>
      <dgm:spPr/>
      <dgm:t>
        <a:bodyPr/>
        <a:lstStyle/>
        <a:p>
          <a:r>
            <a:rPr lang="fr-FR"/>
            <a:t>Une communication respectueuse et bienveillante, favorisant l'expression des souhaits et des ressentis de la personne.</a:t>
          </a:r>
          <a:endParaRPr lang="en-US"/>
        </a:p>
      </dgm:t>
    </dgm:pt>
    <dgm:pt modelId="{4BEF6E02-8745-445A-9798-359321BE741B}" type="parTrans" cxnId="{7D17C75C-785A-41C4-937A-DFFD6B86EE8B}">
      <dgm:prSet/>
      <dgm:spPr/>
      <dgm:t>
        <a:bodyPr/>
        <a:lstStyle/>
        <a:p>
          <a:endParaRPr lang="en-US"/>
        </a:p>
      </dgm:t>
    </dgm:pt>
    <dgm:pt modelId="{416CE5D3-57E0-4533-9186-C601AB4D1E8D}" type="sibTrans" cxnId="{7D17C75C-785A-41C4-937A-DFFD6B86EE8B}">
      <dgm:prSet/>
      <dgm:spPr/>
      <dgm:t>
        <a:bodyPr/>
        <a:lstStyle/>
        <a:p>
          <a:endParaRPr lang="en-US"/>
        </a:p>
      </dgm:t>
    </dgm:pt>
    <dgm:pt modelId="{8932D7DF-4A8F-4A94-BC40-D8B7CF8706EA}">
      <dgm:prSet/>
      <dgm:spPr/>
      <dgm:t>
        <a:bodyPr/>
        <a:lstStyle/>
        <a:p>
          <a:r>
            <a:rPr lang="fr-FR"/>
            <a:t>La co-construction de solutions adaptées, en favorisant l'autonomie et en valorisant les capacités de chacun.</a:t>
          </a:r>
          <a:endParaRPr lang="en-US"/>
        </a:p>
      </dgm:t>
    </dgm:pt>
    <dgm:pt modelId="{EAD9E3A9-9444-497B-A898-FC18B5A2221B}" type="parTrans" cxnId="{F3297985-D703-486C-987E-156CA3D8C466}">
      <dgm:prSet/>
      <dgm:spPr/>
      <dgm:t>
        <a:bodyPr/>
        <a:lstStyle/>
        <a:p>
          <a:endParaRPr lang="en-US"/>
        </a:p>
      </dgm:t>
    </dgm:pt>
    <dgm:pt modelId="{A8B9370D-1609-4F1C-8AE3-416AB245DD24}" type="sibTrans" cxnId="{F3297985-D703-486C-987E-156CA3D8C466}">
      <dgm:prSet/>
      <dgm:spPr/>
      <dgm:t>
        <a:bodyPr/>
        <a:lstStyle/>
        <a:p>
          <a:endParaRPr lang="en-US"/>
        </a:p>
      </dgm:t>
    </dgm:pt>
    <dgm:pt modelId="{4E9FE966-1648-4FE7-83BD-4061E58668F0}" type="pres">
      <dgm:prSet presAssocID="{7A487506-2108-40CA-BAD1-2F5B0C192B0F}" presName="root" presStyleCnt="0">
        <dgm:presLayoutVars>
          <dgm:dir/>
          <dgm:resizeHandles val="exact"/>
        </dgm:presLayoutVars>
      </dgm:prSet>
      <dgm:spPr/>
    </dgm:pt>
    <dgm:pt modelId="{10640F02-C59F-4A3D-9FC2-6B16862CC59A}" type="pres">
      <dgm:prSet presAssocID="{EE2FF518-D41F-438A-BD36-205C95224B28}" presName="compNode" presStyleCnt="0"/>
      <dgm:spPr/>
    </dgm:pt>
    <dgm:pt modelId="{DCFE258D-B060-4418-A0C1-52D51FC06641}" type="pres">
      <dgm:prSet presAssocID="{EE2FF518-D41F-438A-BD36-205C95224B28}" presName="bgRect" presStyleLbl="bgShp" presStyleIdx="0" presStyleCnt="4"/>
      <dgm:spPr/>
    </dgm:pt>
    <dgm:pt modelId="{0C8641C3-693E-4215-9135-C188B255F480}" type="pres">
      <dgm:prSet presAssocID="{EE2FF518-D41F-438A-BD36-205C95224B2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nger"/>
        </a:ext>
      </dgm:extLst>
    </dgm:pt>
    <dgm:pt modelId="{61E60A98-3859-42B0-B378-A05AE479716B}" type="pres">
      <dgm:prSet presAssocID="{EE2FF518-D41F-438A-BD36-205C95224B28}" presName="spaceRect" presStyleCnt="0"/>
      <dgm:spPr/>
    </dgm:pt>
    <dgm:pt modelId="{896B0FCD-F135-4F62-835A-474CA462DFBA}" type="pres">
      <dgm:prSet presAssocID="{EE2FF518-D41F-438A-BD36-205C95224B28}" presName="parTx" presStyleLbl="revTx" presStyleIdx="0" presStyleCnt="4">
        <dgm:presLayoutVars>
          <dgm:chMax val="0"/>
          <dgm:chPref val="0"/>
        </dgm:presLayoutVars>
      </dgm:prSet>
      <dgm:spPr/>
    </dgm:pt>
    <dgm:pt modelId="{FC093E95-EC6B-481B-9FB4-72D3B162530B}" type="pres">
      <dgm:prSet presAssocID="{17BF188B-685D-43B5-A784-2F5E35CFE851}" presName="sibTrans" presStyleCnt="0"/>
      <dgm:spPr/>
    </dgm:pt>
    <dgm:pt modelId="{C5CF1E28-2A86-4932-B079-5EECCA6C281D}" type="pres">
      <dgm:prSet presAssocID="{C03BEB2D-ED1C-4944-8301-C210D65B1891}" presName="compNode" presStyleCnt="0"/>
      <dgm:spPr/>
    </dgm:pt>
    <dgm:pt modelId="{CD40DF9C-D0EF-41D3-9A9A-39C1FFD457F0}" type="pres">
      <dgm:prSet presAssocID="{C03BEB2D-ED1C-4944-8301-C210D65B1891}" presName="bgRect" presStyleLbl="bgShp" presStyleIdx="1" presStyleCnt="4"/>
      <dgm:spPr/>
    </dgm:pt>
    <dgm:pt modelId="{083963B7-8E04-441F-89F1-3644E83685FC}" type="pres">
      <dgm:prSet presAssocID="{C03BEB2D-ED1C-4944-8301-C210D65B189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F8C140F1-D76C-4494-8F21-92B729704D8D}" type="pres">
      <dgm:prSet presAssocID="{C03BEB2D-ED1C-4944-8301-C210D65B1891}" presName="spaceRect" presStyleCnt="0"/>
      <dgm:spPr/>
    </dgm:pt>
    <dgm:pt modelId="{346C6468-3537-407B-BC59-9EC7CD459EEA}" type="pres">
      <dgm:prSet presAssocID="{C03BEB2D-ED1C-4944-8301-C210D65B1891}" presName="parTx" presStyleLbl="revTx" presStyleIdx="1" presStyleCnt="4">
        <dgm:presLayoutVars>
          <dgm:chMax val="0"/>
          <dgm:chPref val="0"/>
        </dgm:presLayoutVars>
      </dgm:prSet>
      <dgm:spPr/>
    </dgm:pt>
    <dgm:pt modelId="{FE388B5B-338C-4687-BEAF-B3DACD5FD012}" type="pres">
      <dgm:prSet presAssocID="{93A748FB-4F0B-40FA-8075-FC3A4E4309EB}" presName="sibTrans" presStyleCnt="0"/>
      <dgm:spPr/>
    </dgm:pt>
    <dgm:pt modelId="{E06EC0DA-ACDF-43D2-A017-50E23A1EB85A}" type="pres">
      <dgm:prSet presAssocID="{508A49D4-0328-4F2F-A157-125772AB6739}" presName="compNode" presStyleCnt="0"/>
      <dgm:spPr/>
    </dgm:pt>
    <dgm:pt modelId="{1C815E32-C164-40C2-8C29-E138487A461A}" type="pres">
      <dgm:prSet presAssocID="{508A49D4-0328-4F2F-A157-125772AB6739}" presName="bgRect" presStyleLbl="bgShp" presStyleIdx="2" presStyleCnt="4"/>
      <dgm:spPr/>
    </dgm:pt>
    <dgm:pt modelId="{53A676DD-D814-4092-AF73-A62E6B986272}" type="pres">
      <dgm:prSet presAssocID="{508A49D4-0328-4F2F-A157-125772AB673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op Sign"/>
        </a:ext>
      </dgm:extLst>
    </dgm:pt>
    <dgm:pt modelId="{099CAED0-08F3-4FA4-92F9-9ABD7846C891}" type="pres">
      <dgm:prSet presAssocID="{508A49D4-0328-4F2F-A157-125772AB6739}" presName="spaceRect" presStyleCnt="0"/>
      <dgm:spPr/>
    </dgm:pt>
    <dgm:pt modelId="{52C92462-D11D-43EF-AABD-3E675A24F905}" type="pres">
      <dgm:prSet presAssocID="{508A49D4-0328-4F2F-A157-125772AB6739}" presName="parTx" presStyleLbl="revTx" presStyleIdx="2" presStyleCnt="4">
        <dgm:presLayoutVars>
          <dgm:chMax val="0"/>
          <dgm:chPref val="0"/>
        </dgm:presLayoutVars>
      </dgm:prSet>
      <dgm:spPr/>
    </dgm:pt>
    <dgm:pt modelId="{31DD3685-091D-466D-90C7-E8CF6F0C5ECA}" type="pres">
      <dgm:prSet presAssocID="{416CE5D3-57E0-4533-9186-C601AB4D1E8D}" presName="sibTrans" presStyleCnt="0"/>
      <dgm:spPr/>
    </dgm:pt>
    <dgm:pt modelId="{4A61E14D-4226-447B-A269-35C4627217FF}" type="pres">
      <dgm:prSet presAssocID="{8932D7DF-4A8F-4A94-BC40-D8B7CF8706EA}" presName="compNode" presStyleCnt="0"/>
      <dgm:spPr/>
    </dgm:pt>
    <dgm:pt modelId="{5993546E-B499-4FA6-9158-D6B9141B3B4E}" type="pres">
      <dgm:prSet presAssocID="{8932D7DF-4A8F-4A94-BC40-D8B7CF8706EA}" presName="bgRect" presStyleLbl="bgShp" presStyleIdx="3" presStyleCnt="4"/>
      <dgm:spPr/>
    </dgm:pt>
    <dgm:pt modelId="{FD64B1B9-5B5E-4749-8CA3-6152E4093E27}" type="pres">
      <dgm:prSet presAssocID="{8932D7DF-4A8F-4A94-BC40-D8B7CF8706E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ulldozer"/>
        </a:ext>
      </dgm:extLst>
    </dgm:pt>
    <dgm:pt modelId="{90F802C3-7BFB-430C-9584-B82E885C124D}" type="pres">
      <dgm:prSet presAssocID="{8932D7DF-4A8F-4A94-BC40-D8B7CF8706EA}" presName="spaceRect" presStyleCnt="0"/>
      <dgm:spPr/>
    </dgm:pt>
    <dgm:pt modelId="{B5436A4D-8869-4897-9FC3-793C4D0BF3A0}" type="pres">
      <dgm:prSet presAssocID="{8932D7DF-4A8F-4A94-BC40-D8B7CF8706EA}" presName="parTx" presStyleLbl="revTx" presStyleIdx="3" presStyleCnt="4">
        <dgm:presLayoutVars>
          <dgm:chMax val="0"/>
          <dgm:chPref val="0"/>
        </dgm:presLayoutVars>
      </dgm:prSet>
      <dgm:spPr/>
    </dgm:pt>
  </dgm:ptLst>
  <dgm:cxnLst>
    <dgm:cxn modelId="{52ACB632-97B5-4C26-99F1-1521D34FB13E}" srcId="{7A487506-2108-40CA-BAD1-2F5B0C192B0F}" destId="{C03BEB2D-ED1C-4944-8301-C210D65B1891}" srcOrd="1" destOrd="0" parTransId="{F1D27740-D202-432E-BA9C-95930A606261}" sibTransId="{93A748FB-4F0B-40FA-8075-FC3A4E4309EB}"/>
    <dgm:cxn modelId="{7D17C75C-785A-41C4-937A-DFFD6B86EE8B}" srcId="{7A487506-2108-40CA-BAD1-2F5B0C192B0F}" destId="{508A49D4-0328-4F2F-A157-125772AB6739}" srcOrd="2" destOrd="0" parTransId="{4BEF6E02-8745-445A-9798-359321BE741B}" sibTransId="{416CE5D3-57E0-4533-9186-C601AB4D1E8D}"/>
    <dgm:cxn modelId="{35248F46-2985-4370-9D3F-632BF7662074}" type="presOf" srcId="{C03BEB2D-ED1C-4944-8301-C210D65B1891}" destId="{346C6468-3537-407B-BC59-9EC7CD459EEA}" srcOrd="0" destOrd="0" presId="urn:microsoft.com/office/officeart/2018/2/layout/IconVerticalSolidList"/>
    <dgm:cxn modelId="{7737C64B-5E2F-40E0-9A79-1B3DB27E1E72}" type="presOf" srcId="{8932D7DF-4A8F-4A94-BC40-D8B7CF8706EA}" destId="{B5436A4D-8869-4897-9FC3-793C4D0BF3A0}" srcOrd="0" destOrd="0" presId="urn:microsoft.com/office/officeart/2018/2/layout/IconVerticalSolidList"/>
    <dgm:cxn modelId="{F3297985-D703-486C-987E-156CA3D8C466}" srcId="{7A487506-2108-40CA-BAD1-2F5B0C192B0F}" destId="{8932D7DF-4A8F-4A94-BC40-D8B7CF8706EA}" srcOrd="3" destOrd="0" parTransId="{EAD9E3A9-9444-497B-A898-FC18B5A2221B}" sibTransId="{A8B9370D-1609-4F1C-8AE3-416AB245DD24}"/>
    <dgm:cxn modelId="{C0CED9A8-F7B3-4B60-9BA9-2113F8278F4C}" srcId="{7A487506-2108-40CA-BAD1-2F5B0C192B0F}" destId="{EE2FF518-D41F-438A-BD36-205C95224B28}" srcOrd="0" destOrd="0" parTransId="{8B27DE40-A583-46EA-BC93-30294C7BE352}" sibTransId="{17BF188B-685D-43B5-A784-2F5E35CFE851}"/>
    <dgm:cxn modelId="{FF96D7B4-A77B-4E07-9D26-E9B8A0210335}" type="presOf" srcId="{508A49D4-0328-4F2F-A157-125772AB6739}" destId="{52C92462-D11D-43EF-AABD-3E675A24F905}" srcOrd="0" destOrd="0" presId="urn:microsoft.com/office/officeart/2018/2/layout/IconVerticalSolidList"/>
    <dgm:cxn modelId="{5109FDDF-9BEE-4986-B77C-DDC00573082D}" type="presOf" srcId="{7A487506-2108-40CA-BAD1-2F5B0C192B0F}" destId="{4E9FE966-1648-4FE7-83BD-4061E58668F0}" srcOrd="0" destOrd="0" presId="urn:microsoft.com/office/officeart/2018/2/layout/IconVerticalSolidList"/>
    <dgm:cxn modelId="{82BBEFE2-450E-4E97-A146-D9EAE1FD9B4B}" type="presOf" srcId="{EE2FF518-D41F-438A-BD36-205C95224B28}" destId="{896B0FCD-F135-4F62-835A-474CA462DFBA}" srcOrd="0" destOrd="0" presId="urn:microsoft.com/office/officeart/2018/2/layout/IconVerticalSolidList"/>
    <dgm:cxn modelId="{D0114803-25DE-4933-9634-EE3C7686AA9C}" type="presParOf" srcId="{4E9FE966-1648-4FE7-83BD-4061E58668F0}" destId="{10640F02-C59F-4A3D-9FC2-6B16862CC59A}" srcOrd="0" destOrd="0" presId="urn:microsoft.com/office/officeart/2018/2/layout/IconVerticalSolidList"/>
    <dgm:cxn modelId="{5C27C4F0-5AA8-4BDF-97EF-17A86B0EDBD4}" type="presParOf" srcId="{10640F02-C59F-4A3D-9FC2-6B16862CC59A}" destId="{DCFE258D-B060-4418-A0C1-52D51FC06641}" srcOrd="0" destOrd="0" presId="urn:microsoft.com/office/officeart/2018/2/layout/IconVerticalSolidList"/>
    <dgm:cxn modelId="{CB4777B4-3EF6-4E49-A6F6-64116698F113}" type="presParOf" srcId="{10640F02-C59F-4A3D-9FC2-6B16862CC59A}" destId="{0C8641C3-693E-4215-9135-C188B255F480}" srcOrd="1" destOrd="0" presId="urn:microsoft.com/office/officeart/2018/2/layout/IconVerticalSolidList"/>
    <dgm:cxn modelId="{DDED4617-03F2-462D-90A3-ADCB3FD77939}" type="presParOf" srcId="{10640F02-C59F-4A3D-9FC2-6B16862CC59A}" destId="{61E60A98-3859-42B0-B378-A05AE479716B}" srcOrd="2" destOrd="0" presId="urn:microsoft.com/office/officeart/2018/2/layout/IconVerticalSolidList"/>
    <dgm:cxn modelId="{D2C13585-8AE9-45AB-AEFD-21930DD90EC7}" type="presParOf" srcId="{10640F02-C59F-4A3D-9FC2-6B16862CC59A}" destId="{896B0FCD-F135-4F62-835A-474CA462DFBA}" srcOrd="3" destOrd="0" presId="urn:microsoft.com/office/officeart/2018/2/layout/IconVerticalSolidList"/>
    <dgm:cxn modelId="{B124CAF7-41C9-48D0-B92F-27EADE286440}" type="presParOf" srcId="{4E9FE966-1648-4FE7-83BD-4061E58668F0}" destId="{FC093E95-EC6B-481B-9FB4-72D3B162530B}" srcOrd="1" destOrd="0" presId="urn:microsoft.com/office/officeart/2018/2/layout/IconVerticalSolidList"/>
    <dgm:cxn modelId="{5455AF62-50C2-4691-916A-59A8C3C8ACC4}" type="presParOf" srcId="{4E9FE966-1648-4FE7-83BD-4061E58668F0}" destId="{C5CF1E28-2A86-4932-B079-5EECCA6C281D}" srcOrd="2" destOrd="0" presId="urn:microsoft.com/office/officeart/2018/2/layout/IconVerticalSolidList"/>
    <dgm:cxn modelId="{916BF118-A70E-4110-9AA1-0420B43AABBB}" type="presParOf" srcId="{C5CF1E28-2A86-4932-B079-5EECCA6C281D}" destId="{CD40DF9C-D0EF-41D3-9A9A-39C1FFD457F0}" srcOrd="0" destOrd="0" presId="urn:microsoft.com/office/officeart/2018/2/layout/IconVerticalSolidList"/>
    <dgm:cxn modelId="{15E6DE6A-1485-47A2-8452-E09B3CD625E9}" type="presParOf" srcId="{C5CF1E28-2A86-4932-B079-5EECCA6C281D}" destId="{083963B7-8E04-441F-89F1-3644E83685FC}" srcOrd="1" destOrd="0" presId="urn:microsoft.com/office/officeart/2018/2/layout/IconVerticalSolidList"/>
    <dgm:cxn modelId="{76F0F93E-E1AE-4195-9245-8A2BC0AFAB10}" type="presParOf" srcId="{C5CF1E28-2A86-4932-B079-5EECCA6C281D}" destId="{F8C140F1-D76C-4494-8F21-92B729704D8D}" srcOrd="2" destOrd="0" presId="urn:microsoft.com/office/officeart/2018/2/layout/IconVerticalSolidList"/>
    <dgm:cxn modelId="{0283F880-89FF-42B5-9710-D3511894BE81}" type="presParOf" srcId="{C5CF1E28-2A86-4932-B079-5EECCA6C281D}" destId="{346C6468-3537-407B-BC59-9EC7CD459EEA}" srcOrd="3" destOrd="0" presId="urn:microsoft.com/office/officeart/2018/2/layout/IconVerticalSolidList"/>
    <dgm:cxn modelId="{C41AEB80-B976-40D6-B27A-DE41C8BC23FD}" type="presParOf" srcId="{4E9FE966-1648-4FE7-83BD-4061E58668F0}" destId="{FE388B5B-338C-4687-BEAF-B3DACD5FD012}" srcOrd="3" destOrd="0" presId="urn:microsoft.com/office/officeart/2018/2/layout/IconVerticalSolidList"/>
    <dgm:cxn modelId="{B9E8516F-ED58-4958-8D82-E59D81E54FE3}" type="presParOf" srcId="{4E9FE966-1648-4FE7-83BD-4061E58668F0}" destId="{E06EC0DA-ACDF-43D2-A017-50E23A1EB85A}" srcOrd="4" destOrd="0" presId="urn:microsoft.com/office/officeart/2018/2/layout/IconVerticalSolidList"/>
    <dgm:cxn modelId="{75E20AE5-5BBE-4DFE-B940-AA8CFA45631C}" type="presParOf" srcId="{E06EC0DA-ACDF-43D2-A017-50E23A1EB85A}" destId="{1C815E32-C164-40C2-8C29-E138487A461A}" srcOrd="0" destOrd="0" presId="urn:microsoft.com/office/officeart/2018/2/layout/IconVerticalSolidList"/>
    <dgm:cxn modelId="{2F54DA99-B6F0-4745-B2BD-D69006BC07F0}" type="presParOf" srcId="{E06EC0DA-ACDF-43D2-A017-50E23A1EB85A}" destId="{53A676DD-D814-4092-AF73-A62E6B986272}" srcOrd="1" destOrd="0" presId="urn:microsoft.com/office/officeart/2018/2/layout/IconVerticalSolidList"/>
    <dgm:cxn modelId="{42C61BE1-F43A-4217-8D67-39F1E70B9A31}" type="presParOf" srcId="{E06EC0DA-ACDF-43D2-A017-50E23A1EB85A}" destId="{099CAED0-08F3-4FA4-92F9-9ABD7846C891}" srcOrd="2" destOrd="0" presId="urn:microsoft.com/office/officeart/2018/2/layout/IconVerticalSolidList"/>
    <dgm:cxn modelId="{54AA8439-CE58-456C-81C7-829A4BB75BA2}" type="presParOf" srcId="{E06EC0DA-ACDF-43D2-A017-50E23A1EB85A}" destId="{52C92462-D11D-43EF-AABD-3E675A24F905}" srcOrd="3" destOrd="0" presId="urn:microsoft.com/office/officeart/2018/2/layout/IconVerticalSolidList"/>
    <dgm:cxn modelId="{860EE227-5049-41AD-A5DE-43B1DC02F44F}" type="presParOf" srcId="{4E9FE966-1648-4FE7-83BD-4061E58668F0}" destId="{31DD3685-091D-466D-90C7-E8CF6F0C5ECA}" srcOrd="5" destOrd="0" presId="urn:microsoft.com/office/officeart/2018/2/layout/IconVerticalSolidList"/>
    <dgm:cxn modelId="{D7842144-C931-4AC7-85E4-538380CDAE87}" type="presParOf" srcId="{4E9FE966-1648-4FE7-83BD-4061E58668F0}" destId="{4A61E14D-4226-447B-A269-35C4627217FF}" srcOrd="6" destOrd="0" presId="urn:microsoft.com/office/officeart/2018/2/layout/IconVerticalSolidList"/>
    <dgm:cxn modelId="{7911C5D9-B350-4E9D-877F-2F2A18D690E4}" type="presParOf" srcId="{4A61E14D-4226-447B-A269-35C4627217FF}" destId="{5993546E-B499-4FA6-9158-D6B9141B3B4E}" srcOrd="0" destOrd="0" presId="urn:microsoft.com/office/officeart/2018/2/layout/IconVerticalSolidList"/>
    <dgm:cxn modelId="{A6F2E07A-CB69-4D3D-A0ED-D2F8671612A0}" type="presParOf" srcId="{4A61E14D-4226-447B-A269-35C4627217FF}" destId="{FD64B1B9-5B5E-4749-8CA3-6152E4093E27}" srcOrd="1" destOrd="0" presId="urn:microsoft.com/office/officeart/2018/2/layout/IconVerticalSolidList"/>
    <dgm:cxn modelId="{9B1DF843-63DB-4335-A6AF-FC525EE18586}" type="presParOf" srcId="{4A61E14D-4226-447B-A269-35C4627217FF}" destId="{90F802C3-7BFB-430C-9584-B82E885C124D}" srcOrd="2" destOrd="0" presId="urn:microsoft.com/office/officeart/2018/2/layout/IconVerticalSolidList"/>
    <dgm:cxn modelId="{F626323B-2913-4124-A768-49C69AD0C52B}" type="presParOf" srcId="{4A61E14D-4226-447B-A269-35C4627217FF}" destId="{B5436A4D-8869-4897-9FC3-793C4D0BF3A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242C8A6-4957-4B14-B62D-D140BD0F09BD}"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E104399A-59D0-4E3B-8B08-73B28746EE98}">
      <dgm:prSet/>
      <dgm:spPr/>
      <dgm:t>
        <a:bodyPr/>
        <a:lstStyle/>
        <a:p>
          <a:r>
            <a:rPr lang="fr-FR" b="1" dirty="0"/>
            <a:t>Violences physiques</a:t>
          </a:r>
          <a:endParaRPr lang="en-US" dirty="0"/>
        </a:p>
      </dgm:t>
    </dgm:pt>
    <dgm:pt modelId="{F6CF221F-6175-477D-A1EF-D507CEFFDE7E}" type="parTrans" cxnId="{A8EC28DB-378E-4C38-B393-5D88BD821953}">
      <dgm:prSet/>
      <dgm:spPr/>
      <dgm:t>
        <a:bodyPr/>
        <a:lstStyle/>
        <a:p>
          <a:endParaRPr lang="en-US"/>
        </a:p>
      </dgm:t>
    </dgm:pt>
    <dgm:pt modelId="{2220B0E7-D256-4CA7-B5D7-9E06A58A663C}" type="sibTrans" cxnId="{A8EC28DB-378E-4C38-B393-5D88BD821953}">
      <dgm:prSet/>
      <dgm:spPr/>
      <dgm:t>
        <a:bodyPr/>
        <a:lstStyle/>
        <a:p>
          <a:endParaRPr lang="en-US"/>
        </a:p>
      </dgm:t>
    </dgm:pt>
    <dgm:pt modelId="{BF97FA8C-20A2-4112-A862-24F32D48ECC7}">
      <dgm:prSet/>
      <dgm:spPr/>
      <dgm:t>
        <a:bodyPr/>
        <a:lstStyle/>
        <a:p>
          <a:r>
            <a:rPr lang="fr-FR" b="1"/>
            <a:t>violences morales</a:t>
          </a:r>
          <a:endParaRPr lang="en-US"/>
        </a:p>
      </dgm:t>
    </dgm:pt>
    <dgm:pt modelId="{D6823A06-B90E-4CCD-A3D9-FCA8575AC83E}" type="parTrans" cxnId="{472B4388-1D6B-42A3-8C98-611A549D9555}">
      <dgm:prSet/>
      <dgm:spPr/>
      <dgm:t>
        <a:bodyPr/>
        <a:lstStyle/>
        <a:p>
          <a:endParaRPr lang="en-US"/>
        </a:p>
      </dgm:t>
    </dgm:pt>
    <dgm:pt modelId="{0EDE7F45-9C38-4391-98FF-7340939EEB66}" type="sibTrans" cxnId="{472B4388-1D6B-42A3-8C98-611A549D9555}">
      <dgm:prSet/>
      <dgm:spPr/>
      <dgm:t>
        <a:bodyPr/>
        <a:lstStyle/>
        <a:p>
          <a:endParaRPr lang="en-US"/>
        </a:p>
      </dgm:t>
    </dgm:pt>
    <dgm:pt modelId="{C5D7E3A6-F255-4D6E-8DBB-D44E2667F4ED}">
      <dgm:prSet/>
      <dgm:spPr/>
      <dgm:t>
        <a:bodyPr/>
        <a:lstStyle/>
        <a:p>
          <a:r>
            <a:rPr lang="fr-FR" b="1"/>
            <a:t>violence matérielles et financières</a:t>
          </a:r>
          <a:endParaRPr lang="en-US"/>
        </a:p>
      </dgm:t>
    </dgm:pt>
    <dgm:pt modelId="{424E1781-EF43-4FCE-BC93-175E60948C89}" type="parTrans" cxnId="{DD4CB8B1-BD95-4CC6-849F-272C797AB6E5}">
      <dgm:prSet/>
      <dgm:spPr/>
      <dgm:t>
        <a:bodyPr/>
        <a:lstStyle/>
        <a:p>
          <a:endParaRPr lang="en-US"/>
        </a:p>
      </dgm:t>
    </dgm:pt>
    <dgm:pt modelId="{A11AF156-6DB8-49DC-9250-20DA2E89AB1C}" type="sibTrans" cxnId="{DD4CB8B1-BD95-4CC6-849F-272C797AB6E5}">
      <dgm:prSet/>
      <dgm:spPr/>
      <dgm:t>
        <a:bodyPr/>
        <a:lstStyle/>
        <a:p>
          <a:endParaRPr lang="en-US"/>
        </a:p>
      </dgm:t>
    </dgm:pt>
    <dgm:pt modelId="{A05A48D2-2AB2-46CD-BA68-511449B3E42C}">
      <dgm:prSet/>
      <dgm:spPr/>
      <dgm:t>
        <a:bodyPr/>
        <a:lstStyle/>
        <a:p>
          <a:r>
            <a:rPr lang="fr-FR" b="1" dirty="0"/>
            <a:t>Violences médicales ou médicamenteuses</a:t>
          </a:r>
          <a:endParaRPr lang="en-US" dirty="0"/>
        </a:p>
      </dgm:t>
    </dgm:pt>
    <dgm:pt modelId="{55B314D0-1D1A-43D1-945D-39C2CD37EDFE}" type="parTrans" cxnId="{31B89B54-7825-4F3A-87F9-6FD956D4FC46}">
      <dgm:prSet/>
      <dgm:spPr/>
      <dgm:t>
        <a:bodyPr/>
        <a:lstStyle/>
        <a:p>
          <a:endParaRPr lang="en-US"/>
        </a:p>
      </dgm:t>
    </dgm:pt>
    <dgm:pt modelId="{7EE02722-813E-4B1B-A936-D6AF2F2D89D1}" type="sibTrans" cxnId="{31B89B54-7825-4F3A-87F9-6FD956D4FC46}">
      <dgm:prSet/>
      <dgm:spPr/>
      <dgm:t>
        <a:bodyPr/>
        <a:lstStyle/>
        <a:p>
          <a:endParaRPr lang="en-US"/>
        </a:p>
      </dgm:t>
    </dgm:pt>
    <dgm:pt modelId="{5948661C-8C2B-4F06-8DF4-83DE97D167B2}">
      <dgm:prSet/>
      <dgm:spPr/>
      <dgm:t>
        <a:bodyPr/>
        <a:lstStyle/>
        <a:p>
          <a:r>
            <a:rPr lang="fr-FR" b="1" dirty="0"/>
            <a:t>Négligences actives</a:t>
          </a:r>
          <a:endParaRPr lang="en-US" dirty="0"/>
        </a:p>
      </dgm:t>
    </dgm:pt>
    <dgm:pt modelId="{AEC1616E-0A44-4002-BC6C-87DC77C7D79B}" type="parTrans" cxnId="{D3FA9875-C2A0-4A2A-8BF6-8C6EFF3624A5}">
      <dgm:prSet/>
      <dgm:spPr/>
      <dgm:t>
        <a:bodyPr/>
        <a:lstStyle/>
        <a:p>
          <a:endParaRPr lang="en-US"/>
        </a:p>
      </dgm:t>
    </dgm:pt>
    <dgm:pt modelId="{DC1E3A56-F162-4A10-9CE7-538B2AF1FFC7}" type="sibTrans" cxnId="{D3FA9875-C2A0-4A2A-8BF6-8C6EFF3624A5}">
      <dgm:prSet/>
      <dgm:spPr/>
      <dgm:t>
        <a:bodyPr/>
        <a:lstStyle/>
        <a:p>
          <a:endParaRPr lang="en-US"/>
        </a:p>
      </dgm:t>
    </dgm:pt>
    <dgm:pt modelId="{588EF91C-E362-4383-8F45-B537EE654D1F}">
      <dgm:prSet/>
      <dgm:spPr/>
      <dgm:t>
        <a:bodyPr/>
        <a:lstStyle/>
        <a:p>
          <a:r>
            <a:rPr lang="fr-FR" b="1"/>
            <a:t>Privation ou violation de droits</a:t>
          </a:r>
          <a:endParaRPr lang="en-US"/>
        </a:p>
      </dgm:t>
    </dgm:pt>
    <dgm:pt modelId="{F5635BFF-3629-4259-8732-096E44927AAC}" type="parTrans" cxnId="{5750C938-2A37-4C81-B328-C7A0F483C394}">
      <dgm:prSet/>
      <dgm:spPr/>
      <dgm:t>
        <a:bodyPr/>
        <a:lstStyle/>
        <a:p>
          <a:endParaRPr lang="en-US"/>
        </a:p>
      </dgm:t>
    </dgm:pt>
    <dgm:pt modelId="{1452A669-07D8-4C44-B639-02E3CD78D5D8}" type="sibTrans" cxnId="{5750C938-2A37-4C81-B328-C7A0F483C394}">
      <dgm:prSet/>
      <dgm:spPr/>
      <dgm:t>
        <a:bodyPr/>
        <a:lstStyle/>
        <a:p>
          <a:endParaRPr lang="en-US"/>
        </a:p>
      </dgm:t>
    </dgm:pt>
    <dgm:pt modelId="{7C42A0EE-EF18-4548-A47A-DDC059901E15}" type="pres">
      <dgm:prSet presAssocID="{6242C8A6-4957-4B14-B62D-D140BD0F09BD}" presName="diagram" presStyleCnt="0">
        <dgm:presLayoutVars>
          <dgm:dir/>
          <dgm:resizeHandles val="exact"/>
        </dgm:presLayoutVars>
      </dgm:prSet>
      <dgm:spPr/>
    </dgm:pt>
    <dgm:pt modelId="{0162B1AE-D1C0-4FE1-9D9C-E19587B146FD}" type="pres">
      <dgm:prSet presAssocID="{E104399A-59D0-4E3B-8B08-73B28746EE98}" presName="node" presStyleLbl="node1" presStyleIdx="0" presStyleCnt="6">
        <dgm:presLayoutVars>
          <dgm:bulletEnabled val="1"/>
        </dgm:presLayoutVars>
      </dgm:prSet>
      <dgm:spPr/>
    </dgm:pt>
    <dgm:pt modelId="{0EF58B8E-1173-4DF1-9A8A-F4BFF8373C78}" type="pres">
      <dgm:prSet presAssocID="{2220B0E7-D256-4CA7-B5D7-9E06A58A663C}" presName="sibTrans" presStyleCnt="0"/>
      <dgm:spPr/>
    </dgm:pt>
    <dgm:pt modelId="{DDB3D2AE-E27F-4D22-9AE5-6ED6371C1686}" type="pres">
      <dgm:prSet presAssocID="{BF97FA8C-20A2-4112-A862-24F32D48ECC7}" presName="node" presStyleLbl="node1" presStyleIdx="1" presStyleCnt="6">
        <dgm:presLayoutVars>
          <dgm:bulletEnabled val="1"/>
        </dgm:presLayoutVars>
      </dgm:prSet>
      <dgm:spPr/>
    </dgm:pt>
    <dgm:pt modelId="{A8E64615-7BE7-47C0-B0A9-E2FB1F7D0EB7}" type="pres">
      <dgm:prSet presAssocID="{0EDE7F45-9C38-4391-98FF-7340939EEB66}" presName="sibTrans" presStyleCnt="0"/>
      <dgm:spPr/>
    </dgm:pt>
    <dgm:pt modelId="{7EAB7A15-3AA6-4CA7-A160-8E17FC1F338A}" type="pres">
      <dgm:prSet presAssocID="{C5D7E3A6-F255-4D6E-8DBB-D44E2667F4ED}" presName="node" presStyleLbl="node1" presStyleIdx="2" presStyleCnt="6">
        <dgm:presLayoutVars>
          <dgm:bulletEnabled val="1"/>
        </dgm:presLayoutVars>
      </dgm:prSet>
      <dgm:spPr/>
    </dgm:pt>
    <dgm:pt modelId="{B4636741-4D9E-4399-8EE1-A718DEF3299D}" type="pres">
      <dgm:prSet presAssocID="{A11AF156-6DB8-49DC-9250-20DA2E89AB1C}" presName="sibTrans" presStyleCnt="0"/>
      <dgm:spPr/>
    </dgm:pt>
    <dgm:pt modelId="{6E068C24-76B6-42B6-98B3-B87D204DBDCF}" type="pres">
      <dgm:prSet presAssocID="{A05A48D2-2AB2-46CD-BA68-511449B3E42C}" presName="node" presStyleLbl="node1" presStyleIdx="3" presStyleCnt="6">
        <dgm:presLayoutVars>
          <dgm:bulletEnabled val="1"/>
        </dgm:presLayoutVars>
      </dgm:prSet>
      <dgm:spPr/>
    </dgm:pt>
    <dgm:pt modelId="{F5A94831-C18B-4040-9411-954620EF6A55}" type="pres">
      <dgm:prSet presAssocID="{7EE02722-813E-4B1B-A936-D6AF2F2D89D1}" presName="sibTrans" presStyleCnt="0"/>
      <dgm:spPr/>
    </dgm:pt>
    <dgm:pt modelId="{4E46C6C4-35C5-417D-9262-DE84A812EB38}" type="pres">
      <dgm:prSet presAssocID="{5948661C-8C2B-4F06-8DF4-83DE97D167B2}" presName="node" presStyleLbl="node1" presStyleIdx="4" presStyleCnt="6">
        <dgm:presLayoutVars>
          <dgm:bulletEnabled val="1"/>
        </dgm:presLayoutVars>
      </dgm:prSet>
      <dgm:spPr/>
    </dgm:pt>
    <dgm:pt modelId="{098680E4-1C25-4E26-9031-A36B78C15113}" type="pres">
      <dgm:prSet presAssocID="{DC1E3A56-F162-4A10-9CE7-538B2AF1FFC7}" presName="sibTrans" presStyleCnt="0"/>
      <dgm:spPr/>
    </dgm:pt>
    <dgm:pt modelId="{66E4F215-A631-48FE-BC6A-98ECF914163D}" type="pres">
      <dgm:prSet presAssocID="{588EF91C-E362-4383-8F45-B537EE654D1F}" presName="node" presStyleLbl="node1" presStyleIdx="5" presStyleCnt="6">
        <dgm:presLayoutVars>
          <dgm:bulletEnabled val="1"/>
        </dgm:presLayoutVars>
      </dgm:prSet>
      <dgm:spPr/>
    </dgm:pt>
  </dgm:ptLst>
  <dgm:cxnLst>
    <dgm:cxn modelId="{91AB300C-A032-461D-ACB0-3341ADC68E14}" type="presOf" srcId="{BF97FA8C-20A2-4112-A862-24F32D48ECC7}" destId="{DDB3D2AE-E27F-4D22-9AE5-6ED6371C1686}" srcOrd="0" destOrd="0" presId="urn:microsoft.com/office/officeart/2005/8/layout/default"/>
    <dgm:cxn modelId="{ADB9412B-9053-461C-AFBB-42FEC2643354}" type="presOf" srcId="{C5D7E3A6-F255-4D6E-8DBB-D44E2667F4ED}" destId="{7EAB7A15-3AA6-4CA7-A160-8E17FC1F338A}" srcOrd="0" destOrd="0" presId="urn:microsoft.com/office/officeart/2005/8/layout/default"/>
    <dgm:cxn modelId="{5750C938-2A37-4C81-B328-C7A0F483C394}" srcId="{6242C8A6-4957-4B14-B62D-D140BD0F09BD}" destId="{588EF91C-E362-4383-8F45-B537EE654D1F}" srcOrd="5" destOrd="0" parTransId="{F5635BFF-3629-4259-8732-096E44927AAC}" sibTransId="{1452A669-07D8-4C44-B639-02E3CD78D5D8}"/>
    <dgm:cxn modelId="{E868795F-8260-45EF-92BC-10C843901AB1}" type="presOf" srcId="{5948661C-8C2B-4F06-8DF4-83DE97D167B2}" destId="{4E46C6C4-35C5-417D-9262-DE84A812EB38}" srcOrd="0" destOrd="0" presId="urn:microsoft.com/office/officeart/2005/8/layout/default"/>
    <dgm:cxn modelId="{F570D460-F352-4796-81FC-86297B6925A6}" type="presOf" srcId="{E104399A-59D0-4E3B-8B08-73B28746EE98}" destId="{0162B1AE-D1C0-4FE1-9D9C-E19587B146FD}" srcOrd="0" destOrd="0" presId="urn:microsoft.com/office/officeart/2005/8/layout/default"/>
    <dgm:cxn modelId="{30039F63-B550-42A2-BDBE-A48F7DA5B08F}" type="presOf" srcId="{A05A48D2-2AB2-46CD-BA68-511449B3E42C}" destId="{6E068C24-76B6-42B6-98B3-B87D204DBDCF}" srcOrd="0" destOrd="0" presId="urn:microsoft.com/office/officeart/2005/8/layout/default"/>
    <dgm:cxn modelId="{31B89B54-7825-4F3A-87F9-6FD956D4FC46}" srcId="{6242C8A6-4957-4B14-B62D-D140BD0F09BD}" destId="{A05A48D2-2AB2-46CD-BA68-511449B3E42C}" srcOrd="3" destOrd="0" parTransId="{55B314D0-1D1A-43D1-945D-39C2CD37EDFE}" sibTransId="{7EE02722-813E-4B1B-A936-D6AF2F2D89D1}"/>
    <dgm:cxn modelId="{D3FA9875-C2A0-4A2A-8BF6-8C6EFF3624A5}" srcId="{6242C8A6-4957-4B14-B62D-D140BD0F09BD}" destId="{5948661C-8C2B-4F06-8DF4-83DE97D167B2}" srcOrd="4" destOrd="0" parTransId="{AEC1616E-0A44-4002-BC6C-87DC77C7D79B}" sibTransId="{DC1E3A56-F162-4A10-9CE7-538B2AF1FFC7}"/>
    <dgm:cxn modelId="{472B4388-1D6B-42A3-8C98-611A549D9555}" srcId="{6242C8A6-4957-4B14-B62D-D140BD0F09BD}" destId="{BF97FA8C-20A2-4112-A862-24F32D48ECC7}" srcOrd="1" destOrd="0" parTransId="{D6823A06-B90E-4CCD-A3D9-FCA8575AC83E}" sibTransId="{0EDE7F45-9C38-4391-98FF-7340939EEB66}"/>
    <dgm:cxn modelId="{90A9C79B-24E7-4489-ADD1-106EF62A4A7A}" type="presOf" srcId="{588EF91C-E362-4383-8F45-B537EE654D1F}" destId="{66E4F215-A631-48FE-BC6A-98ECF914163D}" srcOrd="0" destOrd="0" presId="urn:microsoft.com/office/officeart/2005/8/layout/default"/>
    <dgm:cxn modelId="{DD4CB8B1-BD95-4CC6-849F-272C797AB6E5}" srcId="{6242C8A6-4957-4B14-B62D-D140BD0F09BD}" destId="{C5D7E3A6-F255-4D6E-8DBB-D44E2667F4ED}" srcOrd="2" destOrd="0" parTransId="{424E1781-EF43-4FCE-BC93-175E60948C89}" sibTransId="{A11AF156-6DB8-49DC-9250-20DA2E89AB1C}"/>
    <dgm:cxn modelId="{6FDB28D3-3D52-4A79-9D75-AC4DCB4F3027}" type="presOf" srcId="{6242C8A6-4957-4B14-B62D-D140BD0F09BD}" destId="{7C42A0EE-EF18-4548-A47A-DDC059901E15}" srcOrd="0" destOrd="0" presId="urn:microsoft.com/office/officeart/2005/8/layout/default"/>
    <dgm:cxn modelId="{A8EC28DB-378E-4C38-B393-5D88BD821953}" srcId="{6242C8A6-4957-4B14-B62D-D140BD0F09BD}" destId="{E104399A-59D0-4E3B-8B08-73B28746EE98}" srcOrd="0" destOrd="0" parTransId="{F6CF221F-6175-477D-A1EF-D507CEFFDE7E}" sibTransId="{2220B0E7-D256-4CA7-B5D7-9E06A58A663C}"/>
    <dgm:cxn modelId="{611935AD-A2E6-484A-9EF9-78B22C01AD3F}" type="presParOf" srcId="{7C42A0EE-EF18-4548-A47A-DDC059901E15}" destId="{0162B1AE-D1C0-4FE1-9D9C-E19587B146FD}" srcOrd="0" destOrd="0" presId="urn:microsoft.com/office/officeart/2005/8/layout/default"/>
    <dgm:cxn modelId="{E4A118DD-A8E9-4E85-936B-95AF2385C47E}" type="presParOf" srcId="{7C42A0EE-EF18-4548-A47A-DDC059901E15}" destId="{0EF58B8E-1173-4DF1-9A8A-F4BFF8373C78}" srcOrd="1" destOrd="0" presId="urn:microsoft.com/office/officeart/2005/8/layout/default"/>
    <dgm:cxn modelId="{551541E7-1BC6-4EA0-8F5D-53003FA8F7E2}" type="presParOf" srcId="{7C42A0EE-EF18-4548-A47A-DDC059901E15}" destId="{DDB3D2AE-E27F-4D22-9AE5-6ED6371C1686}" srcOrd="2" destOrd="0" presId="urn:microsoft.com/office/officeart/2005/8/layout/default"/>
    <dgm:cxn modelId="{818A627F-EF34-4A1F-83B0-80A029A5F7A4}" type="presParOf" srcId="{7C42A0EE-EF18-4548-A47A-DDC059901E15}" destId="{A8E64615-7BE7-47C0-B0A9-E2FB1F7D0EB7}" srcOrd="3" destOrd="0" presId="urn:microsoft.com/office/officeart/2005/8/layout/default"/>
    <dgm:cxn modelId="{457507EA-CE7D-4BD3-8CF0-8DF9A57FE8BF}" type="presParOf" srcId="{7C42A0EE-EF18-4548-A47A-DDC059901E15}" destId="{7EAB7A15-3AA6-4CA7-A160-8E17FC1F338A}" srcOrd="4" destOrd="0" presId="urn:microsoft.com/office/officeart/2005/8/layout/default"/>
    <dgm:cxn modelId="{2F4AFBF9-831E-4897-B063-6F7D74165D68}" type="presParOf" srcId="{7C42A0EE-EF18-4548-A47A-DDC059901E15}" destId="{B4636741-4D9E-4399-8EE1-A718DEF3299D}" srcOrd="5" destOrd="0" presId="urn:microsoft.com/office/officeart/2005/8/layout/default"/>
    <dgm:cxn modelId="{5FF509A0-B231-43AB-97F2-5BE8B2A1737F}" type="presParOf" srcId="{7C42A0EE-EF18-4548-A47A-DDC059901E15}" destId="{6E068C24-76B6-42B6-98B3-B87D204DBDCF}" srcOrd="6" destOrd="0" presId="urn:microsoft.com/office/officeart/2005/8/layout/default"/>
    <dgm:cxn modelId="{7BF8A08C-236B-40CA-B3BB-E791368DE81C}" type="presParOf" srcId="{7C42A0EE-EF18-4548-A47A-DDC059901E15}" destId="{F5A94831-C18B-4040-9411-954620EF6A55}" srcOrd="7" destOrd="0" presId="urn:microsoft.com/office/officeart/2005/8/layout/default"/>
    <dgm:cxn modelId="{F72C47CE-F821-422F-8B9D-EA6CCFD3424B}" type="presParOf" srcId="{7C42A0EE-EF18-4548-A47A-DDC059901E15}" destId="{4E46C6C4-35C5-417D-9262-DE84A812EB38}" srcOrd="8" destOrd="0" presId="urn:microsoft.com/office/officeart/2005/8/layout/default"/>
    <dgm:cxn modelId="{7661D09D-861C-410C-840C-70C0DEAF9C7C}" type="presParOf" srcId="{7C42A0EE-EF18-4548-A47A-DDC059901E15}" destId="{098680E4-1C25-4E26-9031-A36B78C15113}" srcOrd="9" destOrd="0" presId="urn:microsoft.com/office/officeart/2005/8/layout/default"/>
    <dgm:cxn modelId="{AA2661F5-A0CD-42C7-A442-EF10D37C47A1}" type="presParOf" srcId="{7C42A0EE-EF18-4548-A47A-DDC059901E15}" destId="{66E4F215-A631-48FE-BC6A-98ECF914163D}"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316D7A9-46A3-4A4A-89A1-39AF4CEBCFDA}"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24549F1-3DCE-4A0A-A7E2-27953777EB7E}">
      <dgm:prSet/>
      <dgm:spPr/>
      <dgm:t>
        <a:bodyPr/>
        <a:lstStyle/>
        <a:p>
          <a:pPr>
            <a:defRPr b="1"/>
          </a:pPr>
          <a:r>
            <a:rPr lang="fr-FR" b="1"/>
            <a:t>Principe</a:t>
          </a:r>
          <a:r>
            <a:rPr lang="fr-FR"/>
            <a:t> : L'action doit être centrée sur les besoins spécifiques et les attentes de chaque personne.</a:t>
          </a:r>
          <a:endParaRPr lang="en-US"/>
        </a:p>
      </dgm:t>
    </dgm:pt>
    <dgm:pt modelId="{29D5857E-9294-42F5-9678-83546AA781CB}" type="parTrans" cxnId="{BECE21E7-DE75-48B4-9C38-EEC68FAEC2DD}">
      <dgm:prSet/>
      <dgm:spPr/>
      <dgm:t>
        <a:bodyPr/>
        <a:lstStyle/>
        <a:p>
          <a:endParaRPr lang="en-US"/>
        </a:p>
      </dgm:t>
    </dgm:pt>
    <dgm:pt modelId="{AD5D4085-03B5-4A61-B8AF-79C9D5005C0D}" type="sibTrans" cxnId="{BECE21E7-DE75-48B4-9C38-EEC68FAEC2DD}">
      <dgm:prSet/>
      <dgm:spPr/>
      <dgm:t>
        <a:bodyPr/>
        <a:lstStyle/>
        <a:p>
          <a:endParaRPr lang="en-US"/>
        </a:p>
      </dgm:t>
    </dgm:pt>
    <dgm:pt modelId="{DE1B209F-4D17-4C93-8EFE-A87DA0E206B4}">
      <dgm:prSet/>
      <dgm:spPr/>
      <dgm:t>
        <a:bodyPr/>
        <a:lstStyle/>
        <a:p>
          <a:pPr>
            <a:defRPr b="1"/>
          </a:pPr>
          <a:r>
            <a:rPr lang="fr-FR" b="1"/>
            <a:t>Mise en oeuvre</a:t>
          </a:r>
          <a:r>
            <a:rPr lang="fr-FR"/>
            <a:t> :</a:t>
          </a:r>
          <a:endParaRPr lang="en-US"/>
        </a:p>
      </dgm:t>
    </dgm:pt>
    <dgm:pt modelId="{3EF6699F-5793-4C8C-898C-0F56FEB3FCA1}" type="parTrans" cxnId="{0F482DE7-6935-4FAC-8C5D-A55BBB72D74B}">
      <dgm:prSet/>
      <dgm:spPr/>
      <dgm:t>
        <a:bodyPr/>
        <a:lstStyle/>
        <a:p>
          <a:endParaRPr lang="en-US"/>
        </a:p>
      </dgm:t>
    </dgm:pt>
    <dgm:pt modelId="{187A986A-5A8E-40C3-BE51-7C73759543C5}" type="sibTrans" cxnId="{0F482DE7-6935-4FAC-8C5D-A55BBB72D74B}">
      <dgm:prSet/>
      <dgm:spPr/>
      <dgm:t>
        <a:bodyPr/>
        <a:lstStyle/>
        <a:p>
          <a:endParaRPr lang="en-US"/>
        </a:p>
      </dgm:t>
    </dgm:pt>
    <dgm:pt modelId="{3268B1B9-0D0A-415E-9A50-636B493F8C0B}">
      <dgm:prSet/>
      <dgm:spPr/>
      <dgm:t>
        <a:bodyPr/>
        <a:lstStyle/>
        <a:p>
          <a:r>
            <a:rPr lang="fr-FR"/>
            <a:t>Réaliser une évaluation personnalisée des besoins pour adapter les interventions.</a:t>
          </a:r>
          <a:endParaRPr lang="en-US"/>
        </a:p>
      </dgm:t>
    </dgm:pt>
    <dgm:pt modelId="{007EAB0C-A845-4BA1-A031-A7370C5B9FFD}" type="parTrans" cxnId="{D059B4CC-EF08-4990-BEF2-1D64DC2D7BEB}">
      <dgm:prSet/>
      <dgm:spPr/>
      <dgm:t>
        <a:bodyPr/>
        <a:lstStyle/>
        <a:p>
          <a:endParaRPr lang="en-US"/>
        </a:p>
      </dgm:t>
    </dgm:pt>
    <dgm:pt modelId="{2C0AAF5C-FF85-447C-80CE-0B471AABE8F5}" type="sibTrans" cxnId="{D059B4CC-EF08-4990-BEF2-1D64DC2D7BEB}">
      <dgm:prSet/>
      <dgm:spPr/>
      <dgm:t>
        <a:bodyPr/>
        <a:lstStyle/>
        <a:p>
          <a:endParaRPr lang="en-US"/>
        </a:p>
      </dgm:t>
    </dgm:pt>
    <dgm:pt modelId="{31096C64-F4C7-40E6-B68D-631C6985ED88}">
      <dgm:prSet/>
      <dgm:spPr/>
      <dgm:t>
        <a:bodyPr/>
        <a:lstStyle/>
        <a:p>
          <a:r>
            <a:rPr lang="fr-FR" dirty="0"/>
            <a:t>Écouter activement les bénéficiaires pour comprendre leurs besoins , priorités pour leur offrir un accompagnement sur mesure.</a:t>
          </a:r>
          <a:br>
            <a:rPr lang="fr-FR" dirty="0"/>
          </a:br>
          <a:r>
            <a:rPr lang="fr-FR" dirty="0"/>
            <a:t>(Fiche besoin client/bloc note)</a:t>
          </a:r>
          <a:endParaRPr lang="en-US" dirty="0"/>
        </a:p>
      </dgm:t>
    </dgm:pt>
    <dgm:pt modelId="{6BBED85E-90A9-4458-BEB3-FB8C82950976}" type="parTrans" cxnId="{E4405058-475B-4F83-AFD2-751986855C61}">
      <dgm:prSet/>
      <dgm:spPr/>
      <dgm:t>
        <a:bodyPr/>
        <a:lstStyle/>
        <a:p>
          <a:endParaRPr lang="en-US"/>
        </a:p>
      </dgm:t>
    </dgm:pt>
    <dgm:pt modelId="{91BF3F9E-2054-4952-9E34-DCC6025AA97F}" type="sibTrans" cxnId="{E4405058-475B-4F83-AFD2-751986855C61}">
      <dgm:prSet/>
      <dgm:spPr/>
      <dgm:t>
        <a:bodyPr/>
        <a:lstStyle/>
        <a:p>
          <a:endParaRPr lang="en-US"/>
        </a:p>
      </dgm:t>
    </dgm:pt>
    <dgm:pt modelId="{D8A4D9B6-56F4-4EC1-A495-A7782BCDD8F2}" type="pres">
      <dgm:prSet presAssocID="{C316D7A9-46A3-4A4A-89A1-39AF4CEBCFDA}" presName="root" presStyleCnt="0">
        <dgm:presLayoutVars>
          <dgm:dir/>
          <dgm:resizeHandles val="exact"/>
        </dgm:presLayoutVars>
      </dgm:prSet>
      <dgm:spPr/>
    </dgm:pt>
    <dgm:pt modelId="{979693F9-8E9E-4738-85B6-B3FD3EBEAFA3}" type="pres">
      <dgm:prSet presAssocID="{824549F1-3DCE-4A0A-A7E2-27953777EB7E}" presName="compNode" presStyleCnt="0"/>
      <dgm:spPr/>
    </dgm:pt>
    <dgm:pt modelId="{CE6B5F64-3CDB-4C75-AABB-0CB37DBB24D2}" type="pres">
      <dgm:prSet presAssocID="{824549F1-3DCE-4A0A-A7E2-27953777EB7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tilisateurs"/>
        </a:ext>
      </dgm:extLst>
    </dgm:pt>
    <dgm:pt modelId="{A7E970EF-6F66-4F9D-8170-02F4285BA256}" type="pres">
      <dgm:prSet presAssocID="{824549F1-3DCE-4A0A-A7E2-27953777EB7E}" presName="iconSpace" presStyleCnt="0"/>
      <dgm:spPr/>
    </dgm:pt>
    <dgm:pt modelId="{ED5F360A-1C7F-45BC-9990-0D2A30724A03}" type="pres">
      <dgm:prSet presAssocID="{824549F1-3DCE-4A0A-A7E2-27953777EB7E}" presName="parTx" presStyleLbl="revTx" presStyleIdx="0" presStyleCnt="4">
        <dgm:presLayoutVars>
          <dgm:chMax val="0"/>
          <dgm:chPref val="0"/>
        </dgm:presLayoutVars>
      </dgm:prSet>
      <dgm:spPr/>
    </dgm:pt>
    <dgm:pt modelId="{6D0D11E8-84B2-4D00-85E4-D5AE8DD5B349}" type="pres">
      <dgm:prSet presAssocID="{824549F1-3DCE-4A0A-A7E2-27953777EB7E}" presName="txSpace" presStyleCnt="0"/>
      <dgm:spPr/>
    </dgm:pt>
    <dgm:pt modelId="{1EA6F89E-0BF8-4B91-B6B1-B718C4C8E93D}" type="pres">
      <dgm:prSet presAssocID="{824549F1-3DCE-4A0A-A7E2-27953777EB7E}" presName="desTx" presStyleLbl="revTx" presStyleIdx="1" presStyleCnt="4">
        <dgm:presLayoutVars/>
      </dgm:prSet>
      <dgm:spPr/>
    </dgm:pt>
    <dgm:pt modelId="{9D0EA368-D054-4291-8255-B7119CC02CFF}" type="pres">
      <dgm:prSet presAssocID="{AD5D4085-03B5-4A61-B8AF-79C9D5005C0D}" presName="sibTrans" presStyleCnt="0"/>
      <dgm:spPr/>
    </dgm:pt>
    <dgm:pt modelId="{54C1B461-C202-4197-BBC3-386A2FBBEF67}" type="pres">
      <dgm:prSet presAssocID="{DE1B209F-4D17-4C93-8EFE-A87DA0E206B4}" presName="compNode" presStyleCnt="0"/>
      <dgm:spPr/>
    </dgm:pt>
    <dgm:pt modelId="{DE34998E-5EBB-4695-B1F7-9B14D6BC2689}" type="pres">
      <dgm:prSet presAssocID="{DE1B209F-4D17-4C93-8EFE-A87DA0E206B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che"/>
        </a:ext>
      </dgm:extLst>
    </dgm:pt>
    <dgm:pt modelId="{26676D62-91ED-43AD-83C0-F0F86A4F0E08}" type="pres">
      <dgm:prSet presAssocID="{DE1B209F-4D17-4C93-8EFE-A87DA0E206B4}" presName="iconSpace" presStyleCnt="0"/>
      <dgm:spPr/>
    </dgm:pt>
    <dgm:pt modelId="{610489FD-295A-429E-8BA2-302724653424}" type="pres">
      <dgm:prSet presAssocID="{DE1B209F-4D17-4C93-8EFE-A87DA0E206B4}" presName="parTx" presStyleLbl="revTx" presStyleIdx="2" presStyleCnt="4">
        <dgm:presLayoutVars>
          <dgm:chMax val="0"/>
          <dgm:chPref val="0"/>
        </dgm:presLayoutVars>
      </dgm:prSet>
      <dgm:spPr/>
    </dgm:pt>
    <dgm:pt modelId="{29ACEBD6-5BAF-4632-A6B0-0D504B19CC61}" type="pres">
      <dgm:prSet presAssocID="{DE1B209F-4D17-4C93-8EFE-A87DA0E206B4}" presName="txSpace" presStyleCnt="0"/>
      <dgm:spPr/>
    </dgm:pt>
    <dgm:pt modelId="{9FEE70CF-2444-4C71-ABA6-8B3CF2833B07}" type="pres">
      <dgm:prSet presAssocID="{DE1B209F-4D17-4C93-8EFE-A87DA0E206B4}" presName="desTx" presStyleLbl="revTx" presStyleIdx="3" presStyleCnt="4">
        <dgm:presLayoutVars/>
      </dgm:prSet>
      <dgm:spPr/>
    </dgm:pt>
  </dgm:ptLst>
  <dgm:cxnLst>
    <dgm:cxn modelId="{E4405058-475B-4F83-AFD2-751986855C61}" srcId="{DE1B209F-4D17-4C93-8EFE-A87DA0E206B4}" destId="{31096C64-F4C7-40E6-B68D-631C6985ED88}" srcOrd="1" destOrd="0" parTransId="{6BBED85E-90A9-4458-BEB3-FB8C82950976}" sibTransId="{91BF3F9E-2054-4952-9E34-DCC6025AA97F}"/>
    <dgm:cxn modelId="{9C085F7E-CCF4-40CD-850A-09A0116FD33A}" type="presOf" srcId="{DE1B209F-4D17-4C93-8EFE-A87DA0E206B4}" destId="{610489FD-295A-429E-8BA2-302724653424}" srcOrd="0" destOrd="0" presId="urn:microsoft.com/office/officeart/2018/5/layout/CenteredIconLabelDescriptionList"/>
    <dgm:cxn modelId="{6C217481-4BF5-48B1-9014-70E6624102A3}" type="presOf" srcId="{31096C64-F4C7-40E6-B68D-631C6985ED88}" destId="{9FEE70CF-2444-4C71-ABA6-8B3CF2833B07}" srcOrd="0" destOrd="1" presId="urn:microsoft.com/office/officeart/2018/5/layout/CenteredIconLabelDescriptionList"/>
    <dgm:cxn modelId="{045BB981-D75D-4909-8E3C-DA165A889B81}" type="presOf" srcId="{824549F1-3DCE-4A0A-A7E2-27953777EB7E}" destId="{ED5F360A-1C7F-45BC-9990-0D2A30724A03}" srcOrd="0" destOrd="0" presId="urn:microsoft.com/office/officeart/2018/5/layout/CenteredIconLabelDescriptionList"/>
    <dgm:cxn modelId="{AF771F95-A56F-405F-8110-6424F5C4C5B8}" type="presOf" srcId="{C316D7A9-46A3-4A4A-89A1-39AF4CEBCFDA}" destId="{D8A4D9B6-56F4-4EC1-A495-A7782BCDD8F2}" srcOrd="0" destOrd="0" presId="urn:microsoft.com/office/officeart/2018/5/layout/CenteredIconLabelDescriptionList"/>
    <dgm:cxn modelId="{A58CD8C2-E7E9-4205-836D-732E8A1A8A0C}" type="presOf" srcId="{3268B1B9-0D0A-415E-9A50-636B493F8C0B}" destId="{9FEE70CF-2444-4C71-ABA6-8B3CF2833B07}" srcOrd="0" destOrd="0" presId="urn:microsoft.com/office/officeart/2018/5/layout/CenteredIconLabelDescriptionList"/>
    <dgm:cxn modelId="{D059B4CC-EF08-4990-BEF2-1D64DC2D7BEB}" srcId="{DE1B209F-4D17-4C93-8EFE-A87DA0E206B4}" destId="{3268B1B9-0D0A-415E-9A50-636B493F8C0B}" srcOrd="0" destOrd="0" parTransId="{007EAB0C-A845-4BA1-A031-A7370C5B9FFD}" sibTransId="{2C0AAF5C-FF85-447C-80CE-0B471AABE8F5}"/>
    <dgm:cxn modelId="{BECE21E7-DE75-48B4-9C38-EEC68FAEC2DD}" srcId="{C316D7A9-46A3-4A4A-89A1-39AF4CEBCFDA}" destId="{824549F1-3DCE-4A0A-A7E2-27953777EB7E}" srcOrd="0" destOrd="0" parTransId="{29D5857E-9294-42F5-9678-83546AA781CB}" sibTransId="{AD5D4085-03B5-4A61-B8AF-79C9D5005C0D}"/>
    <dgm:cxn modelId="{0F482DE7-6935-4FAC-8C5D-A55BBB72D74B}" srcId="{C316D7A9-46A3-4A4A-89A1-39AF4CEBCFDA}" destId="{DE1B209F-4D17-4C93-8EFE-A87DA0E206B4}" srcOrd="1" destOrd="0" parTransId="{3EF6699F-5793-4C8C-898C-0F56FEB3FCA1}" sibTransId="{187A986A-5A8E-40C3-BE51-7C73759543C5}"/>
    <dgm:cxn modelId="{B8BD4466-63F4-4444-8E39-7C6C5D4078EC}" type="presParOf" srcId="{D8A4D9B6-56F4-4EC1-A495-A7782BCDD8F2}" destId="{979693F9-8E9E-4738-85B6-B3FD3EBEAFA3}" srcOrd="0" destOrd="0" presId="urn:microsoft.com/office/officeart/2018/5/layout/CenteredIconLabelDescriptionList"/>
    <dgm:cxn modelId="{FBC27879-FE12-41CC-9A66-81F0063BCADD}" type="presParOf" srcId="{979693F9-8E9E-4738-85B6-B3FD3EBEAFA3}" destId="{CE6B5F64-3CDB-4C75-AABB-0CB37DBB24D2}" srcOrd="0" destOrd="0" presId="urn:microsoft.com/office/officeart/2018/5/layout/CenteredIconLabelDescriptionList"/>
    <dgm:cxn modelId="{B588D928-1706-4A32-BD79-7B17B805EAAC}" type="presParOf" srcId="{979693F9-8E9E-4738-85B6-B3FD3EBEAFA3}" destId="{A7E970EF-6F66-4F9D-8170-02F4285BA256}" srcOrd="1" destOrd="0" presId="urn:microsoft.com/office/officeart/2018/5/layout/CenteredIconLabelDescriptionList"/>
    <dgm:cxn modelId="{BDC7BB76-1382-44EA-9B9D-358A37925458}" type="presParOf" srcId="{979693F9-8E9E-4738-85B6-B3FD3EBEAFA3}" destId="{ED5F360A-1C7F-45BC-9990-0D2A30724A03}" srcOrd="2" destOrd="0" presId="urn:microsoft.com/office/officeart/2018/5/layout/CenteredIconLabelDescriptionList"/>
    <dgm:cxn modelId="{46B9D95E-BC48-4FAE-BD72-AF69890C3FAE}" type="presParOf" srcId="{979693F9-8E9E-4738-85B6-B3FD3EBEAFA3}" destId="{6D0D11E8-84B2-4D00-85E4-D5AE8DD5B349}" srcOrd="3" destOrd="0" presId="urn:microsoft.com/office/officeart/2018/5/layout/CenteredIconLabelDescriptionList"/>
    <dgm:cxn modelId="{DBF87542-3246-44D3-B6DC-46DBFAA0ACD7}" type="presParOf" srcId="{979693F9-8E9E-4738-85B6-B3FD3EBEAFA3}" destId="{1EA6F89E-0BF8-4B91-B6B1-B718C4C8E93D}" srcOrd="4" destOrd="0" presId="urn:microsoft.com/office/officeart/2018/5/layout/CenteredIconLabelDescriptionList"/>
    <dgm:cxn modelId="{04A10880-C51B-42E5-9CBC-E48247D52B2C}" type="presParOf" srcId="{D8A4D9B6-56F4-4EC1-A495-A7782BCDD8F2}" destId="{9D0EA368-D054-4291-8255-B7119CC02CFF}" srcOrd="1" destOrd="0" presId="urn:microsoft.com/office/officeart/2018/5/layout/CenteredIconLabelDescriptionList"/>
    <dgm:cxn modelId="{C96F4F53-2E20-40ED-92D2-2DE3F62C47D9}" type="presParOf" srcId="{D8A4D9B6-56F4-4EC1-A495-A7782BCDD8F2}" destId="{54C1B461-C202-4197-BBC3-386A2FBBEF67}" srcOrd="2" destOrd="0" presId="urn:microsoft.com/office/officeart/2018/5/layout/CenteredIconLabelDescriptionList"/>
    <dgm:cxn modelId="{3B0B9BCE-BDD9-4BB1-8154-A08B8E2BF86D}" type="presParOf" srcId="{54C1B461-C202-4197-BBC3-386A2FBBEF67}" destId="{DE34998E-5EBB-4695-B1F7-9B14D6BC2689}" srcOrd="0" destOrd="0" presId="urn:microsoft.com/office/officeart/2018/5/layout/CenteredIconLabelDescriptionList"/>
    <dgm:cxn modelId="{EE38D138-7800-4907-8B11-BB54CAADFFB7}" type="presParOf" srcId="{54C1B461-C202-4197-BBC3-386A2FBBEF67}" destId="{26676D62-91ED-43AD-83C0-F0F86A4F0E08}" srcOrd="1" destOrd="0" presId="urn:microsoft.com/office/officeart/2018/5/layout/CenteredIconLabelDescriptionList"/>
    <dgm:cxn modelId="{19399CD9-52B4-493C-9B7F-13DDC10C26C6}" type="presParOf" srcId="{54C1B461-C202-4197-BBC3-386A2FBBEF67}" destId="{610489FD-295A-429E-8BA2-302724653424}" srcOrd="2" destOrd="0" presId="urn:microsoft.com/office/officeart/2018/5/layout/CenteredIconLabelDescriptionList"/>
    <dgm:cxn modelId="{6D20F1EA-3992-489A-A7CA-9CA7CC5FBD80}" type="presParOf" srcId="{54C1B461-C202-4197-BBC3-386A2FBBEF67}" destId="{29ACEBD6-5BAF-4632-A6B0-0D504B19CC61}" srcOrd="3" destOrd="0" presId="urn:microsoft.com/office/officeart/2018/5/layout/CenteredIconLabelDescriptionList"/>
    <dgm:cxn modelId="{CAA154A6-5D4C-4233-80B1-83D7F8D98AB6}" type="presParOf" srcId="{54C1B461-C202-4197-BBC3-386A2FBBEF67}" destId="{9FEE70CF-2444-4C71-ABA6-8B3CF2833B07}"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6E8A014-BA9A-407E-AB2E-E6C952C4B18E}"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8555A82D-FBB7-404C-8D62-6D2CA203BD73}">
      <dgm:prSet/>
      <dgm:spPr/>
      <dgm:t>
        <a:bodyPr/>
        <a:lstStyle/>
        <a:p>
          <a:r>
            <a:rPr lang="fr-FR"/>
            <a:t>Pour garantir l'application de ces principes, plusieurs démarches doivent être mises en place :</a:t>
          </a:r>
          <a:endParaRPr lang="en-US"/>
        </a:p>
      </dgm:t>
    </dgm:pt>
    <dgm:pt modelId="{0BC634EF-DE9C-4707-8AFB-41821743500A}" type="parTrans" cxnId="{9B89F6E4-AB8D-4B41-B06E-8BF3D2A6E6E8}">
      <dgm:prSet/>
      <dgm:spPr/>
      <dgm:t>
        <a:bodyPr/>
        <a:lstStyle/>
        <a:p>
          <a:endParaRPr lang="en-US"/>
        </a:p>
      </dgm:t>
    </dgm:pt>
    <dgm:pt modelId="{AED7198E-B9EC-48E9-9E1E-47F8A6C51C3C}" type="sibTrans" cxnId="{9B89F6E4-AB8D-4B41-B06E-8BF3D2A6E6E8}">
      <dgm:prSet/>
      <dgm:spPr/>
      <dgm:t>
        <a:bodyPr/>
        <a:lstStyle/>
        <a:p>
          <a:endParaRPr lang="en-US"/>
        </a:p>
      </dgm:t>
    </dgm:pt>
    <dgm:pt modelId="{29F09DF9-B48C-4E2E-8081-15AF254BA338}">
      <dgm:prSet/>
      <dgm:spPr/>
      <dgm:t>
        <a:bodyPr/>
        <a:lstStyle/>
        <a:p>
          <a:r>
            <a:rPr lang="fr-FR" b="1"/>
            <a:t>Formation continue</a:t>
          </a:r>
          <a:r>
            <a:rPr lang="fr-FR"/>
            <a:t> : Sensibiliser les professionnels aux enjeux de la bientraitance et aux outils pratiques pour adapter leurs interventions.</a:t>
          </a:r>
          <a:endParaRPr lang="en-US"/>
        </a:p>
      </dgm:t>
    </dgm:pt>
    <dgm:pt modelId="{FA81E1A0-2910-40AC-B832-9E405A494ACD}" type="parTrans" cxnId="{C0E06252-A18B-4E16-97E2-C24C5FA018A4}">
      <dgm:prSet/>
      <dgm:spPr/>
      <dgm:t>
        <a:bodyPr/>
        <a:lstStyle/>
        <a:p>
          <a:endParaRPr lang="en-US"/>
        </a:p>
      </dgm:t>
    </dgm:pt>
    <dgm:pt modelId="{65DCD5A3-B132-4D17-84AF-07661D09389E}" type="sibTrans" cxnId="{C0E06252-A18B-4E16-97E2-C24C5FA018A4}">
      <dgm:prSet/>
      <dgm:spPr/>
      <dgm:t>
        <a:bodyPr/>
        <a:lstStyle/>
        <a:p>
          <a:endParaRPr lang="en-US"/>
        </a:p>
      </dgm:t>
    </dgm:pt>
    <dgm:pt modelId="{1CD481E1-5956-4373-9874-1D6318B60B70}">
      <dgm:prSet/>
      <dgm:spPr/>
      <dgm:t>
        <a:bodyPr/>
        <a:lstStyle/>
        <a:p>
          <a:r>
            <a:rPr lang="fr-FR" b="1" dirty="0"/>
            <a:t>Supervision et accompagnement</a:t>
          </a:r>
          <a:r>
            <a:rPr lang="fr-FR" dirty="0"/>
            <a:t> : Organisateur de temps d'échanges réguliers pour analyser les pratiques, prévenir les dérives et maintenir une dynamique bienveillante.</a:t>
          </a:r>
          <a:endParaRPr lang="en-US" dirty="0"/>
        </a:p>
      </dgm:t>
    </dgm:pt>
    <dgm:pt modelId="{26A42E76-2916-4607-B4F1-496BC171BD81}" type="parTrans" cxnId="{09E37602-9FDE-4FCB-8AB2-9928155B29B6}">
      <dgm:prSet/>
      <dgm:spPr/>
      <dgm:t>
        <a:bodyPr/>
        <a:lstStyle/>
        <a:p>
          <a:endParaRPr lang="en-US"/>
        </a:p>
      </dgm:t>
    </dgm:pt>
    <dgm:pt modelId="{58F40780-4565-459F-80BF-012DBD44A704}" type="sibTrans" cxnId="{09E37602-9FDE-4FCB-8AB2-9928155B29B6}">
      <dgm:prSet/>
      <dgm:spPr/>
      <dgm:t>
        <a:bodyPr/>
        <a:lstStyle/>
        <a:p>
          <a:endParaRPr lang="en-US"/>
        </a:p>
      </dgm:t>
    </dgm:pt>
    <dgm:pt modelId="{15B5B5B5-E6FA-498D-AADF-79C303F6550E}" type="pres">
      <dgm:prSet presAssocID="{26E8A014-BA9A-407E-AB2E-E6C952C4B18E}" presName="linear" presStyleCnt="0">
        <dgm:presLayoutVars>
          <dgm:animLvl val="lvl"/>
          <dgm:resizeHandles val="exact"/>
        </dgm:presLayoutVars>
      </dgm:prSet>
      <dgm:spPr/>
    </dgm:pt>
    <dgm:pt modelId="{AFF64600-A8FF-45A7-9672-2D802E9CC1D1}" type="pres">
      <dgm:prSet presAssocID="{8555A82D-FBB7-404C-8D62-6D2CA203BD73}" presName="parentText" presStyleLbl="node1" presStyleIdx="0" presStyleCnt="3">
        <dgm:presLayoutVars>
          <dgm:chMax val="0"/>
          <dgm:bulletEnabled val="1"/>
        </dgm:presLayoutVars>
      </dgm:prSet>
      <dgm:spPr/>
    </dgm:pt>
    <dgm:pt modelId="{EBC72EA1-B971-40F3-ACE2-FD172554C40C}" type="pres">
      <dgm:prSet presAssocID="{AED7198E-B9EC-48E9-9E1E-47F8A6C51C3C}" presName="spacer" presStyleCnt="0"/>
      <dgm:spPr/>
    </dgm:pt>
    <dgm:pt modelId="{E0F3CDEF-B4F2-44A9-838C-B80C64BE2AA1}" type="pres">
      <dgm:prSet presAssocID="{29F09DF9-B48C-4E2E-8081-15AF254BA338}" presName="parentText" presStyleLbl="node1" presStyleIdx="1" presStyleCnt="3">
        <dgm:presLayoutVars>
          <dgm:chMax val="0"/>
          <dgm:bulletEnabled val="1"/>
        </dgm:presLayoutVars>
      </dgm:prSet>
      <dgm:spPr/>
    </dgm:pt>
    <dgm:pt modelId="{9CA045E6-F7AC-4A31-9103-8FB1BE785281}" type="pres">
      <dgm:prSet presAssocID="{65DCD5A3-B132-4D17-84AF-07661D09389E}" presName="spacer" presStyleCnt="0"/>
      <dgm:spPr/>
    </dgm:pt>
    <dgm:pt modelId="{C204D61F-F4EB-4E2F-853D-9E4C6672BA7B}" type="pres">
      <dgm:prSet presAssocID="{1CD481E1-5956-4373-9874-1D6318B60B70}" presName="parentText" presStyleLbl="node1" presStyleIdx="2" presStyleCnt="3">
        <dgm:presLayoutVars>
          <dgm:chMax val="0"/>
          <dgm:bulletEnabled val="1"/>
        </dgm:presLayoutVars>
      </dgm:prSet>
      <dgm:spPr/>
    </dgm:pt>
  </dgm:ptLst>
  <dgm:cxnLst>
    <dgm:cxn modelId="{09E37602-9FDE-4FCB-8AB2-9928155B29B6}" srcId="{26E8A014-BA9A-407E-AB2E-E6C952C4B18E}" destId="{1CD481E1-5956-4373-9874-1D6318B60B70}" srcOrd="2" destOrd="0" parTransId="{26A42E76-2916-4607-B4F1-496BC171BD81}" sibTransId="{58F40780-4565-459F-80BF-012DBD44A704}"/>
    <dgm:cxn modelId="{8925431D-4D66-4926-BF6D-BCDB09EEE303}" type="presOf" srcId="{1CD481E1-5956-4373-9874-1D6318B60B70}" destId="{C204D61F-F4EB-4E2F-853D-9E4C6672BA7B}" srcOrd="0" destOrd="0" presId="urn:microsoft.com/office/officeart/2005/8/layout/vList2"/>
    <dgm:cxn modelId="{B0AB0223-5794-4C21-85C8-74A234022C2D}" type="presOf" srcId="{29F09DF9-B48C-4E2E-8081-15AF254BA338}" destId="{E0F3CDEF-B4F2-44A9-838C-B80C64BE2AA1}" srcOrd="0" destOrd="0" presId="urn:microsoft.com/office/officeart/2005/8/layout/vList2"/>
    <dgm:cxn modelId="{C0E06252-A18B-4E16-97E2-C24C5FA018A4}" srcId="{26E8A014-BA9A-407E-AB2E-E6C952C4B18E}" destId="{29F09DF9-B48C-4E2E-8081-15AF254BA338}" srcOrd="1" destOrd="0" parTransId="{FA81E1A0-2910-40AC-B832-9E405A494ACD}" sibTransId="{65DCD5A3-B132-4D17-84AF-07661D09389E}"/>
    <dgm:cxn modelId="{9C6B8A9B-2A90-4A7C-985B-606CBDB6123C}" type="presOf" srcId="{8555A82D-FBB7-404C-8D62-6D2CA203BD73}" destId="{AFF64600-A8FF-45A7-9672-2D802E9CC1D1}" srcOrd="0" destOrd="0" presId="urn:microsoft.com/office/officeart/2005/8/layout/vList2"/>
    <dgm:cxn modelId="{5472BBCB-0314-4D16-888C-02756DBEA48E}" type="presOf" srcId="{26E8A014-BA9A-407E-AB2E-E6C952C4B18E}" destId="{15B5B5B5-E6FA-498D-AADF-79C303F6550E}" srcOrd="0" destOrd="0" presId="urn:microsoft.com/office/officeart/2005/8/layout/vList2"/>
    <dgm:cxn modelId="{9B89F6E4-AB8D-4B41-B06E-8BF3D2A6E6E8}" srcId="{26E8A014-BA9A-407E-AB2E-E6C952C4B18E}" destId="{8555A82D-FBB7-404C-8D62-6D2CA203BD73}" srcOrd="0" destOrd="0" parTransId="{0BC634EF-DE9C-4707-8AFB-41821743500A}" sibTransId="{AED7198E-B9EC-48E9-9E1E-47F8A6C51C3C}"/>
    <dgm:cxn modelId="{6F6AE053-F63D-42B7-B854-AA4D0DDDF8F4}" type="presParOf" srcId="{15B5B5B5-E6FA-498D-AADF-79C303F6550E}" destId="{AFF64600-A8FF-45A7-9672-2D802E9CC1D1}" srcOrd="0" destOrd="0" presId="urn:microsoft.com/office/officeart/2005/8/layout/vList2"/>
    <dgm:cxn modelId="{33BAA33D-20F7-4023-ADB9-5A4CFFE4A8D4}" type="presParOf" srcId="{15B5B5B5-E6FA-498D-AADF-79C303F6550E}" destId="{EBC72EA1-B971-40F3-ACE2-FD172554C40C}" srcOrd="1" destOrd="0" presId="urn:microsoft.com/office/officeart/2005/8/layout/vList2"/>
    <dgm:cxn modelId="{123786B1-821B-4D70-A13F-FD8F143EF0BD}" type="presParOf" srcId="{15B5B5B5-E6FA-498D-AADF-79C303F6550E}" destId="{E0F3CDEF-B4F2-44A9-838C-B80C64BE2AA1}" srcOrd="2" destOrd="0" presId="urn:microsoft.com/office/officeart/2005/8/layout/vList2"/>
    <dgm:cxn modelId="{0BE96251-B58B-48D6-8FE1-2DEE07E908B6}" type="presParOf" srcId="{15B5B5B5-E6FA-498D-AADF-79C303F6550E}" destId="{9CA045E6-F7AC-4A31-9103-8FB1BE785281}" srcOrd="3" destOrd="0" presId="urn:microsoft.com/office/officeart/2005/8/layout/vList2"/>
    <dgm:cxn modelId="{2F533CF8-CBA5-4E1D-A588-E77E8468AA60}" type="presParOf" srcId="{15B5B5B5-E6FA-498D-AADF-79C303F6550E}" destId="{C204D61F-F4EB-4E2F-853D-9E4C6672BA7B}"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C282A13-2554-41FC-B131-DFCC29CCB626}"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16568C20-1C05-4B98-89F4-85AE23359055}">
      <dgm:prSet/>
      <dgm:spPr/>
      <dgm:t>
        <a:bodyPr/>
        <a:lstStyle/>
        <a:p>
          <a:r>
            <a:rPr lang="fr-FR" dirty="0"/>
            <a:t>Oublier ou négliger de soins de répondre à un besoin vital (nourriture, hydratation).</a:t>
          </a:r>
          <a:endParaRPr lang="en-US" dirty="0"/>
        </a:p>
      </dgm:t>
    </dgm:pt>
    <dgm:pt modelId="{39798B58-4826-4045-BF8F-A80C339C4132}" type="parTrans" cxnId="{E62B9CE2-896C-4A19-991D-5C5CEBC74BEA}">
      <dgm:prSet/>
      <dgm:spPr/>
      <dgm:t>
        <a:bodyPr/>
        <a:lstStyle/>
        <a:p>
          <a:endParaRPr lang="en-US"/>
        </a:p>
      </dgm:t>
    </dgm:pt>
    <dgm:pt modelId="{E097AACC-36DB-41B6-9797-1BFDF7B78697}" type="sibTrans" cxnId="{E62B9CE2-896C-4A19-991D-5C5CEBC74BEA}">
      <dgm:prSet/>
      <dgm:spPr/>
      <dgm:t>
        <a:bodyPr/>
        <a:lstStyle/>
        <a:p>
          <a:endParaRPr lang="en-US"/>
        </a:p>
      </dgm:t>
    </dgm:pt>
    <dgm:pt modelId="{B410F81C-8FC6-4610-931E-131584C8CEF1}">
      <dgm:prSet/>
      <dgm:spPr/>
      <dgm:t>
        <a:bodyPr/>
        <a:lstStyle/>
        <a:p>
          <a:r>
            <a:rPr lang="fr-FR" dirty="0"/>
            <a:t>Laisser une personne en situation d'inconfort ou de douleur.</a:t>
          </a:r>
          <a:endParaRPr lang="en-US" dirty="0"/>
        </a:p>
      </dgm:t>
    </dgm:pt>
    <dgm:pt modelId="{DD6EC711-35B6-4840-89C0-31581DE63CE4}" type="parTrans" cxnId="{855D4F9D-C872-4460-AAEF-76894F725B40}">
      <dgm:prSet/>
      <dgm:spPr/>
      <dgm:t>
        <a:bodyPr/>
        <a:lstStyle/>
        <a:p>
          <a:endParaRPr lang="en-US"/>
        </a:p>
      </dgm:t>
    </dgm:pt>
    <dgm:pt modelId="{70CBB3B9-7E58-4599-B601-3AA7A01E64B9}" type="sibTrans" cxnId="{855D4F9D-C872-4460-AAEF-76894F725B40}">
      <dgm:prSet/>
      <dgm:spPr/>
      <dgm:t>
        <a:bodyPr/>
        <a:lstStyle/>
        <a:p>
          <a:endParaRPr lang="en-US"/>
        </a:p>
      </dgm:t>
    </dgm:pt>
    <dgm:pt modelId="{CC0DF484-289E-403C-898D-F0E3ECB4CF61}">
      <dgm:prSet/>
      <dgm:spPr/>
      <dgm:t>
        <a:bodyPr/>
        <a:lstStyle/>
        <a:p>
          <a:r>
            <a:rPr lang="fr-FR" dirty="0"/>
            <a:t>Ne pas surveiller l'état de santé d'un bénéficiaire, entraînant une aggravation de sa condition.</a:t>
          </a:r>
          <a:endParaRPr lang="en-US" dirty="0"/>
        </a:p>
      </dgm:t>
    </dgm:pt>
    <dgm:pt modelId="{816FD0FF-6AB8-42C4-B3B4-3FEDD3AAD88E}" type="parTrans" cxnId="{68466DD4-3A8E-436A-B14B-5480FAFDB51C}">
      <dgm:prSet/>
      <dgm:spPr/>
      <dgm:t>
        <a:bodyPr/>
        <a:lstStyle/>
        <a:p>
          <a:endParaRPr lang="en-US"/>
        </a:p>
      </dgm:t>
    </dgm:pt>
    <dgm:pt modelId="{A2737BDA-BCE2-4802-A3BA-745F29341F0D}" type="sibTrans" cxnId="{68466DD4-3A8E-436A-B14B-5480FAFDB51C}">
      <dgm:prSet/>
      <dgm:spPr/>
      <dgm:t>
        <a:bodyPr/>
        <a:lstStyle/>
        <a:p>
          <a:endParaRPr lang="en-US"/>
        </a:p>
      </dgm:t>
    </dgm:pt>
    <dgm:pt modelId="{94D8611B-200E-438B-B4C7-9BB92846B9FB}">
      <dgm:prSet/>
      <dgm:spPr/>
      <dgm:t>
        <a:bodyPr/>
        <a:lstStyle/>
        <a:p>
          <a:r>
            <a:rPr lang="fr-FR" dirty="0"/>
            <a:t>Ne pas aider une personne à maintenir des liens sociaux, ce qui peut conduire à un isolement involontaire.</a:t>
          </a:r>
          <a:endParaRPr lang="en-US" dirty="0"/>
        </a:p>
      </dgm:t>
    </dgm:pt>
    <dgm:pt modelId="{B6E20CC6-3060-46B1-B5AF-2A2E1E8FB41C}" type="parTrans" cxnId="{C4877ECC-ECFA-4D05-A45F-6891F10E7EE2}">
      <dgm:prSet/>
      <dgm:spPr/>
      <dgm:t>
        <a:bodyPr/>
        <a:lstStyle/>
        <a:p>
          <a:endParaRPr lang="en-US"/>
        </a:p>
      </dgm:t>
    </dgm:pt>
    <dgm:pt modelId="{5AEAD036-3CED-4846-8F44-3132DC831FC5}" type="sibTrans" cxnId="{C4877ECC-ECFA-4D05-A45F-6891F10E7EE2}">
      <dgm:prSet/>
      <dgm:spPr/>
      <dgm:t>
        <a:bodyPr/>
        <a:lstStyle/>
        <a:p>
          <a:endParaRPr lang="en-US"/>
        </a:p>
      </dgm:t>
    </dgm:pt>
    <dgm:pt modelId="{EED0DDD6-B5A6-4392-8956-284C905C977B}" type="pres">
      <dgm:prSet presAssocID="{1C282A13-2554-41FC-B131-DFCC29CCB626}" presName="diagram" presStyleCnt="0">
        <dgm:presLayoutVars>
          <dgm:dir/>
          <dgm:resizeHandles val="exact"/>
        </dgm:presLayoutVars>
      </dgm:prSet>
      <dgm:spPr/>
    </dgm:pt>
    <dgm:pt modelId="{7176C4B0-3BFC-41DE-AE27-815F39964DFF}" type="pres">
      <dgm:prSet presAssocID="{16568C20-1C05-4B98-89F4-85AE23359055}" presName="node" presStyleLbl="node1" presStyleIdx="0" presStyleCnt="4" custScaleX="18356" custScaleY="21416" custLinFactNeighborX="1830" custLinFactNeighborY="-13583">
        <dgm:presLayoutVars>
          <dgm:bulletEnabled val="1"/>
        </dgm:presLayoutVars>
      </dgm:prSet>
      <dgm:spPr/>
    </dgm:pt>
    <dgm:pt modelId="{5AE38CDC-6D7B-497F-85DD-58D3CFDE7C44}" type="pres">
      <dgm:prSet presAssocID="{E097AACC-36DB-41B6-9797-1BFDF7B78697}" presName="sibTrans" presStyleCnt="0"/>
      <dgm:spPr/>
    </dgm:pt>
    <dgm:pt modelId="{FDC2B660-3D9C-48C4-87AD-E3A8A2115279}" type="pres">
      <dgm:prSet presAssocID="{B410F81C-8FC6-4610-931E-131584C8CEF1}" presName="node" presStyleLbl="node1" presStyleIdx="1" presStyleCnt="4" custScaleX="18356" custScaleY="21416" custLinFactNeighborX="-5984" custLinFactNeighborY="-13583">
        <dgm:presLayoutVars>
          <dgm:bulletEnabled val="1"/>
        </dgm:presLayoutVars>
      </dgm:prSet>
      <dgm:spPr/>
    </dgm:pt>
    <dgm:pt modelId="{ACA0E853-5F2A-4FA9-BE36-3F41B75DD3E0}" type="pres">
      <dgm:prSet presAssocID="{70CBB3B9-7E58-4599-B601-3AA7A01E64B9}" presName="sibTrans" presStyleCnt="0"/>
      <dgm:spPr/>
    </dgm:pt>
    <dgm:pt modelId="{88C0D965-9F6D-4866-B551-D773069F477F}" type="pres">
      <dgm:prSet presAssocID="{CC0DF484-289E-403C-898D-F0E3ECB4CF61}" presName="node" presStyleLbl="node1" presStyleIdx="2" presStyleCnt="4" custScaleX="18356" custScaleY="21416" custLinFactNeighborX="-13249" custLinFactNeighborY="-13583">
        <dgm:presLayoutVars>
          <dgm:bulletEnabled val="1"/>
        </dgm:presLayoutVars>
      </dgm:prSet>
      <dgm:spPr/>
    </dgm:pt>
    <dgm:pt modelId="{7F86506B-4543-4FAD-8022-001D2AF6B3C5}" type="pres">
      <dgm:prSet presAssocID="{A2737BDA-BCE2-4802-A3BA-745F29341F0D}" presName="sibTrans" presStyleCnt="0"/>
      <dgm:spPr/>
    </dgm:pt>
    <dgm:pt modelId="{3B168A13-05F8-4230-9219-4FEC2DCB653E}" type="pres">
      <dgm:prSet presAssocID="{94D8611B-200E-438B-B4C7-9BB92846B9FB}" presName="node" presStyleLbl="node1" presStyleIdx="3" presStyleCnt="4" custScaleX="18356" custScaleY="21416" custLinFactNeighborX="-19837" custLinFactNeighborY="-13583">
        <dgm:presLayoutVars>
          <dgm:bulletEnabled val="1"/>
        </dgm:presLayoutVars>
      </dgm:prSet>
      <dgm:spPr/>
    </dgm:pt>
  </dgm:ptLst>
  <dgm:cxnLst>
    <dgm:cxn modelId="{7A06561E-A94B-49BD-BFD1-C18DAB79DCC4}" type="presOf" srcId="{94D8611B-200E-438B-B4C7-9BB92846B9FB}" destId="{3B168A13-05F8-4230-9219-4FEC2DCB653E}" srcOrd="0" destOrd="0" presId="urn:microsoft.com/office/officeart/2005/8/layout/default"/>
    <dgm:cxn modelId="{E8FE8D2D-5677-4EAC-AD54-BEE7696648E1}" type="presOf" srcId="{16568C20-1C05-4B98-89F4-85AE23359055}" destId="{7176C4B0-3BFC-41DE-AE27-815F39964DFF}" srcOrd="0" destOrd="0" presId="urn:microsoft.com/office/officeart/2005/8/layout/default"/>
    <dgm:cxn modelId="{CBF4153F-F467-4049-A7D5-A1EEA98CD576}" type="presOf" srcId="{1C282A13-2554-41FC-B131-DFCC29CCB626}" destId="{EED0DDD6-B5A6-4392-8956-284C905C977B}" srcOrd="0" destOrd="0" presId="urn:microsoft.com/office/officeart/2005/8/layout/default"/>
    <dgm:cxn modelId="{50107150-CF32-483F-A7D4-0BC2FB80ACEF}" type="presOf" srcId="{CC0DF484-289E-403C-898D-F0E3ECB4CF61}" destId="{88C0D965-9F6D-4866-B551-D773069F477F}" srcOrd="0" destOrd="0" presId="urn:microsoft.com/office/officeart/2005/8/layout/default"/>
    <dgm:cxn modelId="{855D4F9D-C872-4460-AAEF-76894F725B40}" srcId="{1C282A13-2554-41FC-B131-DFCC29CCB626}" destId="{B410F81C-8FC6-4610-931E-131584C8CEF1}" srcOrd="1" destOrd="0" parTransId="{DD6EC711-35B6-4840-89C0-31581DE63CE4}" sibTransId="{70CBB3B9-7E58-4599-B601-3AA7A01E64B9}"/>
    <dgm:cxn modelId="{DB5D84B3-1E1B-415E-A972-C82E215A716C}" type="presOf" srcId="{B410F81C-8FC6-4610-931E-131584C8CEF1}" destId="{FDC2B660-3D9C-48C4-87AD-E3A8A2115279}" srcOrd="0" destOrd="0" presId="urn:microsoft.com/office/officeart/2005/8/layout/default"/>
    <dgm:cxn modelId="{C4877ECC-ECFA-4D05-A45F-6891F10E7EE2}" srcId="{1C282A13-2554-41FC-B131-DFCC29CCB626}" destId="{94D8611B-200E-438B-B4C7-9BB92846B9FB}" srcOrd="3" destOrd="0" parTransId="{B6E20CC6-3060-46B1-B5AF-2A2E1E8FB41C}" sibTransId="{5AEAD036-3CED-4846-8F44-3132DC831FC5}"/>
    <dgm:cxn modelId="{68466DD4-3A8E-436A-B14B-5480FAFDB51C}" srcId="{1C282A13-2554-41FC-B131-DFCC29CCB626}" destId="{CC0DF484-289E-403C-898D-F0E3ECB4CF61}" srcOrd="2" destOrd="0" parTransId="{816FD0FF-6AB8-42C4-B3B4-3FEDD3AAD88E}" sibTransId="{A2737BDA-BCE2-4802-A3BA-745F29341F0D}"/>
    <dgm:cxn modelId="{E62B9CE2-896C-4A19-991D-5C5CEBC74BEA}" srcId="{1C282A13-2554-41FC-B131-DFCC29CCB626}" destId="{16568C20-1C05-4B98-89F4-85AE23359055}" srcOrd="0" destOrd="0" parTransId="{39798B58-4826-4045-BF8F-A80C339C4132}" sibTransId="{E097AACC-36DB-41B6-9797-1BFDF7B78697}"/>
    <dgm:cxn modelId="{771B2745-3B6E-4DC8-B9E0-55AB4F523335}" type="presParOf" srcId="{EED0DDD6-B5A6-4392-8956-284C905C977B}" destId="{7176C4B0-3BFC-41DE-AE27-815F39964DFF}" srcOrd="0" destOrd="0" presId="urn:microsoft.com/office/officeart/2005/8/layout/default"/>
    <dgm:cxn modelId="{5879FBDA-25AF-4198-9890-6F3211F932FD}" type="presParOf" srcId="{EED0DDD6-B5A6-4392-8956-284C905C977B}" destId="{5AE38CDC-6D7B-497F-85DD-58D3CFDE7C44}" srcOrd="1" destOrd="0" presId="urn:microsoft.com/office/officeart/2005/8/layout/default"/>
    <dgm:cxn modelId="{F81633F4-2B18-49E6-BF5A-9F9049275B4E}" type="presParOf" srcId="{EED0DDD6-B5A6-4392-8956-284C905C977B}" destId="{FDC2B660-3D9C-48C4-87AD-E3A8A2115279}" srcOrd="2" destOrd="0" presId="urn:microsoft.com/office/officeart/2005/8/layout/default"/>
    <dgm:cxn modelId="{43B8392D-2707-4D66-9AD7-B79C442E376A}" type="presParOf" srcId="{EED0DDD6-B5A6-4392-8956-284C905C977B}" destId="{ACA0E853-5F2A-4FA9-BE36-3F41B75DD3E0}" srcOrd="3" destOrd="0" presId="urn:microsoft.com/office/officeart/2005/8/layout/default"/>
    <dgm:cxn modelId="{1CDDAF03-7608-4FA3-AE99-04CA2681BE77}" type="presParOf" srcId="{EED0DDD6-B5A6-4392-8956-284C905C977B}" destId="{88C0D965-9F6D-4866-B551-D773069F477F}" srcOrd="4" destOrd="0" presId="urn:microsoft.com/office/officeart/2005/8/layout/default"/>
    <dgm:cxn modelId="{76C46E21-A747-49A6-8A13-67AEC34ABE41}" type="presParOf" srcId="{EED0DDD6-B5A6-4392-8956-284C905C977B}" destId="{7F86506B-4543-4FAD-8022-001D2AF6B3C5}" srcOrd="5" destOrd="0" presId="urn:microsoft.com/office/officeart/2005/8/layout/default"/>
    <dgm:cxn modelId="{009C2372-8E6A-41DE-A655-90932F5C9720}" type="presParOf" srcId="{EED0DDD6-B5A6-4392-8956-284C905C977B}" destId="{3B168A13-05F8-4230-9219-4FEC2DCB653E}"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FDE0B97-A34C-44F9-A81F-017B79D20EF6}" type="doc">
      <dgm:prSet loTypeId="urn:microsoft.com/office/officeart/2005/8/layout/hierarchy1" loCatId="hierarchy" qsTypeId="urn:microsoft.com/office/officeart/2005/8/quickstyle/simple1" qsCatId="simple" csTypeId="urn:microsoft.com/office/officeart/2005/8/colors/accent2_2" csCatId="accent2"/>
      <dgm:spPr/>
      <dgm:t>
        <a:bodyPr/>
        <a:lstStyle/>
        <a:p>
          <a:endParaRPr lang="en-US"/>
        </a:p>
      </dgm:t>
    </dgm:pt>
    <dgm:pt modelId="{E196FC79-3F84-4F80-9135-AD061A07AA29}">
      <dgm:prSet/>
      <dgm:spPr/>
      <dgm:t>
        <a:bodyPr/>
        <a:lstStyle/>
        <a:p>
          <a:r>
            <a:rPr lang="fr-FR" b="1"/>
            <a:t>Pour la maltraitance active</a:t>
          </a:r>
          <a:r>
            <a:rPr lang="fr-FR"/>
            <a:t> : Former les professionnels à l'importance de la bientraitance, mettre en place des mécanismes d'alerte et renforcer les sanctions en cas de comportements inacceptables.</a:t>
          </a:r>
          <a:endParaRPr lang="en-US"/>
        </a:p>
      </dgm:t>
    </dgm:pt>
    <dgm:pt modelId="{1EDF4A13-327E-49A6-ADCE-DCB5FDC9BE79}" type="parTrans" cxnId="{09A5600D-396A-41CB-9775-2FBE6A6A318A}">
      <dgm:prSet/>
      <dgm:spPr/>
      <dgm:t>
        <a:bodyPr/>
        <a:lstStyle/>
        <a:p>
          <a:endParaRPr lang="en-US"/>
        </a:p>
      </dgm:t>
    </dgm:pt>
    <dgm:pt modelId="{3AC1439E-0162-47BB-8A93-E1CD0781BED6}" type="sibTrans" cxnId="{09A5600D-396A-41CB-9775-2FBE6A6A318A}">
      <dgm:prSet/>
      <dgm:spPr/>
      <dgm:t>
        <a:bodyPr/>
        <a:lstStyle/>
        <a:p>
          <a:endParaRPr lang="en-US"/>
        </a:p>
      </dgm:t>
    </dgm:pt>
    <dgm:pt modelId="{0B0D3AA4-6AF8-420E-B8C5-61DFBD4282CA}">
      <dgm:prSet/>
      <dgm:spPr/>
      <dgm:t>
        <a:bodyPr/>
        <a:lstStyle/>
        <a:p>
          <a:r>
            <a:rPr lang="fr-FR" b="1" dirty="0"/>
            <a:t>Pour la maltraitance passive</a:t>
          </a:r>
          <a:r>
            <a:rPr lang="fr-FR" dirty="0"/>
            <a:t> : Proposer des formations régulières, assurer un suivi des pratiques professionnelles, et garantir des ressources suffisantes pour répondre aux besoins des bénéficiaires.</a:t>
          </a:r>
          <a:endParaRPr lang="en-US" dirty="0"/>
        </a:p>
      </dgm:t>
    </dgm:pt>
    <dgm:pt modelId="{130D1AA9-5A0C-4A02-80D1-B841F7EA4A79}" type="parTrans" cxnId="{33316A81-7E30-428C-A3BA-88752D2F3A94}">
      <dgm:prSet/>
      <dgm:spPr/>
      <dgm:t>
        <a:bodyPr/>
        <a:lstStyle/>
        <a:p>
          <a:endParaRPr lang="en-US"/>
        </a:p>
      </dgm:t>
    </dgm:pt>
    <dgm:pt modelId="{AB62BEA9-EB53-4744-83FD-DCFCC02C57DE}" type="sibTrans" cxnId="{33316A81-7E30-428C-A3BA-88752D2F3A94}">
      <dgm:prSet/>
      <dgm:spPr/>
      <dgm:t>
        <a:bodyPr/>
        <a:lstStyle/>
        <a:p>
          <a:endParaRPr lang="en-US"/>
        </a:p>
      </dgm:t>
    </dgm:pt>
    <dgm:pt modelId="{264F5B75-609E-4245-AAEE-5A6A146982C8}" type="pres">
      <dgm:prSet presAssocID="{5FDE0B97-A34C-44F9-A81F-017B79D20EF6}" presName="hierChild1" presStyleCnt="0">
        <dgm:presLayoutVars>
          <dgm:chPref val="1"/>
          <dgm:dir/>
          <dgm:animOne val="branch"/>
          <dgm:animLvl val="lvl"/>
          <dgm:resizeHandles/>
        </dgm:presLayoutVars>
      </dgm:prSet>
      <dgm:spPr/>
    </dgm:pt>
    <dgm:pt modelId="{C707DF9E-83E7-4825-AEED-3EAAE6AB3370}" type="pres">
      <dgm:prSet presAssocID="{E196FC79-3F84-4F80-9135-AD061A07AA29}" presName="hierRoot1" presStyleCnt="0"/>
      <dgm:spPr/>
    </dgm:pt>
    <dgm:pt modelId="{AA9D27E5-1D5A-4A91-8DE4-2433F8FE9035}" type="pres">
      <dgm:prSet presAssocID="{E196FC79-3F84-4F80-9135-AD061A07AA29}" presName="composite" presStyleCnt="0"/>
      <dgm:spPr/>
    </dgm:pt>
    <dgm:pt modelId="{2CC92D57-8ECE-485C-89F3-74286A42777D}" type="pres">
      <dgm:prSet presAssocID="{E196FC79-3F84-4F80-9135-AD061A07AA29}" presName="background" presStyleLbl="node0" presStyleIdx="0" presStyleCnt="2"/>
      <dgm:spPr/>
    </dgm:pt>
    <dgm:pt modelId="{7D6AF196-CF71-495A-9CEB-6BE475BD96CB}" type="pres">
      <dgm:prSet presAssocID="{E196FC79-3F84-4F80-9135-AD061A07AA29}" presName="text" presStyleLbl="fgAcc0" presStyleIdx="0" presStyleCnt="2">
        <dgm:presLayoutVars>
          <dgm:chPref val="3"/>
        </dgm:presLayoutVars>
      </dgm:prSet>
      <dgm:spPr/>
    </dgm:pt>
    <dgm:pt modelId="{BF3282FF-49C1-46C7-AD36-2A30EFFE5734}" type="pres">
      <dgm:prSet presAssocID="{E196FC79-3F84-4F80-9135-AD061A07AA29}" presName="hierChild2" presStyleCnt="0"/>
      <dgm:spPr/>
    </dgm:pt>
    <dgm:pt modelId="{5620FDDB-6CE7-407C-B34D-9745B996CEC0}" type="pres">
      <dgm:prSet presAssocID="{0B0D3AA4-6AF8-420E-B8C5-61DFBD4282CA}" presName="hierRoot1" presStyleCnt="0"/>
      <dgm:spPr/>
    </dgm:pt>
    <dgm:pt modelId="{7EBA4972-8649-44BC-8456-8EA16EB9E497}" type="pres">
      <dgm:prSet presAssocID="{0B0D3AA4-6AF8-420E-B8C5-61DFBD4282CA}" presName="composite" presStyleCnt="0"/>
      <dgm:spPr/>
    </dgm:pt>
    <dgm:pt modelId="{ACA34CB9-EF25-4D72-8CE2-9AEDF8C93123}" type="pres">
      <dgm:prSet presAssocID="{0B0D3AA4-6AF8-420E-B8C5-61DFBD4282CA}" presName="background" presStyleLbl="node0" presStyleIdx="1" presStyleCnt="2"/>
      <dgm:spPr/>
    </dgm:pt>
    <dgm:pt modelId="{C8DD49B0-0341-4914-BC62-5F6D9677691A}" type="pres">
      <dgm:prSet presAssocID="{0B0D3AA4-6AF8-420E-B8C5-61DFBD4282CA}" presName="text" presStyleLbl="fgAcc0" presStyleIdx="1" presStyleCnt="2">
        <dgm:presLayoutVars>
          <dgm:chPref val="3"/>
        </dgm:presLayoutVars>
      </dgm:prSet>
      <dgm:spPr/>
    </dgm:pt>
    <dgm:pt modelId="{DEAFD4F0-8CDD-4F4A-9229-F27375D1C2FC}" type="pres">
      <dgm:prSet presAssocID="{0B0D3AA4-6AF8-420E-B8C5-61DFBD4282CA}" presName="hierChild2" presStyleCnt="0"/>
      <dgm:spPr/>
    </dgm:pt>
  </dgm:ptLst>
  <dgm:cxnLst>
    <dgm:cxn modelId="{09A5600D-396A-41CB-9775-2FBE6A6A318A}" srcId="{5FDE0B97-A34C-44F9-A81F-017B79D20EF6}" destId="{E196FC79-3F84-4F80-9135-AD061A07AA29}" srcOrd="0" destOrd="0" parTransId="{1EDF4A13-327E-49A6-ADCE-DCB5FDC9BE79}" sibTransId="{3AC1439E-0162-47BB-8A93-E1CD0781BED6}"/>
    <dgm:cxn modelId="{33316A81-7E30-428C-A3BA-88752D2F3A94}" srcId="{5FDE0B97-A34C-44F9-A81F-017B79D20EF6}" destId="{0B0D3AA4-6AF8-420E-B8C5-61DFBD4282CA}" srcOrd="1" destOrd="0" parTransId="{130D1AA9-5A0C-4A02-80D1-B841F7EA4A79}" sibTransId="{AB62BEA9-EB53-4744-83FD-DCFCC02C57DE}"/>
    <dgm:cxn modelId="{14CA329D-A248-45D2-8D87-842E66001426}" type="presOf" srcId="{5FDE0B97-A34C-44F9-A81F-017B79D20EF6}" destId="{264F5B75-609E-4245-AAEE-5A6A146982C8}" srcOrd="0" destOrd="0" presId="urn:microsoft.com/office/officeart/2005/8/layout/hierarchy1"/>
    <dgm:cxn modelId="{0C6142EE-B7CB-4EED-B8AB-56E4EF82CF46}" type="presOf" srcId="{E196FC79-3F84-4F80-9135-AD061A07AA29}" destId="{7D6AF196-CF71-495A-9CEB-6BE475BD96CB}" srcOrd="0" destOrd="0" presId="urn:microsoft.com/office/officeart/2005/8/layout/hierarchy1"/>
    <dgm:cxn modelId="{0FAE37FE-3065-43AF-BA29-C7EE28CBD272}" type="presOf" srcId="{0B0D3AA4-6AF8-420E-B8C5-61DFBD4282CA}" destId="{C8DD49B0-0341-4914-BC62-5F6D9677691A}" srcOrd="0" destOrd="0" presId="urn:microsoft.com/office/officeart/2005/8/layout/hierarchy1"/>
    <dgm:cxn modelId="{6C76A9E2-9D00-4A25-AE59-05AE5D27B5FE}" type="presParOf" srcId="{264F5B75-609E-4245-AAEE-5A6A146982C8}" destId="{C707DF9E-83E7-4825-AEED-3EAAE6AB3370}" srcOrd="0" destOrd="0" presId="urn:microsoft.com/office/officeart/2005/8/layout/hierarchy1"/>
    <dgm:cxn modelId="{AE5225C2-D2E2-4DF6-A49E-995C0BBD07CD}" type="presParOf" srcId="{C707DF9E-83E7-4825-AEED-3EAAE6AB3370}" destId="{AA9D27E5-1D5A-4A91-8DE4-2433F8FE9035}" srcOrd="0" destOrd="0" presId="urn:microsoft.com/office/officeart/2005/8/layout/hierarchy1"/>
    <dgm:cxn modelId="{0E9CE221-9940-4CCC-A57B-92A8530BE39C}" type="presParOf" srcId="{AA9D27E5-1D5A-4A91-8DE4-2433F8FE9035}" destId="{2CC92D57-8ECE-485C-89F3-74286A42777D}" srcOrd="0" destOrd="0" presId="urn:microsoft.com/office/officeart/2005/8/layout/hierarchy1"/>
    <dgm:cxn modelId="{A4138905-1C86-4FD0-9938-A8D1E1E39279}" type="presParOf" srcId="{AA9D27E5-1D5A-4A91-8DE4-2433F8FE9035}" destId="{7D6AF196-CF71-495A-9CEB-6BE475BD96CB}" srcOrd="1" destOrd="0" presId="urn:microsoft.com/office/officeart/2005/8/layout/hierarchy1"/>
    <dgm:cxn modelId="{7B64EC1F-FBB4-4EBD-948A-8D4466EBEC86}" type="presParOf" srcId="{C707DF9E-83E7-4825-AEED-3EAAE6AB3370}" destId="{BF3282FF-49C1-46C7-AD36-2A30EFFE5734}" srcOrd="1" destOrd="0" presId="urn:microsoft.com/office/officeart/2005/8/layout/hierarchy1"/>
    <dgm:cxn modelId="{5E1C62AC-96BC-4185-A41F-169523739B82}" type="presParOf" srcId="{264F5B75-609E-4245-AAEE-5A6A146982C8}" destId="{5620FDDB-6CE7-407C-B34D-9745B996CEC0}" srcOrd="1" destOrd="0" presId="urn:microsoft.com/office/officeart/2005/8/layout/hierarchy1"/>
    <dgm:cxn modelId="{EACA01B9-44F2-4FFA-BCD5-C47036002A68}" type="presParOf" srcId="{5620FDDB-6CE7-407C-B34D-9745B996CEC0}" destId="{7EBA4972-8649-44BC-8456-8EA16EB9E497}" srcOrd="0" destOrd="0" presId="urn:microsoft.com/office/officeart/2005/8/layout/hierarchy1"/>
    <dgm:cxn modelId="{5AD58195-84D5-4374-AEA8-9B0A5AC102F5}" type="presParOf" srcId="{7EBA4972-8649-44BC-8456-8EA16EB9E497}" destId="{ACA34CB9-EF25-4D72-8CE2-9AEDF8C93123}" srcOrd="0" destOrd="0" presId="urn:microsoft.com/office/officeart/2005/8/layout/hierarchy1"/>
    <dgm:cxn modelId="{88C22B65-712C-4753-A980-1809E09A03FA}" type="presParOf" srcId="{7EBA4972-8649-44BC-8456-8EA16EB9E497}" destId="{C8DD49B0-0341-4914-BC62-5F6D9677691A}" srcOrd="1" destOrd="0" presId="urn:microsoft.com/office/officeart/2005/8/layout/hierarchy1"/>
    <dgm:cxn modelId="{6CF9D2E7-1C12-40DA-ADD5-0A4E03DF50FD}" type="presParOf" srcId="{5620FDDB-6CE7-407C-B34D-9745B996CEC0}" destId="{DEAFD4F0-8CDD-4F4A-9229-F27375D1C2FC}"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C285439-08CE-4819-A640-9035D6D1D28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1D90CBE7-4170-4F9E-B647-C5F6F81E77FF}">
      <dgm:prSet/>
      <dgm:spPr/>
      <dgm:t>
        <a:bodyPr/>
        <a:lstStyle/>
        <a:p>
          <a:r>
            <a:rPr lang="fr-FR" b="1"/>
            <a:t>Auto-évaluation</a:t>
          </a:r>
          <a:endParaRPr lang="en-US"/>
        </a:p>
      </dgm:t>
    </dgm:pt>
    <dgm:pt modelId="{D5760304-BD67-4551-9663-930E03B2F2F3}" type="parTrans" cxnId="{2F05EC2E-9A24-451A-B9AD-4CB4EC400E66}">
      <dgm:prSet/>
      <dgm:spPr/>
      <dgm:t>
        <a:bodyPr/>
        <a:lstStyle/>
        <a:p>
          <a:endParaRPr lang="en-US"/>
        </a:p>
      </dgm:t>
    </dgm:pt>
    <dgm:pt modelId="{AD08F4F6-581D-4B5D-AD30-F6B3BA193064}" type="sibTrans" cxnId="{2F05EC2E-9A24-451A-B9AD-4CB4EC400E66}">
      <dgm:prSet/>
      <dgm:spPr/>
      <dgm:t>
        <a:bodyPr/>
        <a:lstStyle/>
        <a:p>
          <a:endParaRPr lang="en-US"/>
        </a:p>
      </dgm:t>
    </dgm:pt>
    <dgm:pt modelId="{931CB153-90C3-44D5-BD70-D9F70221C924}">
      <dgm:prSet/>
      <dgm:spPr/>
      <dgm:t>
        <a:bodyPr/>
        <a:lstStyle/>
        <a:p>
          <a:r>
            <a:rPr lang="fr-FR"/>
            <a:t>Réfléchir régulièrement sur sa posture professionnelle.</a:t>
          </a:r>
          <a:endParaRPr lang="en-US"/>
        </a:p>
      </dgm:t>
    </dgm:pt>
    <dgm:pt modelId="{D5D7BBC5-7237-4D28-8237-F6A274BBB09B}" type="parTrans" cxnId="{D107D6B2-5C76-44CD-9000-7E5AC8D3ECA5}">
      <dgm:prSet/>
      <dgm:spPr/>
      <dgm:t>
        <a:bodyPr/>
        <a:lstStyle/>
        <a:p>
          <a:endParaRPr lang="en-US"/>
        </a:p>
      </dgm:t>
    </dgm:pt>
    <dgm:pt modelId="{640CB182-280F-4464-BD79-E83E336E6A52}" type="sibTrans" cxnId="{D107D6B2-5C76-44CD-9000-7E5AC8D3ECA5}">
      <dgm:prSet/>
      <dgm:spPr/>
      <dgm:t>
        <a:bodyPr/>
        <a:lstStyle/>
        <a:p>
          <a:endParaRPr lang="en-US"/>
        </a:p>
      </dgm:t>
    </dgm:pt>
    <dgm:pt modelId="{D67FF000-EDD0-47D7-9A5A-69F66312498D}">
      <dgm:prSet/>
      <dgm:spPr/>
      <dgm:t>
        <a:bodyPr/>
        <a:lstStyle/>
        <a:p>
          <a:r>
            <a:rPr lang="fr-FR"/>
            <a:t>Questions clés : "Mon attitude respecte-t-elle les besoins et les droits de la personne ?"</a:t>
          </a:r>
          <a:endParaRPr lang="en-US"/>
        </a:p>
      </dgm:t>
    </dgm:pt>
    <dgm:pt modelId="{05C2162D-BBD0-41A4-BB9B-B42735055DCA}" type="parTrans" cxnId="{46A5E2C8-1CFF-4E29-B0C1-DBE21A6A6894}">
      <dgm:prSet/>
      <dgm:spPr/>
      <dgm:t>
        <a:bodyPr/>
        <a:lstStyle/>
        <a:p>
          <a:endParaRPr lang="en-US"/>
        </a:p>
      </dgm:t>
    </dgm:pt>
    <dgm:pt modelId="{B50EC3EC-12D2-46F3-8C06-3A967BBEB32D}" type="sibTrans" cxnId="{46A5E2C8-1CFF-4E29-B0C1-DBE21A6A6894}">
      <dgm:prSet/>
      <dgm:spPr/>
      <dgm:t>
        <a:bodyPr/>
        <a:lstStyle/>
        <a:p>
          <a:endParaRPr lang="en-US"/>
        </a:p>
      </dgm:t>
    </dgm:pt>
    <dgm:pt modelId="{FA7DADBE-DF60-4586-ABDB-DDD4ADF80430}">
      <dgm:prSet/>
      <dgm:spPr/>
      <dgm:t>
        <a:bodyPr/>
        <a:lstStyle/>
        <a:p>
          <a:r>
            <a:rPr lang="fr-FR" b="1"/>
            <a:t>Formation continue</a:t>
          </a:r>
          <a:endParaRPr lang="en-US"/>
        </a:p>
      </dgm:t>
    </dgm:pt>
    <dgm:pt modelId="{DBDC231B-89D8-4080-B56A-368B64621F69}" type="parTrans" cxnId="{D4E056A7-6353-4FE0-B27F-45E01CA62019}">
      <dgm:prSet/>
      <dgm:spPr/>
      <dgm:t>
        <a:bodyPr/>
        <a:lstStyle/>
        <a:p>
          <a:endParaRPr lang="en-US"/>
        </a:p>
      </dgm:t>
    </dgm:pt>
    <dgm:pt modelId="{EF69C95B-B8D2-4FDB-974D-00938ED1CDE4}" type="sibTrans" cxnId="{D4E056A7-6353-4FE0-B27F-45E01CA62019}">
      <dgm:prSet/>
      <dgm:spPr/>
      <dgm:t>
        <a:bodyPr/>
        <a:lstStyle/>
        <a:p>
          <a:endParaRPr lang="en-US"/>
        </a:p>
      </dgm:t>
    </dgm:pt>
    <dgm:pt modelId="{680C92D3-FD0C-4183-B26C-37564B347B6A}">
      <dgm:prSet/>
      <dgm:spPr/>
      <dgm:t>
        <a:bodyPr/>
        <a:lstStyle/>
        <a:p>
          <a:r>
            <a:rPr lang="fr-FR"/>
            <a:t>Participer à des formations pour développer ses compétences relationnelles et éthiques.</a:t>
          </a:r>
          <a:endParaRPr lang="en-US"/>
        </a:p>
      </dgm:t>
    </dgm:pt>
    <dgm:pt modelId="{C64B76CB-D8D4-4385-8D4D-919B34DA1CF2}" type="parTrans" cxnId="{7DFC2181-6909-4B32-B56F-10B93FDAB567}">
      <dgm:prSet/>
      <dgm:spPr/>
      <dgm:t>
        <a:bodyPr/>
        <a:lstStyle/>
        <a:p>
          <a:endParaRPr lang="en-US"/>
        </a:p>
      </dgm:t>
    </dgm:pt>
    <dgm:pt modelId="{44D24FB9-BBF7-4355-ABAD-A55004918088}" type="sibTrans" cxnId="{7DFC2181-6909-4B32-B56F-10B93FDAB567}">
      <dgm:prSet/>
      <dgm:spPr/>
      <dgm:t>
        <a:bodyPr/>
        <a:lstStyle/>
        <a:p>
          <a:endParaRPr lang="en-US"/>
        </a:p>
      </dgm:t>
    </dgm:pt>
    <dgm:pt modelId="{2FC2272B-2CD1-45D6-91F9-730C3206CE4D}">
      <dgm:prSet/>
      <dgm:spPr/>
      <dgm:t>
        <a:bodyPr/>
        <a:lstStyle/>
        <a:p>
          <a:r>
            <a:rPr lang="fr-FR" b="1"/>
            <a:t>Retour en équipe</a:t>
          </a:r>
          <a:endParaRPr lang="en-US"/>
        </a:p>
      </dgm:t>
    </dgm:pt>
    <dgm:pt modelId="{A3B5EBEF-B736-44DB-9076-F727BC6121C4}" type="parTrans" cxnId="{7C39D983-3DA6-4618-B5A1-92C6722A3694}">
      <dgm:prSet/>
      <dgm:spPr/>
      <dgm:t>
        <a:bodyPr/>
        <a:lstStyle/>
        <a:p>
          <a:endParaRPr lang="en-US"/>
        </a:p>
      </dgm:t>
    </dgm:pt>
    <dgm:pt modelId="{74C9FD14-2F11-4EDD-9234-5CB36D95AB06}" type="sibTrans" cxnId="{7C39D983-3DA6-4618-B5A1-92C6722A3694}">
      <dgm:prSet/>
      <dgm:spPr/>
      <dgm:t>
        <a:bodyPr/>
        <a:lstStyle/>
        <a:p>
          <a:endParaRPr lang="en-US"/>
        </a:p>
      </dgm:t>
    </dgm:pt>
    <dgm:pt modelId="{D4BC34B9-0EEC-48B8-AEAC-A9FF3CE1666C}">
      <dgm:prSet/>
      <dgm:spPr/>
      <dgm:t>
        <a:bodyPr/>
        <a:lstStyle/>
        <a:p>
          <a:r>
            <a:rPr lang="fr-FR"/>
            <a:t>Discuter des situations complexes avec ses collègues pour ajuster son positionnement.</a:t>
          </a:r>
          <a:endParaRPr lang="en-US"/>
        </a:p>
      </dgm:t>
    </dgm:pt>
    <dgm:pt modelId="{23531BFD-B4D7-408C-A4C9-F1CB8C05D4F7}" type="parTrans" cxnId="{6BCF569A-FF32-4248-9DFA-B716FA1039C7}">
      <dgm:prSet/>
      <dgm:spPr/>
      <dgm:t>
        <a:bodyPr/>
        <a:lstStyle/>
        <a:p>
          <a:endParaRPr lang="en-US"/>
        </a:p>
      </dgm:t>
    </dgm:pt>
    <dgm:pt modelId="{5BE2423B-DC4B-47A3-B788-B8A7E5E87689}" type="sibTrans" cxnId="{6BCF569A-FF32-4248-9DFA-B716FA1039C7}">
      <dgm:prSet/>
      <dgm:spPr/>
      <dgm:t>
        <a:bodyPr/>
        <a:lstStyle/>
        <a:p>
          <a:endParaRPr lang="en-US"/>
        </a:p>
      </dgm:t>
    </dgm:pt>
    <dgm:pt modelId="{EBADCAE8-5F9E-4D95-875E-4E5228154B03}">
      <dgm:prSet/>
      <dgm:spPr/>
      <dgm:t>
        <a:bodyPr/>
        <a:lstStyle/>
        <a:p>
          <a:r>
            <a:rPr lang="fr-FR" b="1"/>
            <a:t>Supervision</a:t>
          </a:r>
          <a:endParaRPr lang="en-US"/>
        </a:p>
      </dgm:t>
    </dgm:pt>
    <dgm:pt modelId="{BA6480A5-7AA0-480E-8012-18BAC2D63228}" type="parTrans" cxnId="{B6B7B387-2531-443C-8704-91D43B881213}">
      <dgm:prSet/>
      <dgm:spPr/>
      <dgm:t>
        <a:bodyPr/>
        <a:lstStyle/>
        <a:p>
          <a:endParaRPr lang="en-US"/>
        </a:p>
      </dgm:t>
    </dgm:pt>
    <dgm:pt modelId="{D3210B76-3443-4B8C-A8B8-5E8F8BCB1342}" type="sibTrans" cxnId="{B6B7B387-2531-443C-8704-91D43B881213}">
      <dgm:prSet/>
      <dgm:spPr/>
      <dgm:t>
        <a:bodyPr/>
        <a:lstStyle/>
        <a:p>
          <a:endParaRPr lang="en-US"/>
        </a:p>
      </dgm:t>
    </dgm:pt>
    <dgm:pt modelId="{FC00BFE4-2FA4-48B4-A541-3526BA3BD989}">
      <dgm:prSet/>
      <dgm:spPr/>
      <dgm:t>
        <a:bodyPr/>
        <a:lstStyle/>
        <a:p>
          <a:r>
            <a:rPr lang="fr-FR"/>
            <a:t>Faire appel à un superviseur pour prendre du recul sur des situations délicates.</a:t>
          </a:r>
          <a:endParaRPr lang="en-US"/>
        </a:p>
      </dgm:t>
    </dgm:pt>
    <dgm:pt modelId="{38A3F39F-385B-42E6-85F8-5BCEF5C07EE7}" type="parTrans" cxnId="{99949635-437C-4B6A-8BDF-595CC689960A}">
      <dgm:prSet/>
      <dgm:spPr/>
      <dgm:t>
        <a:bodyPr/>
        <a:lstStyle/>
        <a:p>
          <a:endParaRPr lang="en-US"/>
        </a:p>
      </dgm:t>
    </dgm:pt>
    <dgm:pt modelId="{73754F9A-4B38-443F-9FAF-C4578D7DC154}" type="sibTrans" cxnId="{99949635-437C-4B6A-8BDF-595CC689960A}">
      <dgm:prSet/>
      <dgm:spPr/>
      <dgm:t>
        <a:bodyPr/>
        <a:lstStyle/>
        <a:p>
          <a:endParaRPr lang="en-US"/>
        </a:p>
      </dgm:t>
    </dgm:pt>
    <dgm:pt modelId="{1D4CB075-5303-4E15-82B1-AC5CB58B87D1}" type="pres">
      <dgm:prSet presAssocID="{1C285439-08CE-4819-A640-9035D6D1D28B}" presName="root" presStyleCnt="0">
        <dgm:presLayoutVars>
          <dgm:dir/>
          <dgm:resizeHandles val="exact"/>
        </dgm:presLayoutVars>
      </dgm:prSet>
      <dgm:spPr/>
    </dgm:pt>
    <dgm:pt modelId="{FB41957E-341A-4A42-A194-4AA1D4DF83C0}" type="pres">
      <dgm:prSet presAssocID="{1D90CBE7-4170-4F9E-B647-C5F6F81E77FF}" presName="compNode" presStyleCnt="0"/>
      <dgm:spPr/>
    </dgm:pt>
    <dgm:pt modelId="{76A587CC-379E-47ED-B07D-026AD8492B14}" type="pres">
      <dgm:prSet presAssocID="{1D90CBE7-4170-4F9E-B647-C5F6F81E77FF}" presName="bgRect" presStyleLbl="bgShp" presStyleIdx="0" presStyleCnt="4"/>
      <dgm:spPr/>
    </dgm:pt>
    <dgm:pt modelId="{5A97BAF5-DABD-4EAD-BCFC-4940CA55183F}" type="pres">
      <dgm:prSet presAssocID="{1D90CBE7-4170-4F9E-B647-C5F6F81E77F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cales of Justice"/>
        </a:ext>
      </dgm:extLst>
    </dgm:pt>
    <dgm:pt modelId="{CC72DE95-0C24-43E1-8773-1E21849D31BD}" type="pres">
      <dgm:prSet presAssocID="{1D90CBE7-4170-4F9E-B647-C5F6F81E77FF}" presName="spaceRect" presStyleCnt="0"/>
      <dgm:spPr/>
    </dgm:pt>
    <dgm:pt modelId="{72482F40-EFA2-4BC4-A809-6972A3942BED}" type="pres">
      <dgm:prSet presAssocID="{1D90CBE7-4170-4F9E-B647-C5F6F81E77FF}" presName="parTx" presStyleLbl="revTx" presStyleIdx="0" presStyleCnt="8">
        <dgm:presLayoutVars>
          <dgm:chMax val="0"/>
          <dgm:chPref val="0"/>
        </dgm:presLayoutVars>
      </dgm:prSet>
      <dgm:spPr/>
    </dgm:pt>
    <dgm:pt modelId="{4D2902F0-5674-4E92-B316-115A80DCB5E7}" type="pres">
      <dgm:prSet presAssocID="{1D90CBE7-4170-4F9E-B647-C5F6F81E77FF}" presName="desTx" presStyleLbl="revTx" presStyleIdx="1" presStyleCnt="8">
        <dgm:presLayoutVars/>
      </dgm:prSet>
      <dgm:spPr/>
    </dgm:pt>
    <dgm:pt modelId="{151DB877-9154-4CE8-9F4C-5471B5148D23}" type="pres">
      <dgm:prSet presAssocID="{AD08F4F6-581D-4B5D-AD30-F6B3BA193064}" presName="sibTrans" presStyleCnt="0"/>
      <dgm:spPr/>
    </dgm:pt>
    <dgm:pt modelId="{EAF63C68-E32D-4ACF-95C3-9B11DB09ED86}" type="pres">
      <dgm:prSet presAssocID="{FA7DADBE-DF60-4586-ABDB-DDD4ADF80430}" presName="compNode" presStyleCnt="0"/>
      <dgm:spPr/>
    </dgm:pt>
    <dgm:pt modelId="{8017BE41-6011-4C19-A843-4AB69130EBAB}" type="pres">
      <dgm:prSet presAssocID="{FA7DADBE-DF60-4586-ABDB-DDD4ADF80430}" presName="bgRect" presStyleLbl="bgShp" presStyleIdx="1" presStyleCnt="4"/>
      <dgm:spPr/>
    </dgm:pt>
    <dgm:pt modelId="{61E5DE9B-3A13-4DF8-964B-EDA3D49E7B49}" type="pres">
      <dgm:prSet presAssocID="{FA7DADBE-DF60-4586-ABDB-DDD4ADF8043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AF05D2C2-F0CC-496E-9271-C486DB61018B}" type="pres">
      <dgm:prSet presAssocID="{FA7DADBE-DF60-4586-ABDB-DDD4ADF80430}" presName="spaceRect" presStyleCnt="0"/>
      <dgm:spPr/>
    </dgm:pt>
    <dgm:pt modelId="{AF734717-9E33-419E-BDBA-516193349DD3}" type="pres">
      <dgm:prSet presAssocID="{FA7DADBE-DF60-4586-ABDB-DDD4ADF80430}" presName="parTx" presStyleLbl="revTx" presStyleIdx="2" presStyleCnt="8">
        <dgm:presLayoutVars>
          <dgm:chMax val="0"/>
          <dgm:chPref val="0"/>
        </dgm:presLayoutVars>
      </dgm:prSet>
      <dgm:spPr/>
    </dgm:pt>
    <dgm:pt modelId="{B54A9501-8D50-4CA4-999F-A248EDFBB4B0}" type="pres">
      <dgm:prSet presAssocID="{FA7DADBE-DF60-4586-ABDB-DDD4ADF80430}" presName="desTx" presStyleLbl="revTx" presStyleIdx="3" presStyleCnt="8">
        <dgm:presLayoutVars/>
      </dgm:prSet>
      <dgm:spPr/>
    </dgm:pt>
    <dgm:pt modelId="{9BE9459B-13FC-4A88-BEED-6F22B3DACC1D}" type="pres">
      <dgm:prSet presAssocID="{EF69C95B-B8D2-4FDB-974D-00938ED1CDE4}" presName="sibTrans" presStyleCnt="0"/>
      <dgm:spPr/>
    </dgm:pt>
    <dgm:pt modelId="{CC458CD4-D732-49DA-A482-9B6EAAA76CAF}" type="pres">
      <dgm:prSet presAssocID="{2FC2272B-2CD1-45D6-91F9-730C3206CE4D}" presName="compNode" presStyleCnt="0"/>
      <dgm:spPr/>
    </dgm:pt>
    <dgm:pt modelId="{AE247917-5D00-44B5-8F24-F479394B20D8}" type="pres">
      <dgm:prSet presAssocID="{2FC2272B-2CD1-45D6-91F9-730C3206CE4D}" presName="bgRect" presStyleLbl="bgShp" presStyleIdx="2" presStyleCnt="4"/>
      <dgm:spPr/>
    </dgm:pt>
    <dgm:pt modelId="{D7C14114-B84E-43F5-B158-928C2A1CF53B}" type="pres">
      <dgm:prSet presAssocID="{2FC2272B-2CD1-45D6-91F9-730C3206CE4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ard Room"/>
        </a:ext>
      </dgm:extLst>
    </dgm:pt>
    <dgm:pt modelId="{A0830A52-757F-428A-B950-73E7A7087DC2}" type="pres">
      <dgm:prSet presAssocID="{2FC2272B-2CD1-45D6-91F9-730C3206CE4D}" presName="spaceRect" presStyleCnt="0"/>
      <dgm:spPr/>
    </dgm:pt>
    <dgm:pt modelId="{DA410F48-3CBA-4EF0-96C5-1E1EFEA3BDFA}" type="pres">
      <dgm:prSet presAssocID="{2FC2272B-2CD1-45D6-91F9-730C3206CE4D}" presName="parTx" presStyleLbl="revTx" presStyleIdx="4" presStyleCnt="8">
        <dgm:presLayoutVars>
          <dgm:chMax val="0"/>
          <dgm:chPref val="0"/>
        </dgm:presLayoutVars>
      </dgm:prSet>
      <dgm:spPr/>
    </dgm:pt>
    <dgm:pt modelId="{C2A807C7-68A3-4AD1-945F-9CA87F27253F}" type="pres">
      <dgm:prSet presAssocID="{2FC2272B-2CD1-45D6-91F9-730C3206CE4D}" presName="desTx" presStyleLbl="revTx" presStyleIdx="5" presStyleCnt="8">
        <dgm:presLayoutVars/>
      </dgm:prSet>
      <dgm:spPr/>
    </dgm:pt>
    <dgm:pt modelId="{709AECFB-F208-40C4-A39D-1FDBDC5FA895}" type="pres">
      <dgm:prSet presAssocID="{74C9FD14-2F11-4EDD-9234-5CB36D95AB06}" presName="sibTrans" presStyleCnt="0"/>
      <dgm:spPr/>
    </dgm:pt>
    <dgm:pt modelId="{EA712D03-2638-40CC-B7EB-8AA0979929A6}" type="pres">
      <dgm:prSet presAssocID="{EBADCAE8-5F9E-4D95-875E-4E5228154B03}" presName="compNode" presStyleCnt="0"/>
      <dgm:spPr/>
    </dgm:pt>
    <dgm:pt modelId="{FF5E14FE-FEAB-4C2F-BB7A-621C04E9FFDB}" type="pres">
      <dgm:prSet presAssocID="{EBADCAE8-5F9E-4D95-875E-4E5228154B03}" presName="bgRect" presStyleLbl="bgShp" presStyleIdx="3" presStyleCnt="4"/>
      <dgm:spPr/>
    </dgm:pt>
    <dgm:pt modelId="{A46F31E1-20D8-4D1D-8EF6-39D18EC3FBDA}" type="pres">
      <dgm:prSet presAssocID="{EBADCAE8-5F9E-4D95-875E-4E5228154B0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Irritant"/>
        </a:ext>
      </dgm:extLst>
    </dgm:pt>
    <dgm:pt modelId="{E4116D86-8418-4FC6-BB94-8BFD7188E52F}" type="pres">
      <dgm:prSet presAssocID="{EBADCAE8-5F9E-4D95-875E-4E5228154B03}" presName="spaceRect" presStyleCnt="0"/>
      <dgm:spPr/>
    </dgm:pt>
    <dgm:pt modelId="{5517DCD7-ADAB-4D53-89FE-E8D570175BC5}" type="pres">
      <dgm:prSet presAssocID="{EBADCAE8-5F9E-4D95-875E-4E5228154B03}" presName="parTx" presStyleLbl="revTx" presStyleIdx="6" presStyleCnt="8">
        <dgm:presLayoutVars>
          <dgm:chMax val="0"/>
          <dgm:chPref val="0"/>
        </dgm:presLayoutVars>
      </dgm:prSet>
      <dgm:spPr/>
    </dgm:pt>
    <dgm:pt modelId="{A8550D1E-13AE-4A73-A901-605182C0B25D}" type="pres">
      <dgm:prSet presAssocID="{EBADCAE8-5F9E-4D95-875E-4E5228154B03}" presName="desTx" presStyleLbl="revTx" presStyleIdx="7" presStyleCnt="8">
        <dgm:presLayoutVars/>
      </dgm:prSet>
      <dgm:spPr/>
    </dgm:pt>
  </dgm:ptLst>
  <dgm:cxnLst>
    <dgm:cxn modelId="{2450E216-E3B2-4143-9637-E54CFDDCCCC2}" type="presOf" srcId="{1D90CBE7-4170-4F9E-B647-C5F6F81E77FF}" destId="{72482F40-EFA2-4BC4-A809-6972A3942BED}" srcOrd="0" destOrd="0" presId="urn:microsoft.com/office/officeart/2018/2/layout/IconVerticalSolidList"/>
    <dgm:cxn modelId="{2F05EC2E-9A24-451A-B9AD-4CB4EC400E66}" srcId="{1C285439-08CE-4819-A640-9035D6D1D28B}" destId="{1D90CBE7-4170-4F9E-B647-C5F6F81E77FF}" srcOrd="0" destOrd="0" parTransId="{D5760304-BD67-4551-9663-930E03B2F2F3}" sibTransId="{AD08F4F6-581D-4B5D-AD30-F6B3BA193064}"/>
    <dgm:cxn modelId="{99949635-437C-4B6A-8BDF-595CC689960A}" srcId="{EBADCAE8-5F9E-4D95-875E-4E5228154B03}" destId="{FC00BFE4-2FA4-48B4-A541-3526BA3BD989}" srcOrd="0" destOrd="0" parTransId="{38A3F39F-385B-42E6-85F8-5BCEF5C07EE7}" sibTransId="{73754F9A-4B38-443F-9FAF-C4578D7DC154}"/>
    <dgm:cxn modelId="{8DADD35E-B1B9-49B7-8564-ADEAE9C96E55}" type="presOf" srcId="{D67FF000-EDD0-47D7-9A5A-69F66312498D}" destId="{4D2902F0-5674-4E92-B316-115A80DCB5E7}" srcOrd="0" destOrd="1" presId="urn:microsoft.com/office/officeart/2018/2/layout/IconVerticalSolidList"/>
    <dgm:cxn modelId="{2384C067-E49E-4D0D-958C-D8817290A5E5}" type="presOf" srcId="{1C285439-08CE-4819-A640-9035D6D1D28B}" destId="{1D4CB075-5303-4E15-82B1-AC5CB58B87D1}" srcOrd="0" destOrd="0" presId="urn:microsoft.com/office/officeart/2018/2/layout/IconVerticalSolidList"/>
    <dgm:cxn modelId="{C4D6C67B-D6C8-426B-9387-B9CA810A0E74}" type="presOf" srcId="{2FC2272B-2CD1-45D6-91F9-730C3206CE4D}" destId="{DA410F48-3CBA-4EF0-96C5-1E1EFEA3BDFA}" srcOrd="0" destOrd="0" presId="urn:microsoft.com/office/officeart/2018/2/layout/IconVerticalSolidList"/>
    <dgm:cxn modelId="{7DFC2181-6909-4B32-B56F-10B93FDAB567}" srcId="{FA7DADBE-DF60-4586-ABDB-DDD4ADF80430}" destId="{680C92D3-FD0C-4183-B26C-37564B347B6A}" srcOrd="0" destOrd="0" parTransId="{C64B76CB-D8D4-4385-8D4D-919B34DA1CF2}" sibTransId="{44D24FB9-BBF7-4355-ABAD-A55004918088}"/>
    <dgm:cxn modelId="{7C39D983-3DA6-4618-B5A1-92C6722A3694}" srcId="{1C285439-08CE-4819-A640-9035D6D1D28B}" destId="{2FC2272B-2CD1-45D6-91F9-730C3206CE4D}" srcOrd="2" destOrd="0" parTransId="{A3B5EBEF-B736-44DB-9076-F727BC6121C4}" sibTransId="{74C9FD14-2F11-4EDD-9234-5CB36D95AB06}"/>
    <dgm:cxn modelId="{B6B7B387-2531-443C-8704-91D43B881213}" srcId="{1C285439-08CE-4819-A640-9035D6D1D28B}" destId="{EBADCAE8-5F9E-4D95-875E-4E5228154B03}" srcOrd="3" destOrd="0" parTransId="{BA6480A5-7AA0-480E-8012-18BAC2D63228}" sibTransId="{D3210B76-3443-4B8C-A8B8-5E8F8BCB1342}"/>
    <dgm:cxn modelId="{B8B4F48E-8974-4D09-BC35-89452D7CC813}" type="presOf" srcId="{FC00BFE4-2FA4-48B4-A541-3526BA3BD989}" destId="{A8550D1E-13AE-4A73-A901-605182C0B25D}" srcOrd="0" destOrd="0" presId="urn:microsoft.com/office/officeart/2018/2/layout/IconVerticalSolidList"/>
    <dgm:cxn modelId="{7BB9B08F-AF0D-431B-98A9-4D3909BB66DA}" type="presOf" srcId="{FA7DADBE-DF60-4586-ABDB-DDD4ADF80430}" destId="{AF734717-9E33-419E-BDBA-516193349DD3}" srcOrd="0" destOrd="0" presId="urn:microsoft.com/office/officeart/2018/2/layout/IconVerticalSolidList"/>
    <dgm:cxn modelId="{6BCF569A-FF32-4248-9DFA-B716FA1039C7}" srcId="{2FC2272B-2CD1-45D6-91F9-730C3206CE4D}" destId="{D4BC34B9-0EEC-48B8-AEAC-A9FF3CE1666C}" srcOrd="0" destOrd="0" parTransId="{23531BFD-B4D7-408C-A4C9-F1CB8C05D4F7}" sibTransId="{5BE2423B-DC4B-47A3-B788-B8A7E5E87689}"/>
    <dgm:cxn modelId="{D4E056A7-6353-4FE0-B27F-45E01CA62019}" srcId="{1C285439-08CE-4819-A640-9035D6D1D28B}" destId="{FA7DADBE-DF60-4586-ABDB-DDD4ADF80430}" srcOrd="1" destOrd="0" parTransId="{DBDC231B-89D8-4080-B56A-368B64621F69}" sibTransId="{EF69C95B-B8D2-4FDB-974D-00938ED1CDE4}"/>
    <dgm:cxn modelId="{D107D6B2-5C76-44CD-9000-7E5AC8D3ECA5}" srcId="{1D90CBE7-4170-4F9E-B647-C5F6F81E77FF}" destId="{931CB153-90C3-44D5-BD70-D9F70221C924}" srcOrd="0" destOrd="0" parTransId="{D5D7BBC5-7237-4D28-8237-F6A274BBB09B}" sibTransId="{640CB182-280F-4464-BD79-E83E336E6A52}"/>
    <dgm:cxn modelId="{EC03B1BA-9ACA-4C71-B238-301673F16DA7}" type="presOf" srcId="{D4BC34B9-0EEC-48B8-AEAC-A9FF3CE1666C}" destId="{C2A807C7-68A3-4AD1-945F-9CA87F27253F}" srcOrd="0" destOrd="0" presId="urn:microsoft.com/office/officeart/2018/2/layout/IconVerticalSolidList"/>
    <dgm:cxn modelId="{46A5E2C8-1CFF-4E29-B0C1-DBE21A6A6894}" srcId="{1D90CBE7-4170-4F9E-B647-C5F6F81E77FF}" destId="{D67FF000-EDD0-47D7-9A5A-69F66312498D}" srcOrd="1" destOrd="0" parTransId="{05C2162D-BBD0-41A4-BB9B-B42735055DCA}" sibTransId="{B50EC3EC-12D2-46F3-8C06-3A967BBEB32D}"/>
    <dgm:cxn modelId="{AAC3EBCE-08A8-473C-9AEF-DD741E2EDBD6}" type="presOf" srcId="{EBADCAE8-5F9E-4D95-875E-4E5228154B03}" destId="{5517DCD7-ADAB-4D53-89FE-E8D570175BC5}" srcOrd="0" destOrd="0" presId="urn:microsoft.com/office/officeart/2018/2/layout/IconVerticalSolidList"/>
    <dgm:cxn modelId="{44C639E6-C117-4A3D-9469-BB10DC529DAC}" type="presOf" srcId="{931CB153-90C3-44D5-BD70-D9F70221C924}" destId="{4D2902F0-5674-4E92-B316-115A80DCB5E7}" srcOrd="0" destOrd="0" presId="urn:microsoft.com/office/officeart/2018/2/layout/IconVerticalSolidList"/>
    <dgm:cxn modelId="{9EBFBEF6-BC4F-4287-97C1-EDCAFF89CAA4}" type="presOf" srcId="{680C92D3-FD0C-4183-B26C-37564B347B6A}" destId="{B54A9501-8D50-4CA4-999F-A248EDFBB4B0}" srcOrd="0" destOrd="0" presId="urn:microsoft.com/office/officeart/2018/2/layout/IconVerticalSolidList"/>
    <dgm:cxn modelId="{A8A1FF67-50EF-432A-A95A-1B3CF0A59842}" type="presParOf" srcId="{1D4CB075-5303-4E15-82B1-AC5CB58B87D1}" destId="{FB41957E-341A-4A42-A194-4AA1D4DF83C0}" srcOrd="0" destOrd="0" presId="urn:microsoft.com/office/officeart/2018/2/layout/IconVerticalSolidList"/>
    <dgm:cxn modelId="{2CB06D8C-E161-445B-9B91-D8791F9663BC}" type="presParOf" srcId="{FB41957E-341A-4A42-A194-4AA1D4DF83C0}" destId="{76A587CC-379E-47ED-B07D-026AD8492B14}" srcOrd="0" destOrd="0" presId="urn:microsoft.com/office/officeart/2018/2/layout/IconVerticalSolidList"/>
    <dgm:cxn modelId="{6A0B44CE-56A9-427A-9821-FC5F26AD7407}" type="presParOf" srcId="{FB41957E-341A-4A42-A194-4AA1D4DF83C0}" destId="{5A97BAF5-DABD-4EAD-BCFC-4940CA55183F}" srcOrd="1" destOrd="0" presId="urn:microsoft.com/office/officeart/2018/2/layout/IconVerticalSolidList"/>
    <dgm:cxn modelId="{EB7CB482-5FCE-4E29-936E-0AE0D0D0C442}" type="presParOf" srcId="{FB41957E-341A-4A42-A194-4AA1D4DF83C0}" destId="{CC72DE95-0C24-43E1-8773-1E21849D31BD}" srcOrd="2" destOrd="0" presId="urn:microsoft.com/office/officeart/2018/2/layout/IconVerticalSolidList"/>
    <dgm:cxn modelId="{1E3C04F7-D71A-4B95-A130-0769DD8C00C9}" type="presParOf" srcId="{FB41957E-341A-4A42-A194-4AA1D4DF83C0}" destId="{72482F40-EFA2-4BC4-A809-6972A3942BED}" srcOrd="3" destOrd="0" presId="urn:microsoft.com/office/officeart/2018/2/layout/IconVerticalSolidList"/>
    <dgm:cxn modelId="{9DF1D1E5-9D71-43E4-AF60-0D37BE9468DC}" type="presParOf" srcId="{FB41957E-341A-4A42-A194-4AA1D4DF83C0}" destId="{4D2902F0-5674-4E92-B316-115A80DCB5E7}" srcOrd="4" destOrd="0" presId="urn:microsoft.com/office/officeart/2018/2/layout/IconVerticalSolidList"/>
    <dgm:cxn modelId="{A0388BC1-C903-4EC3-BE2C-41037C9984DC}" type="presParOf" srcId="{1D4CB075-5303-4E15-82B1-AC5CB58B87D1}" destId="{151DB877-9154-4CE8-9F4C-5471B5148D23}" srcOrd="1" destOrd="0" presId="urn:microsoft.com/office/officeart/2018/2/layout/IconVerticalSolidList"/>
    <dgm:cxn modelId="{D65E481A-E369-4857-B694-411AC15AD517}" type="presParOf" srcId="{1D4CB075-5303-4E15-82B1-AC5CB58B87D1}" destId="{EAF63C68-E32D-4ACF-95C3-9B11DB09ED86}" srcOrd="2" destOrd="0" presId="urn:microsoft.com/office/officeart/2018/2/layout/IconVerticalSolidList"/>
    <dgm:cxn modelId="{90D762A1-7DF5-45FE-A77D-4B481122D59A}" type="presParOf" srcId="{EAF63C68-E32D-4ACF-95C3-9B11DB09ED86}" destId="{8017BE41-6011-4C19-A843-4AB69130EBAB}" srcOrd="0" destOrd="0" presId="urn:microsoft.com/office/officeart/2018/2/layout/IconVerticalSolidList"/>
    <dgm:cxn modelId="{730A4089-E47D-4B1D-B9B6-5720F6533B9F}" type="presParOf" srcId="{EAF63C68-E32D-4ACF-95C3-9B11DB09ED86}" destId="{61E5DE9B-3A13-4DF8-964B-EDA3D49E7B49}" srcOrd="1" destOrd="0" presId="urn:microsoft.com/office/officeart/2018/2/layout/IconVerticalSolidList"/>
    <dgm:cxn modelId="{4AF5F89A-5D7D-4873-B0B0-F54BD0C63132}" type="presParOf" srcId="{EAF63C68-E32D-4ACF-95C3-9B11DB09ED86}" destId="{AF05D2C2-F0CC-496E-9271-C486DB61018B}" srcOrd="2" destOrd="0" presId="urn:microsoft.com/office/officeart/2018/2/layout/IconVerticalSolidList"/>
    <dgm:cxn modelId="{7EEB9B54-550F-4CCF-9DC1-8D73E9AEEB03}" type="presParOf" srcId="{EAF63C68-E32D-4ACF-95C3-9B11DB09ED86}" destId="{AF734717-9E33-419E-BDBA-516193349DD3}" srcOrd="3" destOrd="0" presId="urn:microsoft.com/office/officeart/2018/2/layout/IconVerticalSolidList"/>
    <dgm:cxn modelId="{4E093309-1588-4BFB-97C3-08002535B031}" type="presParOf" srcId="{EAF63C68-E32D-4ACF-95C3-9B11DB09ED86}" destId="{B54A9501-8D50-4CA4-999F-A248EDFBB4B0}" srcOrd="4" destOrd="0" presId="urn:microsoft.com/office/officeart/2018/2/layout/IconVerticalSolidList"/>
    <dgm:cxn modelId="{F8FFC93E-F0FC-41E8-9C76-951F9A359FEB}" type="presParOf" srcId="{1D4CB075-5303-4E15-82B1-AC5CB58B87D1}" destId="{9BE9459B-13FC-4A88-BEED-6F22B3DACC1D}" srcOrd="3" destOrd="0" presId="urn:microsoft.com/office/officeart/2018/2/layout/IconVerticalSolidList"/>
    <dgm:cxn modelId="{6C2DEF86-6241-44BE-8BD5-C95D2873FA42}" type="presParOf" srcId="{1D4CB075-5303-4E15-82B1-AC5CB58B87D1}" destId="{CC458CD4-D732-49DA-A482-9B6EAAA76CAF}" srcOrd="4" destOrd="0" presId="urn:microsoft.com/office/officeart/2018/2/layout/IconVerticalSolidList"/>
    <dgm:cxn modelId="{835F0574-4B27-404C-9364-2C0F00E6009F}" type="presParOf" srcId="{CC458CD4-D732-49DA-A482-9B6EAAA76CAF}" destId="{AE247917-5D00-44B5-8F24-F479394B20D8}" srcOrd="0" destOrd="0" presId="urn:microsoft.com/office/officeart/2018/2/layout/IconVerticalSolidList"/>
    <dgm:cxn modelId="{DA3AA6F6-492E-4CE9-957F-1959419EC67E}" type="presParOf" srcId="{CC458CD4-D732-49DA-A482-9B6EAAA76CAF}" destId="{D7C14114-B84E-43F5-B158-928C2A1CF53B}" srcOrd="1" destOrd="0" presId="urn:microsoft.com/office/officeart/2018/2/layout/IconVerticalSolidList"/>
    <dgm:cxn modelId="{D8EBC6E5-E575-422B-B52A-21C79898CECD}" type="presParOf" srcId="{CC458CD4-D732-49DA-A482-9B6EAAA76CAF}" destId="{A0830A52-757F-428A-B950-73E7A7087DC2}" srcOrd="2" destOrd="0" presId="urn:microsoft.com/office/officeart/2018/2/layout/IconVerticalSolidList"/>
    <dgm:cxn modelId="{E027CC6B-53EE-4A1A-8EEB-42CF726B6224}" type="presParOf" srcId="{CC458CD4-D732-49DA-A482-9B6EAAA76CAF}" destId="{DA410F48-3CBA-4EF0-96C5-1E1EFEA3BDFA}" srcOrd="3" destOrd="0" presId="urn:microsoft.com/office/officeart/2018/2/layout/IconVerticalSolidList"/>
    <dgm:cxn modelId="{A6AB173A-B243-4E0B-AE12-FD92A372A005}" type="presParOf" srcId="{CC458CD4-D732-49DA-A482-9B6EAAA76CAF}" destId="{C2A807C7-68A3-4AD1-945F-9CA87F27253F}" srcOrd="4" destOrd="0" presId="urn:microsoft.com/office/officeart/2018/2/layout/IconVerticalSolidList"/>
    <dgm:cxn modelId="{3798E92E-E880-4871-8AC0-365B80E514F6}" type="presParOf" srcId="{1D4CB075-5303-4E15-82B1-AC5CB58B87D1}" destId="{709AECFB-F208-40C4-A39D-1FDBDC5FA895}" srcOrd="5" destOrd="0" presId="urn:microsoft.com/office/officeart/2018/2/layout/IconVerticalSolidList"/>
    <dgm:cxn modelId="{B76A2F33-7B31-4EF1-94CC-7BC8D35B3DFC}" type="presParOf" srcId="{1D4CB075-5303-4E15-82B1-AC5CB58B87D1}" destId="{EA712D03-2638-40CC-B7EB-8AA0979929A6}" srcOrd="6" destOrd="0" presId="urn:microsoft.com/office/officeart/2018/2/layout/IconVerticalSolidList"/>
    <dgm:cxn modelId="{1612A7F8-7C94-4BC3-9B33-174B7DE5CF8A}" type="presParOf" srcId="{EA712D03-2638-40CC-B7EB-8AA0979929A6}" destId="{FF5E14FE-FEAB-4C2F-BB7A-621C04E9FFDB}" srcOrd="0" destOrd="0" presId="urn:microsoft.com/office/officeart/2018/2/layout/IconVerticalSolidList"/>
    <dgm:cxn modelId="{842B1C9C-71CE-436B-B63A-B1DC802901A8}" type="presParOf" srcId="{EA712D03-2638-40CC-B7EB-8AA0979929A6}" destId="{A46F31E1-20D8-4D1D-8EF6-39D18EC3FBDA}" srcOrd="1" destOrd="0" presId="urn:microsoft.com/office/officeart/2018/2/layout/IconVerticalSolidList"/>
    <dgm:cxn modelId="{26A5D607-291D-4467-ADC2-2974718AC670}" type="presParOf" srcId="{EA712D03-2638-40CC-B7EB-8AA0979929A6}" destId="{E4116D86-8418-4FC6-BB94-8BFD7188E52F}" srcOrd="2" destOrd="0" presId="urn:microsoft.com/office/officeart/2018/2/layout/IconVerticalSolidList"/>
    <dgm:cxn modelId="{024AFFA9-C914-4D67-9FA8-7DCC45D54669}" type="presParOf" srcId="{EA712D03-2638-40CC-B7EB-8AA0979929A6}" destId="{5517DCD7-ADAB-4D53-89FE-E8D570175BC5}" srcOrd="3" destOrd="0" presId="urn:microsoft.com/office/officeart/2018/2/layout/IconVerticalSolidList"/>
    <dgm:cxn modelId="{0B617187-91BE-4070-B954-1B34594BCE02}" type="presParOf" srcId="{EA712D03-2638-40CC-B7EB-8AA0979929A6}" destId="{A8550D1E-13AE-4A73-A901-605182C0B25D}"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633C10B-7209-4414-9A65-65705A3DD60D}"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1CA0C8CA-6160-416C-9126-6A44F1185AA0}">
      <dgm:prSet/>
      <dgm:spPr/>
      <dgm:t>
        <a:bodyPr/>
        <a:lstStyle/>
        <a:p>
          <a:r>
            <a:rPr lang="fr-FR"/>
            <a:t>Le contexte individuel</a:t>
          </a:r>
          <a:endParaRPr lang="en-US"/>
        </a:p>
      </dgm:t>
    </dgm:pt>
    <dgm:pt modelId="{2FEA88A5-C4CE-4F0D-B068-8E651453CB4F}" type="parTrans" cxnId="{09C040EF-FC33-466B-8E96-BC476BDE1EFE}">
      <dgm:prSet/>
      <dgm:spPr/>
      <dgm:t>
        <a:bodyPr/>
        <a:lstStyle/>
        <a:p>
          <a:endParaRPr lang="en-US"/>
        </a:p>
      </dgm:t>
    </dgm:pt>
    <dgm:pt modelId="{46572AC8-82CE-4614-A339-FCD0403AE8E6}" type="sibTrans" cxnId="{09C040EF-FC33-466B-8E96-BC476BDE1EFE}">
      <dgm:prSet/>
      <dgm:spPr/>
      <dgm:t>
        <a:bodyPr/>
        <a:lstStyle/>
        <a:p>
          <a:endParaRPr lang="en-US"/>
        </a:p>
      </dgm:t>
    </dgm:pt>
    <dgm:pt modelId="{ADEC15EA-248D-40D6-B1CC-243D79DBB0DA}">
      <dgm:prSet/>
      <dgm:spPr/>
      <dgm:t>
        <a:bodyPr/>
        <a:lstStyle/>
        <a:p>
          <a:r>
            <a:rPr lang="fr-FR"/>
            <a:t>Le contexte environnemental</a:t>
          </a:r>
          <a:endParaRPr lang="en-US"/>
        </a:p>
      </dgm:t>
    </dgm:pt>
    <dgm:pt modelId="{23A28003-82F2-4911-8678-53939DFC3BBB}" type="parTrans" cxnId="{FF5BD37E-E2CA-4A49-8FAB-B9E236858FFD}">
      <dgm:prSet/>
      <dgm:spPr/>
      <dgm:t>
        <a:bodyPr/>
        <a:lstStyle/>
        <a:p>
          <a:endParaRPr lang="en-US"/>
        </a:p>
      </dgm:t>
    </dgm:pt>
    <dgm:pt modelId="{C5B3AFE7-3B6A-4FC8-9B43-44905307CE1C}" type="sibTrans" cxnId="{FF5BD37E-E2CA-4A49-8FAB-B9E236858FFD}">
      <dgm:prSet/>
      <dgm:spPr/>
      <dgm:t>
        <a:bodyPr/>
        <a:lstStyle/>
        <a:p>
          <a:endParaRPr lang="en-US"/>
        </a:p>
      </dgm:t>
    </dgm:pt>
    <dgm:pt modelId="{6CE98190-BAFA-4393-8CF1-D2F538C9C911}">
      <dgm:prSet/>
      <dgm:spPr/>
      <dgm:t>
        <a:bodyPr/>
        <a:lstStyle/>
        <a:p>
          <a:r>
            <a:rPr lang="fr-FR"/>
            <a:t>Les contraintes externes</a:t>
          </a:r>
          <a:endParaRPr lang="en-US"/>
        </a:p>
      </dgm:t>
    </dgm:pt>
    <dgm:pt modelId="{A3BDBFB3-E2FA-4E4C-ACC8-6A936AA48B06}" type="parTrans" cxnId="{E3CFC934-E460-46FB-AA58-C20DE23D5353}">
      <dgm:prSet/>
      <dgm:spPr/>
      <dgm:t>
        <a:bodyPr/>
        <a:lstStyle/>
        <a:p>
          <a:endParaRPr lang="en-US"/>
        </a:p>
      </dgm:t>
    </dgm:pt>
    <dgm:pt modelId="{B4679A40-AA1E-439B-9C7E-F366E66F3CA5}" type="sibTrans" cxnId="{E3CFC934-E460-46FB-AA58-C20DE23D5353}">
      <dgm:prSet/>
      <dgm:spPr/>
      <dgm:t>
        <a:bodyPr/>
        <a:lstStyle/>
        <a:p>
          <a:endParaRPr lang="en-US"/>
        </a:p>
      </dgm:t>
    </dgm:pt>
    <dgm:pt modelId="{3EBE0479-B3E3-4E14-90E1-D2E24773E096}" type="pres">
      <dgm:prSet presAssocID="{0633C10B-7209-4414-9A65-65705A3DD60D}" presName="hierChild1" presStyleCnt="0">
        <dgm:presLayoutVars>
          <dgm:chPref val="1"/>
          <dgm:dir/>
          <dgm:animOne val="branch"/>
          <dgm:animLvl val="lvl"/>
          <dgm:resizeHandles/>
        </dgm:presLayoutVars>
      </dgm:prSet>
      <dgm:spPr/>
    </dgm:pt>
    <dgm:pt modelId="{BEE88AEA-6029-4359-9E18-DB3BA35DAD40}" type="pres">
      <dgm:prSet presAssocID="{1CA0C8CA-6160-416C-9126-6A44F1185AA0}" presName="hierRoot1" presStyleCnt="0"/>
      <dgm:spPr/>
    </dgm:pt>
    <dgm:pt modelId="{9FDCCD93-8EE8-4732-AF33-00664E84C2BD}" type="pres">
      <dgm:prSet presAssocID="{1CA0C8CA-6160-416C-9126-6A44F1185AA0}" presName="composite" presStyleCnt="0"/>
      <dgm:spPr/>
    </dgm:pt>
    <dgm:pt modelId="{7C9D7C81-7769-43A6-9D57-F3901A48FE9C}" type="pres">
      <dgm:prSet presAssocID="{1CA0C8CA-6160-416C-9126-6A44F1185AA0}" presName="background" presStyleLbl="node0" presStyleIdx="0" presStyleCnt="3"/>
      <dgm:spPr/>
    </dgm:pt>
    <dgm:pt modelId="{7EB453C9-ED4B-4376-9A8F-56F2FF647F57}" type="pres">
      <dgm:prSet presAssocID="{1CA0C8CA-6160-416C-9126-6A44F1185AA0}" presName="text" presStyleLbl="fgAcc0" presStyleIdx="0" presStyleCnt="3">
        <dgm:presLayoutVars>
          <dgm:chPref val="3"/>
        </dgm:presLayoutVars>
      </dgm:prSet>
      <dgm:spPr/>
    </dgm:pt>
    <dgm:pt modelId="{C091D5BC-601F-4C91-BA1D-AD18D25068DD}" type="pres">
      <dgm:prSet presAssocID="{1CA0C8CA-6160-416C-9126-6A44F1185AA0}" presName="hierChild2" presStyleCnt="0"/>
      <dgm:spPr/>
    </dgm:pt>
    <dgm:pt modelId="{DBE9EAFA-E8A5-4523-B479-73D76A07607A}" type="pres">
      <dgm:prSet presAssocID="{ADEC15EA-248D-40D6-B1CC-243D79DBB0DA}" presName="hierRoot1" presStyleCnt="0"/>
      <dgm:spPr/>
    </dgm:pt>
    <dgm:pt modelId="{FC7E804D-300D-427A-9CF7-C6D117B4AD06}" type="pres">
      <dgm:prSet presAssocID="{ADEC15EA-248D-40D6-B1CC-243D79DBB0DA}" presName="composite" presStyleCnt="0"/>
      <dgm:spPr/>
    </dgm:pt>
    <dgm:pt modelId="{4C0B2AD3-C614-4648-A33D-BAF55CD2C59E}" type="pres">
      <dgm:prSet presAssocID="{ADEC15EA-248D-40D6-B1CC-243D79DBB0DA}" presName="background" presStyleLbl="node0" presStyleIdx="1" presStyleCnt="3"/>
      <dgm:spPr/>
    </dgm:pt>
    <dgm:pt modelId="{C53A2C58-982F-44FC-B9DE-98A621591324}" type="pres">
      <dgm:prSet presAssocID="{ADEC15EA-248D-40D6-B1CC-243D79DBB0DA}" presName="text" presStyleLbl="fgAcc0" presStyleIdx="1" presStyleCnt="3">
        <dgm:presLayoutVars>
          <dgm:chPref val="3"/>
        </dgm:presLayoutVars>
      </dgm:prSet>
      <dgm:spPr/>
    </dgm:pt>
    <dgm:pt modelId="{3971D08D-3DBD-45A2-A29C-23E1589263B5}" type="pres">
      <dgm:prSet presAssocID="{ADEC15EA-248D-40D6-B1CC-243D79DBB0DA}" presName="hierChild2" presStyleCnt="0"/>
      <dgm:spPr/>
    </dgm:pt>
    <dgm:pt modelId="{A6D8CB71-AFE7-4B31-A5C2-7CC6067C3BF9}" type="pres">
      <dgm:prSet presAssocID="{6CE98190-BAFA-4393-8CF1-D2F538C9C911}" presName="hierRoot1" presStyleCnt="0"/>
      <dgm:spPr/>
    </dgm:pt>
    <dgm:pt modelId="{A761AE37-ECB9-4356-B292-55914D6BBF16}" type="pres">
      <dgm:prSet presAssocID="{6CE98190-BAFA-4393-8CF1-D2F538C9C911}" presName="composite" presStyleCnt="0"/>
      <dgm:spPr/>
    </dgm:pt>
    <dgm:pt modelId="{6C0F36AC-11EA-4121-BF7F-CD0A69A19C75}" type="pres">
      <dgm:prSet presAssocID="{6CE98190-BAFA-4393-8CF1-D2F538C9C911}" presName="background" presStyleLbl="node0" presStyleIdx="2" presStyleCnt="3"/>
      <dgm:spPr/>
    </dgm:pt>
    <dgm:pt modelId="{6AAC764E-CFCA-4D0E-A9A5-F55DF911DEE1}" type="pres">
      <dgm:prSet presAssocID="{6CE98190-BAFA-4393-8CF1-D2F538C9C911}" presName="text" presStyleLbl="fgAcc0" presStyleIdx="2" presStyleCnt="3">
        <dgm:presLayoutVars>
          <dgm:chPref val="3"/>
        </dgm:presLayoutVars>
      </dgm:prSet>
      <dgm:spPr/>
    </dgm:pt>
    <dgm:pt modelId="{E382B362-DFA7-417C-B177-070E6F8BAED1}" type="pres">
      <dgm:prSet presAssocID="{6CE98190-BAFA-4393-8CF1-D2F538C9C911}" presName="hierChild2" presStyleCnt="0"/>
      <dgm:spPr/>
    </dgm:pt>
  </dgm:ptLst>
  <dgm:cxnLst>
    <dgm:cxn modelId="{7C38A02E-C41B-45CD-8340-5789F07ACEC3}" type="presOf" srcId="{6CE98190-BAFA-4393-8CF1-D2F538C9C911}" destId="{6AAC764E-CFCA-4D0E-A9A5-F55DF911DEE1}" srcOrd="0" destOrd="0" presId="urn:microsoft.com/office/officeart/2005/8/layout/hierarchy1"/>
    <dgm:cxn modelId="{E3CFC934-E460-46FB-AA58-C20DE23D5353}" srcId="{0633C10B-7209-4414-9A65-65705A3DD60D}" destId="{6CE98190-BAFA-4393-8CF1-D2F538C9C911}" srcOrd="2" destOrd="0" parTransId="{A3BDBFB3-E2FA-4E4C-ACC8-6A936AA48B06}" sibTransId="{B4679A40-AA1E-439B-9C7E-F366E66F3CA5}"/>
    <dgm:cxn modelId="{CD54E575-C5E1-4315-84F5-D140F1D8AF94}" type="presOf" srcId="{1CA0C8CA-6160-416C-9126-6A44F1185AA0}" destId="{7EB453C9-ED4B-4376-9A8F-56F2FF647F57}" srcOrd="0" destOrd="0" presId="urn:microsoft.com/office/officeart/2005/8/layout/hierarchy1"/>
    <dgm:cxn modelId="{FF5BD37E-E2CA-4A49-8FAB-B9E236858FFD}" srcId="{0633C10B-7209-4414-9A65-65705A3DD60D}" destId="{ADEC15EA-248D-40D6-B1CC-243D79DBB0DA}" srcOrd="1" destOrd="0" parTransId="{23A28003-82F2-4911-8678-53939DFC3BBB}" sibTransId="{C5B3AFE7-3B6A-4FC8-9B43-44905307CE1C}"/>
    <dgm:cxn modelId="{E92A359B-7E3E-4A04-B611-90565AA43D66}" type="presOf" srcId="{ADEC15EA-248D-40D6-B1CC-243D79DBB0DA}" destId="{C53A2C58-982F-44FC-B9DE-98A621591324}" srcOrd="0" destOrd="0" presId="urn:microsoft.com/office/officeart/2005/8/layout/hierarchy1"/>
    <dgm:cxn modelId="{09C040EF-FC33-466B-8E96-BC476BDE1EFE}" srcId="{0633C10B-7209-4414-9A65-65705A3DD60D}" destId="{1CA0C8CA-6160-416C-9126-6A44F1185AA0}" srcOrd="0" destOrd="0" parTransId="{2FEA88A5-C4CE-4F0D-B068-8E651453CB4F}" sibTransId="{46572AC8-82CE-4614-A339-FCD0403AE8E6}"/>
    <dgm:cxn modelId="{8B4F1EF9-BDB2-4DBB-8C17-F268E66B31A0}" type="presOf" srcId="{0633C10B-7209-4414-9A65-65705A3DD60D}" destId="{3EBE0479-B3E3-4E14-90E1-D2E24773E096}" srcOrd="0" destOrd="0" presId="urn:microsoft.com/office/officeart/2005/8/layout/hierarchy1"/>
    <dgm:cxn modelId="{FBF8469C-4F59-4091-8924-5EBD500524DF}" type="presParOf" srcId="{3EBE0479-B3E3-4E14-90E1-D2E24773E096}" destId="{BEE88AEA-6029-4359-9E18-DB3BA35DAD40}" srcOrd="0" destOrd="0" presId="urn:microsoft.com/office/officeart/2005/8/layout/hierarchy1"/>
    <dgm:cxn modelId="{4550E6DC-D437-4A0C-ABD0-FB4CBAA9E666}" type="presParOf" srcId="{BEE88AEA-6029-4359-9E18-DB3BA35DAD40}" destId="{9FDCCD93-8EE8-4732-AF33-00664E84C2BD}" srcOrd="0" destOrd="0" presId="urn:microsoft.com/office/officeart/2005/8/layout/hierarchy1"/>
    <dgm:cxn modelId="{45339E87-6319-4C12-A5D7-0C4E748D63BC}" type="presParOf" srcId="{9FDCCD93-8EE8-4732-AF33-00664E84C2BD}" destId="{7C9D7C81-7769-43A6-9D57-F3901A48FE9C}" srcOrd="0" destOrd="0" presId="urn:microsoft.com/office/officeart/2005/8/layout/hierarchy1"/>
    <dgm:cxn modelId="{15027E0B-CF74-42F3-A3F4-C9CE2E96DA42}" type="presParOf" srcId="{9FDCCD93-8EE8-4732-AF33-00664E84C2BD}" destId="{7EB453C9-ED4B-4376-9A8F-56F2FF647F57}" srcOrd="1" destOrd="0" presId="urn:microsoft.com/office/officeart/2005/8/layout/hierarchy1"/>
    <dgm:cxn modelId="{55ED8C46-DA15-4BA5-8E41-30383BC04187}" type="presParOf" srcId="{BEE88AEA-6029-4359-9E18-DB3BA35DAD40}" destId="{C091D5BC-601F-4C91-BA1D-AD18D25068DD}" srcOrd="1" destOrd="0" presId="urn:microsoft.com/office/officeart/2005/8/layout/hierarchy1"/>
    <dgm:cxn modelId="{0DD7BD5C-54A8-424A-A684-7063D85AD4B6}" type="presParOf" srcId="{3EBE0479-B3E3-4E14-90E1-D2E24773E096}" destId="{DBE9EAFA-E8A5-4523-B479-73D76A07607A}" srcOrd="1" destOrd="0" presId="urn:microsoft.com/office/officeart/2005/8/layout/hierarchy1"/>
    <dgm:cxn modelId="{B5A94804-617C-4FE7-8A38-84DE0E537826}" type="presParOf" srcId="{DBE9EAFA-E8A5-4523-B479-73D76A07607A}" destId="{FC7E804D-300D-427A-9CF7-C6D117B4AD06}" srcOrd="0" destOrd="0" presId="urn:microsoft.com/office/officeart/2005/8/layout/hierarchy1"/>
    <dgm:cxn modelId="{5392E3F4-4335-4D7F-8478-14DEE79BDB76}" type="presParOf" srcId="{FC7E804D-300D-427A-9CF7-C6D117B4AD06}" destId="{4C0B2AD3-C614-4648-A33D-BAF55CD2C59E}" srcOrd="0" destOrd="0" presId="urn:microsoft.com/office/officeart/2005/8/layout/hierarchy1"/>
    <dgm:cxn modelId="{2B019AF4-3128-46DD-82AF-E57EFE9A01CD}" type="presParOf" srcId="{FC7E804D-300D-427A-9CF7-C6D117B4AD06}" destId="{C53A2C58-982F-44FC-B9DE-98A621591324}" srcOrd="1" destOrd="0" presId="urn:microsoft.com/office/officeart/2005/8/layout/hierarchy1"/>
    <dgm:cxn modelId="{3786C3BC-8C55-4C82-A3C6-8C0F58C50DBE}" type="presParOf" srcId="{DBE9EAFA-E8A5-4523-B479-73D76A07607A}" destId="{3971D08D-3DBD-45A2-A29C-23E1589263B5}" srcOrd="1" destOrd="0" presId="urn:microsoft.com/office/officeart/2005/8/layout/hierarchy1"/>
    <dgm:cxn modelId="{7C71B130-AEC4-4176-80A4-D9B54CCA4A2E}" type="presParOf" srcId="{3EBE0479-B3E3-4E14-90E1-D2E24773E096}" destId="{A6D8CB71-AFE7-4B31-A5C2-7CC6067C3BF9}" srcOrd="2" destOrd="0" presId="urn:microsoft.com/office/officeart/2005/8/layout/hierarchy1"/>
    <dgm:cxn modelId="{B9C1DAE4-3883-4573-976F-18E6BF63D724}" type="presParOf" srcId="{A6D8CB71-AFE7-4B31-A5C2-7CC6067C3BF9}" destId="{A761AE37-ECB9-4356-B292-55914D6BBF16}" srcOrd="0" destOrd="0" presId="urn:microsoft.com/office/officeart/2005/8/layout/hierarchy1"/>
    <dgm:cxn modelId="{891FADDB-7F4C-47D7-ACA5-67595779AB42}" type="presParOf" srcId="{A761AE37-ECB9-4356-B292-55914D6BBF16}" destId="{6C0F36AC-11EA-4121-BF7F-CD0A69A19C75}" srcOrd="0" destOrd="0" presId="urn:microsoft.com/office/officeart/2005/8/layout/hierarchy1"/>
    <dgm:cxn modelId="{F6312D93-DFE0-49B2-842D-6AB0FADFBBB8}" type="presParOf" srcId="{A761AE37-ECB9-4356-B292-55914D6BBF16}" destId="{6AAC764E-CFCA-4D0E-A9A5-F55DF911DEE1}" srcOrd="1" destOrd="0" presId="urn:microsoft.com/office/officeart/2005/8/layout/hierarchy1"/>
    <dgm:cxn modelId="{78B85ED4-13D7-4CCE-9699-477AEA837E5D}" type="presParOf" srcId="{A6D8CB71-AFE7-4B31-A5C2-7CC6067C3BF9}" destId="{E382B362-DFA7-417C-B177-070E6F8BAED1}"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9B3E0AEB-F973-47C9-801A-5203AB5EAFD6}" type="doc">
      <dgm:prSet loTypeId="urn:microsoft.com/office/officeart/2018/5/layout/IconLeaf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0EED604F-264A-4DC1-8480-C2B9E4F831E6}">
      <dgm:prSet/>
      <dgm:spPr/>
      <dgm:t>
        <a:bodyPr/>
        <a:lstStyle/>
        <a:p>
          <a:pPr>
            <a:defRPr cap="all"/>
          </a:pPr>
          <a:r>
            <a:rPr lang="fr-FR"/>
            <a:t>Histoire de vie : Quels événements marquants influencent la personne ?</a:t>
          </a:r>
          <a:endParaRPr lang="en-US"/>
        </a:p>
      </dgm:t>
    </dgm:pt>
    <dgm:pt modelId="{076E033E-AEFB-4E5E-AADE-7A8A5B2FA09E}" type="parTrans" cxnId="{0259C720-AB1D-4DDD-BB13-F1812435480A}">
      <dgm:prSet/>
      <dgm:spPr/>
      <dgm:t>
        <a:bodyPr/>
        <a:lstStyle/>
        <a:p>
          <a:endParaRPr lang="en-US"/>
        </a:p>
      </dgm:t>
    </dgm:pt>
    <dgm:pt modelId="{4BD8D04C-E3BD-44BC-81F8-5CEA1FAAF7EF}" type="sibTrans" cxnId="{0259C720-AB1D-4DDD-BB13-F1812435480A}">
      <dgm:prSet/>
      <dgm:spPr/>
      <dgm:t>
        <a:bodyPr/>
        <a:lstStyle/>
        <a:p>
          <a:endParaRPr lang="en-US"/>
        </a:p>
      </dgm:t>
    </dgm:pt>
    <dgm:pt modelId="{198D4C53-A7EF-4A74-9234-DC1DA3F57679}">
      <dgm:prSet/>
      <dgm:spPr/>
      <dgm:t>
        <a:bodyPr/>
        <a:lstStyle/>
        <a:p>
          <a:pPr>
            <a:defRPr cap="all"/>
          </a:pPr>
          <a:r>
            <a:rPr lang="fr-FR"/>
            <a:t>Valeurs et croyances : Quelles sont ses préférences culturelles, spirituelles ou personnelles ?</a:t>
          </a:r>
          <a:endParaRPr lang="en-US"/>
        </a:p>
      </dgm:t>
    </dgm:pt>
    <dgm:pt modelId="{1E84AA08-720A-4C53-A32B-D59310086D28}" type="parTrans" cxnId="{BBC38436-4BF6-49EB-858D-95A050C8D095}">
      <dgm:prSet/>
      <dgm:spPr/>
      <dgm:t>
        <a:bodyPr/>
        <a:lstStyle/>
        <a:p>
          <a:endParaRPr lang="en-US"/>
        </a:p>
      </dgm:t>
    </dgm:pt>
    <dgm:pt modelId="{C586B01A-5EA3-49CB-AC89-8DD386D0A64C}" type="sibTrans" cxnId="{BBC38436-4BF6-49EB-858D-95A050C8D095}">
      <dgm:prSet/>
      <dgm:spPr/>
      <dgm:t>
        <a:bodyPr/>
        <a:lstStyle/>
        <a:p>
          <a:endParaRPr lang="en-US"/>
        </a:p>
      </dgm:t>
    </dgm:pt>
    <dgm:pt modelId="{FCED35CB-2E06-4ED2-9886-04F3119E54C9}">
      <dgm:prSet/>
      <dgm:spPr/>
      <dgm:t>
        <a:bodyPr/>
        <a:lstStyle/>
        <a:p>
          <a:pPr>
            <a:defRPr cap="all"/>
          </a:pPr>
          <a:r>
            <a:rPr lang="fr-FR"/>
            <a:t>Besoins et attentes : Quels sont ses besoins physiques, psychologiques ou sociaux ?</a:t>
          </a:r>
          <a:endParaRPr lang="en-US"/>
        </a:p>
      </dgm:t>
    </dgm:pt>
    <dgm:pt modelId="{AD136724-A356-4DC4-9F6A-376081E87E51}" type="parTrans" cxnId="{B28A51BA-7C54-4050-A6F1-6ACB20B28D7E}">
      <dgm:prSet/>
      <dgm:spPr/>
      <dgm:t>
        <a:bodyPr/>
        <a:lstStyle/>
        <a:p>
          <a:endParaRPr lang="en-US"/>
        </a:p>
      </dgm:t>
    </dgm:pt>
    <dgm:pt modelId="{AE7CD8ED-2F98-48C8-9F7D-DBA911AF61A1}" type="sibTrans" cxnId="{B28A51BA-7C54-4050-A6F1-6ACB20B28D7E}">
      <dgm:prSet/>
      <dgm:spPr/>
      <dgm:t>
        <a:bodyPr/>
        <a:lstStyle/>
        <a:p>
          <a:endParaRPr lang="en-US"/>
        </a:p>
      </dgm:t>
    </dgm:pt>
    <dgm:pt modelId="{60DE7EF8-980A-442E-9AB9-1866AE20E4A1}" type="pres">
      <dgm:prSet presAssocID="{9B3E0AEB-F973-47C9-801A-5203AB5EAFD6}" presName="root" presStyleCnt="0">
        <dgm:presLayoutVars>
          <dgm:dir/>
          <dgm:resizeHandles val="exact"/>
        </dgm:presLayoutVars>
      </dgm:prSet>
      <dgm:spPr/>
    </dgm:pt>
    <dgm:pt modelId="{B9275472-C828-42D3-AD76-5F0E5569116E}" type="pres">
      <dgm:prSet presAssocID="{0EED604F-264A-4DC1-8480-C2B9E4F831E6}" presName="compNode" presStyleCnt="0"/>
      <dgm:spPr/>
    </dgm:pt>
    <dgm:pt modelId="{4907ADD0-0525-442E-9EF6-81DDAE5EA0D6}" type="pres">
      <dgm:prSet presAssocID="{0EED604F-264A-4DC1-8480-C2B9E4F831E6}" presName="iconBgRect" presStyleLbl="bgShp" presStyleIdx="0" presStyleCnt="3"/>
      <dgm:spPr>
        <a:prstGeom prst="round2DiagRect">
          <a:avLst>
            <a:gd name="adj1" fmla="val 29727"/>
            <a:gd name="adj2" fmla="val 0"/>
          </a:avLst>
        </a:prstGeom>
      </dgm:spPr>
    </dgm:pt>
    <dgm:pt modelId="{FCB06CF6-13C2-45DA-A867-71946B7ADE74}" type="pres">
      <dgm:prSet presAssocID="{0EED604F-264A-4DC1-8480-C2B9E4F831E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ampagne Glasses"/>
        </a:ext>
      </dgm:extLst>
    </dgm:pt>
    <dgm:pt modelId="{1A551711-B06D-41E4-96BA-5200291867D3}" type="pres">
      <dgm:prSet presAssocID="{0EED604F-264A-4DC1-8480-C2B9E4F831E6}" presName="spaceRect" presStyleCnt="0"/>
      <dgm:spPr/>
    </dgm:pt>
    <dgm:pt modelId="{57B2F60D-245D-4BFB-9602-C80F3120D726}" type="pres">
      <dgm:prSet presAssocID="{0EED604F-264A-4DC1-8480-C2B9E4F831E6}" presName="textRect" presStyleLbl="revTx" presStyleIdx="0" presStyleCnt="3">
        <dgm:presLayoutVars>
          <dgm:chMax val="1"/>
          <dgm:chPref val="1"/>
        </dgm:presLayoutVars>
      </dgm:prSet>
      <dgm:spPr/>
    </dgm:pt>
    <dgm:pt modelId="{6933AFF0-53FB-4C0D-9F9A-3A32C0927BAC}" type="pres">
      <dgm:prSet presAssocID="{4BD8D04C-E3BD-44BC-81F8-5CEA1FAAF7EF}" presName="sibTrans" presStyleCnt="0"/>
      <dgm:spPr/>
    </dgm:pt>
    <dgm:pt modelId="{43EAF942-E6F9-47CC-91D1-498850C212C5}" type="pres">
      <dgm:prSet presAssocID="{198D4C53-A7EF-4A74-9234-DC1DA3F57679}" presName="compNode" presStyleCnt="0"/>
      <dgm:spPr/>
    </dgm:pt>
    <dgm:pt modelId="{E5618A13-F7BA-45D1-BD9F-375BD340FAC3}" type="pres">
      <dgm:prSet presAssocID="{198D4C53-A7EF-4A74-9234-DC1DA3F57679}" presName="iconBgRect" presStyleLbl="bgShp" presStyleIdx="1" presStyleCnt="3"/>
      <dgm:spPr>
        <a:prstGeom prst="round2DiagRect">
          <a:avLst>
            <a:gd name="adj1" fmla="val 29727"/>
            <a:gd name="adj2" fmla="val 0"/>
          </a:avLst>
        </a:prstGeom>
      </dgm:spPr>
    </dgm:pt>
    <dgm:pt modelId="{5412F7DF-EA9F-4233-8642-DC4D6D002979}" type="pres">
      <dgm:prSet presAssocID="{198D4C53-A7EF-4A74-9234-DC1DA3F5767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ustomer Review"/>
        </a:ext>
      </dgm:extLst>
    </dgm:pt>
    <dgm:pt modelId="{6A5488B3-5861-4803-9754-9F616244CB6D}" type="pres">
      <dgm:prSet presAssocID="{198D4C53-A7EF-4A74-9234-DC1DA3F57679}" presName="spaceRect" presStyleCnt="0"/>
      <dgm:spPr/>
    </dgm:pt>
    <dgm:pt modelId="{B981E280-A922-4902-AF6C-094908EB6104}" type="pres">
      <dgm:prSet presAssocID="{198D4C53-A7EF-4A74-9234-DC1DA3F57679}" presName="textRect" presStyleLbl="revTx" presStyleIdx="1" presStyleCnt="3">
        <dgm:presLayoutVars>
          <dgm:chMax val="1"/>
          <dgm:chPref val="1"/>
        </dgm:presLayoutVars>
      </dgm:prSet>
      <dgm:spPr/>
    </dgm:pt>
    <dgm:pt modelId="{CE0AB220-700C-4F6D-BB8F-D33BA1E93A39}" type="pres">
      <dgm:prSet presAssocID="{C586B01A-5EA3-49CB-AC89-8DD386D0A64C}" presName="sibTrans" presStyleCnt="0"/>
      <dgm:spPr/>
    </dgm:pt>
    <dgm:pt modelId="{20C8DE2D-B2AD-40F8-B4E7-5301CDBE8EE4}" type="pres">
      <dgm:prSet presAssocID="{FCED35CB-2E06-4ED2-9886-04F3119E54C9}" presName="compNode" presStyleCnt="0"/>
      <dgm:spPr/>
    </dgm:pt>
    <dgm:pt modelId="{719D9034-A0E9-4417-88E3-C1F89F1C7C4E}" type="pres">
      <dgm:prSet presAssocID="{FCED35CB-2E06-4ED2-9886-04F3119E54C9}" presName="iconBgRect" presStyleLbl="bgShp" presStyleIdx="2" presStyleCnt="3"/>
      <dgm:spPr>
        <a:prstGeom prst="round2DiagRect">
          <a:avLst>
            <a:gd name="adj1" fmla="val 29727"/>
            <a:gd name="adj2" fmla="val 0"/>
          </a:avLst>
        </a:prstGeom>
      </dgm:spPr>
    </dgm:pt>
    <dgm:pt modelId="{27FB08A7-753B-4659-AEDA-6B24653976FB}" type="pres">
      <dgm:prSet presAssocID="{FCED35CB-2E06-4ED2-9886-04F3119E54C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hare With Person"/>
        </a:ext>
      </dgm:extLst>
    </dgm:pt>
    <dgm:pt modelId="{A5FB5B09-C3B4-43C7-8519-32DBDF965024}" type="pres">
      <dgm:prSet presAssocID="{FCED35CB-2E06-4ED2-9886-04F3119E54C9}" presName="spaceRect" presStyleCnt="0"/>
      <dgm:spPr/>
    </dgm:pt>
    <dgm:pt modelId="{9FCBC58D-9053-4E66-9B3A-2909EAC421DB}" type="pres">
      <dgm:prSet presAssocID="{FCED35CB-2E06-4ED2-9886-04F3119E54C9}" presName="textRect" presStyleLbl="revTx" presStyleIdx="2" presStyleCnt="3">
        <dgm:presLayoutVars>
          <dgm:chMax val="1"/>
          <dgm:chPref val="1"/>
        </dgm:presLayoutVars>
      </dgm:prSet>
      <dgm:spPr/>
    </dgm:pt>
  </dgm:ptLst>
  <dgm:cxnLst>
    <dgm:cxn modelId="{ADA03106-F71B-4846-8B77-304C3EE0BCD8}" type="presOf" srcId="{0EED604F-264A-4DC1-8480-C2B9E4F831E6}" destId="{57B2F60D-245D-4BFB-9602-C80F3120D726}" srcOrd="0" destOrd="0" presId="urn:microsoft.com/office/officeart/2018/5/layout/IconLeafLabelList"/>
    <dgm:cxn modelId="{C20A6D16-A97E-4449-9499-5BBF726B8585}" type="presOf" srcId="{9B3E0AEB-F973-47C9-801A-5203AB5EAFD6}" destId="{60DE7EF8-980A-442E-9AB9-1866AE20E4A1}" srcOrd="0" destOrd="0" presId="urn:microsoft.com/office/officeart/2018/5/layout/IconLeafLabelList"/>
    <dgm:cxn modelId="{0259C720-AB1D-4DDD-BB13-F1812435480A}" srcId="{9B3E0AEB-F973-47C9-801A-5203AB5EAFD6}" destId="{0EED604F-264A-4DC1-8480-C2B9E4F831E6}" srcOrd="0" destOrd="0" parTransId="{076E033E-AEFB-4E5E-AADE-7A8A5B2FA09E}" sibTransId="{4BD8D04C-E3BD-44BC-81F8-5CEA1FAAF7EF}"/>
    <dgm:cxn modelId="{BBC38436-4BF6-49EB-858D-95A050C8D095}" srcId="{9B3E0AEB-F973-47C9-801A-5203AB5EAFD6}" destId="{198D4C53-A7EF-4A74-9234-DC1DA3F57679}" srcOrd="1" destOrd="0" parTransId="{1E84AA08-720A-4C53-A32B-D59310086D28}" sibTransId="{C586B01A-5EA3-49CB-AC89-8DD386D0A64C}"/>
    <dgm:cxn modelId="{E4FDEA5B-21A0-41F0-BC1E-6E503C6989D5}" type="presOf" srcId="{FCED35CB-2E06-4ED2-9886-04F3119E54C9}" destId="{9FCBC58D-9053-4E66-9B3A-2909EAC421DB}" srcOrd="0" destOrd="0" presId="urn:microsoft.com/office/officeart/2018/5/layout/IconLeafLabelList"/>
    <dgm:cxn modelId="{FCE8EFB3-9934-44BE-91E3-C85D6E810E2D}" type="presOf" srcId="{198D4C53-A7EF-4A74-9234-DC1DA3F57679}" destId="{B981E280-A922-4902-AF6C-094908EB6104}" srcOrd="0" destOrd="0" presId="urn:microsoft.com/office/officeart/2018/5/layout/IconLeafLabelList"/>
    <dgm:cxn modelId="{B28A51BA-7C54-4050-A6F1-6ACB20B28D7E}" srcId="{9B3E0AEB-F973-47C9-801A-5203AB5EAFD6}" destId="{FCED35CB-2E06-4ED2-9886-04F3119E54C9}" srcOrd="2" destOrd="0" parTransId="{AD136724-A356-4DC4-9F6A-376081E87E51}" sibTransId="{AE7CD8ED-2F98-48C8-9F7D-DBA911AF61A1}"/>
    <dgm:cxn modelId="{28468C36-E431-4DAE-A74E-ADF45ECFE0C6}" type="presParOf" srcId="{60DE7EF8-980A-442E-9AB9-1866AE20E4A1}" destId="{B9275472-C828-42D3-AD76-5F0E5569116E}" srcOrd="0" destOrd="0" presId="urn:microsoft.com/office/officeart/2018/5/layout/IconLeafLabelList"/>
    <dgm:cxn modelId="{5AF1517D-93E0-4498-A1C7-DF8EA333DCCC}" type="presParOf" srcId="{B9275472-C828-42D3-AD76-5F0E5569116E}" destId="{4907ADD0-0525-442E-9EF6-81DDAE5EA0D6}" srcOrd="0" destOrd="0" presId="urn:microsoft.com/office/officeart/2018/5/layout/IconLeafLabelList"/>
    <dgm:cxn modelId="{BC7D1456-793F-4EA0-B2CC-B13EC2DA5064}" type="presParOf" srcId="{B9275472-C828-42D3-AD76-5F0E5569116E}" destId="{FCB06CF6-13C2-45DA-A867-71946B7ADE74}" srcOrd="1" destOrd="0" presId="urn:microsoft.com/office/officeart/2018/5/layout/IconLeafLabelList"/>
    <dgm:cxn modelId="{69C7F26B-A592-4678-BADB-AC66287D26A8}" type="presParOf" srcId="{B9275472-C828-42D3-AD76-5F0E5569116E}" destId="{1A551711-B06D-41E4-96BA-5200291867D3}" srcOrd="2" destOrd="0" presId="urn:microsoft.com/office/officeart/2018/5/layout/IconLeafLabelList"/>
    <dgm:cxn modelId="{1E4EC417-0275-4E55-A2BB-62B588BC412D}" type="presParOf" srcId="{B9275472-C828-42D3-AD76-5F0E5569116E}" destId="{57B2F60D-245D-4BFB-9602-C80F3120D726}" srcOrd="3" destOrd="0" presId="urn:microsoft.com/office/officeart/2018/5/layout/IconLeafLabelList"/>
    <dgm:cxn modelId="{6B5F06DB-466C-4381-864F-A44E078AA797}" type="presParOf" srcId="{60DE7EF8-980A-442E-9AB9-1866AE20E4A1}" destId="{6933AFF0-53FB-4C0D-9F9A-3A32C0927BAC}" srcOrd="1" destOrd="0" presId="urn:microsoft.com/office/officeart/2018/5/layout/IconLeafLabelList"/>
    <dgm:cxn modelId="{7A8EBEA1-19A5-4032-A3D1-C09D2FC5FAC3}" type="presParOf" srcId="{60DE7EF8-980A-442E-9AB9-1866AE20E4A1}" destId="{43EAF942-E6F9-47CC-91D1-498850C212C5}" srcOrd="2" destOrd="0" presId="urn:microsoft.com/office/officeart/2018/5/layout/IconLeafLabelList"/>
    <dgm:cxn modelId="{8377DFDB-5D75-43FA-B67A-491CF1DC8CE7}" type="presParOf" srcId="{43EAF942-E6F9-47CC-91D1-498850C212C5}" destId="{E5618A13-F7BA-45D1-BD9F-375BD340FAC3}" srcOrd="0" destOrd="0" presId="urn:microsoft.com/office/officeart/2018/5/layout/IconLeafLabelList"/>
    <dgm:cxn modelId="{20468CE9-B37D-4DF2-BF54-D46037345BAA}" type="presParOf" srcId="{43EAF942-E6F9-47CC-91D1-498850C212C5}" destId="{5412F7DF-EA9F-4233-8642-DC4D6D002979}" srcOrd="1" destOrd="0" presId="urn:microsoft.com/office/officeart/2018/5/layout/IconLeafLabelList"/>
    <dgm:cxn modelId="{67AA8D05-D0FF-4DAA-ABA1-DD905EEFAC15}" type="presParOf" srcId="{43EAF942-E6F9-47CC-91D1-498850C212C5}" destId="{6A5488B3-5861-4803-9754-9F616244CB6D}" srcOrd="2" destOrd="0" presId="urn:microsoft.com/office/officeart/2018/5/layout/IconLeafLabelList"/>
    <dgm:cxn modelId="{01A21FC6-1388-451D-B973-1B062B4F555B}" type="presParOf" srcId="{43EAF942-E6F9-47CC-91D1-498850C212C5}" destId="{B981E280-A922-4902-AF6C-094908EB6104}" srcOrd="3" destOrd="0" presId="urn:microsoft.com/office/officeart/2018/5/layout/IconLeafLabelList"/>
    <dgm:cxn modelId="{28CCE1C9-FA6A-4404-BA69-2E06B53B114C}" type="presParOf" srcId="{60DE7EF8-980A-442E-9AB9-1866AE20E4A1}" destId="{CE0AB220-700C-4F6D-BB8F-D33BA1E93A39}" srcOrd="3" destOrd="0" presId="urn:microsoft.com/office/officeart/2018/5/layout/IconLeafLabelList"/>
    <dgm:cxn modelId="{034FD6C1-A812-4A97-9855-4B4CD78C94C9}" type="presParOf" srcId="{60DE7EF8-980A-442E-9AB9-1866AE20E4A1}" destId="{20C8DE2D-B2AD-40F8-B4E7-5301CDBE8EE4}" srcOrd="4" destOrd="0" presId="urn:microsoft.com/office/officeart/2018/5/layout/IconLeafLabelList"/>
    <dgm:cxn modelId="{BB5E886B-EE81-4319-B987-4FF24EA3899E}" type="presParOf" srcId="{20C8DE2D-B2AD-40F8-B4E7-5301CDBE8EE4}" destId="{719D9034-A0E9-4417-88E3-C1F89F1C7C4E}" srcOrd="0" destOrd="0" presId="urn:microsoft.com/office/officeart/2018/5/layout/IconLeafLabelList"/>
    <dgm:cxn modelId="{157C8DE6-297B-441C-BCAC-7B244AAAF443}" type="presParOf" srcId="{20C8DE2D-B2AD-40F8-B4E7-5301CDBE8EE4}" destId="{27FB08A7-753B-4659-AEDA-6B24653976FB}" srcOrd="1" destOrd="0" presId="urn:microsoft.com/office/officeart/2018/5/layout/IconLeafLabelList"/>
    <dgm:cxn modelId="{167D580D-AF8A-4C31-BD72-4948F5615BDA}" type="presParOf" srcId="{20C8DE2D-B2AD-40F8-B4E7-5301CDBE8EE4}" destId="{A5FB5B09-C3B4-43C7-8519-32DBDF965024}" srcOrd="2" destOrd="0" presId="urn:microsoft.com/office/officeart/2018/5/layout/IconLeafLabelList"/>
    <dgm:cxn modelId="{B7B6E925-B3B2-4299-9FA9-14DA758E66C6}" type="presParOf" srcId="{20C8DE2D-B2AD-40F8-B4E7-5301CDBE8EE4}" destId="{9FCBC58D-9053-4E66-9B3A-2909EAC421DB}"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B868951B-4ABB-44AE-BC71-9C6C245F3EF5}"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D73AF566-3EF2-4306-A963-5514D07F4DFE}">
      <dgm:prSet/>
      <dgm:spPr/>
      <dgm:t>
        <a:bodyPr/>
        <a:lstStyle/>
        <a:p>
          <a:r>
            <a:rPr lang="fr-FR"/>
            <a:t>L’environnement physique : Le lieu est-il adapté et sécurisant ?</a:t>
          </a:r>
          <a:endParaRPr lang="en-US"/>
        </a:p>
      </dgm:t>
    </dgm:pt>
    <dgm:pt modelId="{B0D52433-EA1F-4E20-976D-1F5C9DA2F56C}" type="parTrans" cxnId="{D2469CA7-199E-4B88-8298-82E9DAD5903D}">
      <dgm:prSet/>
      <dgm:spPr/>
      <dgm:t>
        <a:bodyPr/>
        <a:lstStyle/>
        <a:p>
          <a:endParaRPr lang="en-US"/>
        </a:p>
      </dgm:t>
    </dgm:pt>
    <dgm:pt modelId="{42444EF8-5114-4B20-8C73-9F8F9ECBCD0D}" type="sibTrans" cxnId="{D2469CA7-199E-4B88-8298-82E9DAD5903D}">
      <dgm:prSet/>
      <dgm:spPr/>
      <dgm:t>
        <a:bodyPr/>
        <a:lstStyle/>
        <a:p>
          <a:endParaRPr lang="en-US"/>
        </a:p>
      </dgm:t>
    </dgm:pt>
    <dgm:pt modelId="{44C6338A-B806-41B4-B903-F513CA7A81B2}">
      <dgm:prSet/>
      <dgm:spPr/>
      <dgm:t>
        <a:bodyPr/>
        <a:lstStyle/>
        <a:p>
          <a:r>
            <a:rPr lang="fr-FR"/>
            <a:t>L’environnement social : Quelle est la dynamique relationnelle autour de cette personne (famille, proches, équipe) ?</a:t>
          </a:r>
          <a:endParaRPr lang="en-US"/>
        </a:p>
      </dgm:t>
    </dgm:pt>
    <dgm:pt modelId="{9DF3F5DF-B40B-4BE9-AA8D-2AD47F18AF9C}" type="parTrans" cxnId="{5D998D32-A97F-4B17-BBAD-5FC08AFA6F0B}">
      <dgm:prSet/>
      <dgm:spPr/>
      <dgm:t>
        <a:bodyPr/>
        <a:lstStyle/>
        <a:p>
          <a:endParaRPr lang="en-US"/>
        </a:p>
      </dgm:t>
    </dgm:pt>
    <dgm:pt modelId="{6EE4BD33-C7D5-45EB-993D-EF31EFA36CC2}" type="sibTrans" cxnId="{5D998D32-A97F-4B17-BBAD-5FC08AFA6F0B}">
      <dgm:prSet/>
      <dgm:spPr/>
      <dgm:t>
        <a:bodyPr/>
        <a:lstStyle/>
        <a:p>
          <a:endParaRPr lang="en-US"/>
        </a:p>
      </dgm:t>
    </dgm:pt>
    <dgm:pt modelId="{0229E400-78DA-44F0-A2FE-BE052A957051}">
      <dgm:prSet/>
      <dgm:spPr/>
      <dgm:t>
        <a:bodyPr/>
        <a:lstStyle/>
        <a:p>
          <a:r>
            <a:rPr lang="fr-FR"/>
            <a:t>Les ressources disponibles : Matérielles, humaines, institutionnelles.</a:t>
          </a:r>
          <a:endParaRPr lang="en-US"/>
        </a:p>
      </dgm:t>
    </dgm:pt>
    <dgm:pt modelId="{3485E107-5FBD-4D75-B5EE-B3A08501529F}" type="parTrans" cxnId="{9D011C29-6197-457E-AE06-2BA9D975E75B}">
      <dgm:prSet/>
      <dgm:spPr/>
      <dgm:t>
        <a:bodyPr/>
        <a:lstStyle/>
        <a:p>
          <a:endParaRPr lang="en-US"/>
        </a:p>
      </dgm:t>
    </dgm:pt>
    <dgm:pt modelId="{D5FC1418-0836-47DE-B8E1-9F9AE0C912C3}" type="sibTrans" cxnId="{9D011C29-6197-457E-AE06-2BA9D975E75B}">
      <dgm:prSet/>
      <dgm:spPr/>
      <dgm:t>
        <a:bodyPr/>
        <a:lstStyle/>
        <a:p>
          <a:endParaRPr lang="en-US"/>
        </a:p>
      </dgm:t>
    </dgm:pt>
    <dgm:pt modelId="{A2EA54CA-F108-4B23-A7A7-C50CFC30ACBF}" type="pres">
      <dgm:prSet presAssocID="{B868951B-4ABB-44AE-BC71-9C6C245F3EF5}" presName="linear" presStyleCnt="0">
        <dgm:presLayoutVars>
          <dgm:animLvl val="lvl"/>
          <dgm:resizeHandles val="exact"/>
        </dgm:presLayoutVars>
      </dgm:prSet>
      <dgm:spPr/>
    </dgm:pt>
    <dgm:pt modelId="{BE2C40FC-151D-447C-87C5-2C6EC912CE62}" type="pres">
      <dgm:prSet presAssocID="{D73AF566-3EF2-4306-A963-5514D07F4DFE}" presName="parentText" presStyleLbl="node1" presStyleIdx="0" presStyleCnt="3">
        <dgm:presLayoutVars>
          <dgm:chMax val="0"/>
          <dgm:bulletEnabled val="1"/>
        </dgm:presLayoutVars>
      </dgm:prSet>
      <dgm:spPr/>
    </dgm:pt>
    <dgm:pt modelId="{8425FDCF-A254-441B-BDD3-89E9563F3598}" type="pres">
      <dgm:prSet presAssocID="{42444EF8-5114-4B20-8C73-9F8F9ECBCD0D}" presName="spacer" presStyleCnt="0"/>
      <dgm:spPr/>
    </dgm:pt>
    <dgm:pt modelId="{23BAF087-B85F-4406-9F0B-3AF0474D47BC}" type="pres">
      <dgm:prSet presAssocID="{44C6338A-B806-41B4-B903-F513CA7A81B2}" presName="parentText" presStyleLbl="node1" presStyleIdx="1" presStyleCnt="3">
        <dgm:presLayoutVars>
          <dgm:chMax val="0"/>
          <dgm:bulletEnabled val="1"/>
        </dgm:presLayoutVars>
      </dgm:prSet>
      <dgm:spPr/>
    </dgm:pt>
    <dgm:pt modelId="{3B0A4901-6C42-4AE3-8A94-BF52918E5E10}" type="pres">
      <dgm:prSet presAssocID="{6EE4BD33-C7D5-45EB-993D-EF31EFA36CC2}" presName="spacer" presStyleCnt="0"/>
      <dgm:spPr/>
    </dgm:pt>
    <dgm:pt modelId="{8409F351-7026-405E-BCAC-9C91D5E08DB9}" type="pres">
      <dgm:prSet presAssocID="{0229E400-78DA-44F0-A2FE-BE052A957051}" presName="parentText" presStyleLbl="node1" presStyleIdx="2" presStyleCnt="3">
        <dgm:presLayoutVars>
          <dgm:chMax val="0"/>
          <dgm:bulletEnabled val="1"/>
        </dgm:presLayoutVars>
      </dgm:prSet>
      <dgm:spPr/>
    </dgm:pt>
  </dgm:ptLst>
  <dgm:cxnLst>
    <dgm:cxn modelId="{6871C117-4959-4E08-9289-1E14FC4AA003}" type="presOf" srcId="{D73AF566-3EF2-4306-A963-5514D07F4DFE}" destId="{BE2C40FC-151D-447C-87C5-2C6EC912CE62}" srcOrd="0" destOrd="0" presId="urn:microsoft.com/office/officeart/2005/8/layout/vList2"/>
    <dgm:cxn modelId="{901DE01D-9589-4A66-8B2C-37223ED9E544}" type="presOf" srcId="{0229E400-78DA-44F0-A2FE-BE052A957051}" destId="{8409F351-7026-405E-BCAC-9C91D5E08DB9}" srcOrd="0" destOrd="0" presId="urn:microsoft.com/office/officeart/2005/8/layout/vList2"/>
    <dgm:cxn modelId="{9D011C29-6197-457E-AE06-2BA9D975E75B}" srcId="{B868951B-4ABB-44AE-BC71-9C6C245F3EF5}" destId="{0229E400-78DA-44F0-A2FE-BE052A957051}" srcOrd="2" destOrd="0" parTransId="{3485E107-5FBD-4D75-B5EE-B3A08501529F}" sibTransId="{D5FC1418-0836-47DE-B8E1-9F9AE0C912C3}"/>
    <dgm:cxn modelId="{5D998D32-A97F-4B17-BBAD-5FC08AFA6F0B}" srcId="{B868951B-4ABB-44AE-BC71-9C6C245F3EF5}" destId="{44C6338A-B806-41B4-B903-F513CA7A81B2}" srcOrd="1" destOrd="0" parTransId="{9DF3F5DF-B40B-4BE9-AA8D-2AD47F18AF9C}" sibTransId="{6EE4BD33-C7D5-45EB-993D-EF31EFA36CC2}"/>
    <dgm:cxn modelId="{50E4B33E-BC21-4FCC-BB78-D21EC896390A}" type="presOf" srcId="{44C6338A-B806-41B4-B903-F513CA7A81B2}" destId="{23BAF087-B85F-4406-9F0B-3AF0474D47BC}" srcOrd="0" destOrd="0" presId="urn:microsoft.com/office/officeart/2005/8/layout/vList2"/>
    <dgm:cxn modelId="{ACE58073-E77F-4598-B0EA-061800E77C65}" type="presOf" srcId="{B868951B-4ABB-44AE-BC71-9C6C245F3EF5}" destId="{A2EA54CA-F108-4B23-A7A7-C50CFC30ACBF}" srcOrd="0" destOrd="0" presId="urn:microsoft.com/office/officeart/2005/8/layout/vList2"/>
    <dgm:cxn modelId="{D2469CA7-199E-4B88-8298-82E9DAD5903D}" srcId="{B868951B-4ABB-44AE-BC71-9C6C245F3EF5}" destId="{D73AF566-3EF2-4306-A963-5514D07F4DFE}" srcOrd="0" destOrd="0" parTransId="{B0D52433-EA1F-4E20-976D-1F5C9DA2F56C}" sibTransId="{42444EF8-5114-4B20-8C73-9F8F9ECBCD0D}"/>
    <dgm:cxn modelId="{06B6FD4E-A427-4FA0-8BAC-07681EDEAE00}" type="presParOf" srcId="{A2EA54CA-F108-4B23-A7A7-C50CFC30ACBF}" destId="{BE2C40FC-151D-447C-87C5-2C6EC912CE62}" srcOrd="0" destOrd="0" presId="urn:microsoft.com/office/officeart/2005/8/layout/vList2"/>
    <dgm:cxn modelId="{F5C7F7F7-0C5A-46AB-B210-59A0A65F391D}" type="presParOf" srcId="{A2EA54CA-F108-4B23-A7A7-C50CFC30ACBF}" destId="{8425FDCF-A254-441B-BDD3-89E9563F3598}" srcOrd="1" destOrd="0" presId="urn:microsoft.com/office/officeart/2005/8/layout/vList2"/>
    <dgm:cxn modelId="{3AA382FE-0574-408C-AD97-993B30B282E8}" type="presParOf" srcId="{A2EA54CA-F108-4B23-A7A7-C50CFC30ACBF}" destId="{23BAF087-B85F-4406-9F0B-3AF0474D47BC}" srcOrd="2" destOrd="0" presId="urn:microsoft.com/office/officeart/2005/8/layout/vList2"/>
    <dgm:cxn modelId="{96AB116C-F6A8-449A-A1AF-5CDF545C241E}" type="presParOf" srcId="{A2EA54CA-F108-4B23-A7A7-C50CFC30ACBF}" destId="{3B0A4901-6C42-4AE3-8A94-BF52918E5E10}" srcOrd="3" destOrd="0" presId="urn:microsoft.com/office/officeart/2005/8/layout/vList2"/>
    <dgm:cxn modelId="{17D0C9ED-A96E-4763-AC7C-DA0C481D8FEB}" type="presParOf" srcId="{A2EA54CA-F108-4B23-A7A7-C50CFC30ACBF}" destId="{8409F351-7026-405E-BCAC-9C91D5E08DB9}"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4605634-3AA7-4DF9-8EE1-E2002109E31D}"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C37A75E-FA65-4C73-B1C4-EFAD06881135}">
      <dgm:prSet/>
      <dgm:spPr/>
      <dgm:t>
        <a:bodyPr/>
        <a:lstStyle/>
        <a:p>
          <a:r>
            <a:rPr lang="fr-FR"/>
            <a:t>Les cadres législatifs et réglementaires : Respect des droits de l’usager, cadre juridique de l’accompagnement.</a:t>
          </a:r>
          <a:endParaRPr lang="en-US"/>
        </a:p>
      </dgm:t>
    </dgm:pt>
    <dgm:pt modelId="{860AA034-E451-4BA3-8B48-6B617D7EBE26}" type="parTrans" cxnId="{403C08E6-8468-4B43-ABEE-0185CEB2A292}">
      <dgm:prSet/>
      <dgm:spPr/>
      <dgm:t>
        <a:bodyPr/>
        <a:lstStyle/>
        <a:p>
          <a:endParaRPr lang="en-US"/>
        </a:p>
      </dgm:t>
    </dgm:pt>
    <dgm:pt modelId="{125E7767-5DAF-40BC-A92C-936C64059692}" type="sibTrans" cxnId="{403C08E6-8468-4B43-ABEE-0185CEB2A292}">
      <dgm:prSet/>
      <dgm:spPr/>
      <dgm:t>
        <a:bodyPr/>
        <a:lstStyle/>
        <a:p>
          <a:endParaRPr lang="en-US"/>
        </a:p>
      </dgm:t>
    </dgm:pt>
    <dgm:pt modelId="{A5C7FCF2-445B-4D38-A8F7-60C6AE25091B}">
      <dgm:prSet/>
      <dgm:spPr/>
      <dgm:t>
        <a:bodyPr/>
        <a:lstStyle/>
        <a:p>
          <a:r>
            <a:rPr lang="fr-FR"/>
            <a:t>Les limites professionnelles : Gestion des priorités dans des conditions parfois difficiles.</a:t>
          </a:r>
          <a:endParaRPr lang="en-US"/>
        </a:p>
      </dgm:t>
    </dgm:pt>
    <dgm:pt modelId="{F9E6D0CB-A48C-4494-A800-01B69FCD583B}" type="parTrans" cxnId="{8E6D20B7-41EE-449C-A5D7-D1B2F74CB3D2}">
      <dgm:prSet/>
      <dgm:spPr/>
      <dgm:t>
        <a:bodyPr/>
        <a:lstStyle/>
        <a:p>
          <a:endParaRPr lang="en-US"/>
        </a:p>
      </dgm:t>
    </dgm:pt>
    <dgm:pt modelId="{43F79E6E-8D1B-47F3-B605-FDACC47063C4}" type="sibTrans" cxnId="{8E6D20B7-41EE-449C-A5D7-D1B2F74CB3D2}">
      <dgm:prSet/>
      <dgm:spPr/>
      <dgm:t>
        <a:bodyPr/>
        <a:lstStyle/>
        <a:p>
          <a:endParaRPr lang="en-US"/>
        </a:p>
      </dgm:t>
    </dgm:pt>
    <dgm:pt modelId="{DA2773B0-4E79-4560-BBD3-BDA81A013BE4}" type="pres">
      <dgm:prSet presAssocID="{64605634-3AA7-4DF9-8EE1-E2002109E31D}" presName="root" presStyleCnt="0">
        <dgm:presLayoutVars>
          <dgm:dir/>
          <dgm:resizeHandles val="exact"/>
        </dgm:presLayoutVars>
      </dgm:prSet>
      <dgm:spPr/>
    </dgm:pt>
    <dgm:pt modelId="{26A2C84F-06E3-484E-8F4C-EE83F933F004}" type="pres">
      <dgm:prSet presAssocID="{3C37A75E-FA65-4C73-B1C4-EFAD06881135}" presName="compNode" presStyleCnt="0"/>
      <dgm:spPr/>
    </dgm:pt>
    <dgm:pt modelId="{1B2B94C3-0D45-461F-B912-F52B4EF62E47}" type="pres">
      <dgm:prSet presAssocID="{3C37A75E-FA65-4C73-B1C4-EFAD0688113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Juge"/>
        </a:ext>
      </dgm:extLst>
    </dgm:pt>
    <dgm:pt modelId="{093A0BDE-8B61-4585-8205-0070DE78FDAD}" type="pres">
      <dgm:prSet presAssocID="{3C37A75E-FA65-4C73-B1C4-EFAD06881135}" presName="spaceRect" presStyleCnt="0"/>
      <dgm:spPr/>
    </dgm:pt>
    <dgm:pt modelId="{C752CA2D-5DAF-48FB-B177-3784407A3609}" type="pres">
      <dgm:prSet presAssocID="{3C37A75E-FA65-4C73-B1C4-EFAD06881135}" presName="textRect" presStyleLbl="revTx" presStyleIdx="0" presStyleCnt="2">
        <dgm:presLayoutVars>
          <dgm:chMax val="1"/>
          <dgm:chPref val="1"/>
        </dgm:presLayoutVars>
      </dgm:prSet>
      <dgm:spPr/>
    </dgm:pt>
    <dgm:pt modelId="{E6AE7AE5-BC7B-4947-99A0-F82E5AA74E46}" type="pres">
      <dgm:prSet presAssocID="{125E7767-5DAF-40BC-A92C-936C64059692}" presName="sibTrans" presStyleCnt="0"/>
      <dgm:spPr/>
    </dgm:pt>
    <dgm:pt modelId="{1AF12E19-D3CB-4D8E-AA7D-58D8BF27AC15}" type="pres">
      <dgm:prSet presAssocID="{A5C7FCF2-445B-4D38-A8F7-60C6AE25091B}" presName="compNode" presStyleCnt="0"/>
      <dgm:spPr/>
    </dgm:pt>
    <dgm:pt modelId="{D22A2851-1B07-44CC-876A-F634EBA22F65}" type="pres">
      <dgm:prSet presAssocID="{A5C7FCF2-445B-4D38-A8F7-60C6AE25091B}"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Irritant"/>
        </a:ext>
      </dgm:extLst>
    </dgm:pt>
    <dgm:pt modelId="{D75DE190-4378-4E53-8892-7A3EAD34CFED}" type="pres">
      <dgm:prSet presAssocID="{A5C7FCF2-445B-4D38-A8F7-60C6AE25091B}" presName="spaceRect" presStyleCnt="0"/>
      <dgm:spPr/>
    </dgm:pt>
    <dgm:pt modelId="{5FA1F2AF-726E-4FFC-A404-0C4E102D1AE5}" type="pres">
      <dgm:prSet presAssocID="{A5C7FCF2-445B-4D38-A8F7-60C6AE25091B}" presName="textRect" presStyleLbl="revTx" presStyleIdx="1" presStyleCnt="2">
        <dgm:presLayoutVars>
          <dgm:chMax val="1"/>
          <dgm:chPref val="1"/>
        </dgm:presLayoutVars>
      </dgm:prSet>
      <dgm:spPr/>
    </dgm:pt>
  </dgm:ptLst>
  <dgm:cxnLst>
    <dgm:cxn modelId="{12593259-559E-4187-B3B7-280CC37F20F7}" type="presOf" srcId="{A5C7FCF2-445B-4D38-A8F7-60C6AE25091B}" destId="{5FA1F2AF-726E-4FFC-A404-0C4E102D1AE5}" srcOrd="0" destOrd="0" presId="urn:microsoft.com/office/officeart/2018/2/layout/IconLabelList"/>
    <dgm:cxn modelId="{C86519AB-E17E-42A9-A92D-1B2BCDE28872}" type="presOf" srcId="{64605634-3AA7-4DF9-8EE1-E2002109E31D}" destId="{DA2773B0-4E79-4560-BBD3-BDA81A013BE4}" srcOrd="0" destOrd="0" presId="urn:microsoft.com/office/officeart/2018/2/layout/IconLabelList"/>
    <dgm:cxn modelId="{8E6D20B7-41EE-449C-A5D7-D1B2F74CB3D2}" srcId="{64605634-3AA7-4DF9-8EE1-E2002109E31D}" destId="{A5C7FCF2-445B-4D38-A8F7-60C6AE25091B}" srcOrd="1" destOrd="0" parTransId="{F9E6D0CB-A48C-4494-A800-01B69FCD583B}" sibTransId="{43F79E6E-8D1B-47F3-B605-FDACC47063C4}"/>
    <dgm:cxn modelId="{403C08E6-8468-4B43-ABEE-0185CEB2A292}" srcId="{64605634-3AA7-4DF9-8EE1-E2002109E31D}" destId="{3C37A75E-FA65-4C73-B1C4-EFAD06881135}" srcOrd="0" destOrd="0" parTransId="{860AA034-E451-4BA3-8B48-6B617D7EBE26}" sibTransId="{125E7767-5DAF-40BC-A92C-936C64059692}"/>
    <dgm:cxn modelId="{BA9A40FA-8B09-412D-8C8C-7E8384696141}" type="presOf" srcId="{3C37A75E-FA65-4C73-B1C4-EFAD06881135}" destId="{C752CA2D-5DAF-48FB-B177-3784407A3609}" srcOrd="0" destOrd="0" presId="urn:microsoft.com/office/officeart/2018/2/layout/IconLabelList"/>
    <dgm:cxn modelId="{F68543AC-1FF2-403F-B66A-2106B3675548}" type="presParOf" srcId="{DA2773B0-4E79-4560-BBD3-BDA81A013BE4}" destId="{26A2C84F-06E3-484E-8F4C-EE83F933F004}" srcOrd="0" destOrd="0" presId="urn:microsoft.com/office/officeart/2018/2/layout/IconLabelList"/>
    <dgm:cxn modelId="{1DCD6E41-31A5-41D3-AE29-431CA7257BA8}" type="presParOf" srcId="{26A2C84F-06E3-484E-8F4C-EE83F933F004}" destId="{1B2B94C3-0D45-461F-B912-F52B4EF62E47}" srcOrd="0" destOrd="0" presId="urn:microsoft.com/office/officeart/2018/2/layout/IconLabelList"/>
    <dgm:cxn modelId="{510DDF49-302E-42BD-9522-A24C36BBFD75}" type="presParOf" srcId="{26A2C84F-06E3-484E-8F4C-EE83F933F004}" destId="{093A0BDE-8B61-4585-8205-0070DE78FDAD}" srcOrd="1" destOrd="0" presId="urn:microsoft.com/office/officeart/2018/2/layout/IconLabelList"/>
    <dgm:cxn modelId="{B2358836-BCAB-4D0F-9FF6-D88C29D57CAE}" type="presParOf" srcId="{26A2C84F-06E3-484E-8F4C-EE83F933F004}" destId="{C752CA2D-5DAF-48FB-B177-3784407A3609}" srcOrd="2" destOrd="0" presId="urn:microsoft.com/office/officeart/2018/2/layout/IconLabelList"/>
    <dgm:cxn modelId="{E838CD82-227F-4B12-ACCB-5B30B3422965}" type="presParOf" srcId="{DA2773B0-4E79-4560-BBD3-BDA81A013BE4}" destId="{E6AE7AE5-BC7B-4947-99A0-F82E5AA74E46}" srcOrd="1" destOrd="0" presId="urn:microsoft.com/office/officeart/2018/2/layout/IconLabelList"/>
    <dgm:cxn modelId="{3AD6449A-DA8D-40F2-B678-5C4BEFC25104}" type="presParOf" srcId="{DA2773B0-4E79-4560-BBD3-BDA81A013BE4}" destId="{1AF12E19-D3CB-4D8E-AA7D-58D8BF27AC15}" srcOrd="2" destOrd="0" presId="urn:microsoft.com/office/officeart/2018/2/layout/IconLabelList"/>
    <dgm:cxn modelId="{62627E08-04DA-49C2-A53C-69B2DF899DB8}" type="presParOf" srcId="{1AF12E19-D3CB-4D8E-AA7D-58D8BF27AC15}" destId="{D22A2851-1B07-44CC-876A-F634EBA22F65}" srcOrd="0" destOrd="0" presId="urn:microsoft.com/office/officeart/2018/2/layout/IconLabelList"/>
    <dgm:cxn modelId="{594683F5-6621-4B12-A017-9FB8C6493220}" type="presParOf" srcId="{1AF12E19-D3CB-4D8E-AA7D-58D8BF27AC15}" destId="{D75DE190-4378-4E53-8892-7A3EAD34CFED}" srcOrd="1" destOrd="0" presId="urn:microsoft.com/office/officeart/2018/2/layout/IconLabelList"/>
    <dgm:cxn modelId="{07E8CE25-0B44-4D9B-85B1-26217DBB99D9}" type="presParOf" srcId="{1AF12E19-D3CB-4D8E-AA7D-58D8BF27AC15}" destId="{5FA1F2AF-726E-4FFC-A404-0C4E102D1AE5}"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BE739E5-0A3D-4AE8-8548-6830FFC9B1C6}"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BE49820D-E2A2-42B1-837B-F997109C67CD}">
      <dgm:prSet/>
      <dgm:spPr/>
      <dgm:t>
        <a:bodyPr/>
        <a:lstStyle/>
        <a:p>
          <a:r>
            <a:rPr lang="fr-FR"/>
            <a:t>Observer sans juger</a:t>
          </a:r>
          <a:endParaRPr lang="en-US"/>
        </a:p>
      </dgm:t>
    </dgm:pt>
    <dgm:pt modelId="{A295CFC4-7BCA-4471-BC09-5FB1B7075408}" type="parTrans" cxnId="{2577C53E-68A3-4325-9424-277C7FBCC773}">
      <dgm:prSet/>
      <dgm:spPr/>
      <dgm:t>
        <a:bodyPr/>
        <a:lstStyle/>
        <a:p>
          <a:endParaRPr lang="en-US"/>
        </a:p>
      </dgm:t>
    </dgm:pt>
    <dgm:pt modelId="{DDF57977-899C-4D89-AEDF-049BC5969D0D}" type="sibTrans" cxnId="{2577C53E-68A3-4325-9424-277C7FBCC773}">
      <dgm:prSet/>
      <dgm:spPr/>
      <dgm:t>
        <a:bodyPr/>
        <a:lstStyle/>
        <a:p>
          <a:endParaRPr lang="en-US"/>
        </a:p>
      </dgm:t>
    </dgm:pt>
    <dgm:pt modelId="{44BBA979-1C06-4B9E-B4E9-662D59BC460C}">
      <dgm:prSet/>
      <dgm:spPr/>
      <dgm:t>
        <a:bodyPr/>
        <a:lstStyle/>
        <a:p>
          <a:r>
            <a:rPr lang="fr-FR"/>
            <a:t>Poser les bonnes questions</a:t>
          </a:r>
          <a:endParaRPr lang="en-US"/>
        </a:p>
      </dgm:t>
    </dgm:pt>
    <dgm:pt modelId="{D207AF96-7672-4529-9195-49E81B6BAD57}" type="parTrans" cxnId="{30803DFA-4F1E-4B9F-88E5-269459ECD949}">
      <dgm:prSet/>
      <dgm:spPr/>
      <dgm:t>
        <a:bodyPr/>
        <a:lstStyle/>
        <a:p>
          <a:endParaRPr lang="en-US"/>
        </a:p>
      </dgm:t>
    </dgm:pt>
    <dgm:pt modelId="{ACA427A7-F192-4F2E-8405-CC6D73889721}" type="sibTrans" cxnId="{30803DFA-4F1E-4B9F-88E5-269459ECD949}">
      <dgm:prSet/>
      <dgm:spPr/>
      <dgm:t>
        <a:bodyPr/>
        <a:lstStyle/>
        <a:p>
          <a:endParaRPr lang="en-US"/>
        </a:p>
      </dgm:t>
    </dgm:pt>
    <dgm:pt modelId="{C02D72C7-B865-4D40-9733-543F4DEF1919}">
      <dgm:prSet/>
      <dgm:spPr/>
      <dgm:t>
        <a:bodyPr/>
        <a:lstStyle/>
        <a:p>
          <a:r>
            <a:rPr lang="fr-FR" dirty="0"/>
            <a:t>Croiser les regards</a:t>
          </a:r>
          <a:endParaRPr lang="en-US" dirty="0"/>
        </a:p>
      </dgm:t>
    </dgm:pt>
    <dgm:pt modelId="{DB1D2147-97D5-43CA-B151-6C491628CC3B}" type="parTrans" cxnId="{3BC626BB-6BF3-4B42-98A5-E319BCCDDEBB}">
      <dgm:prSet/>
      <dgm:spPr/>
      <dgm:t>
        <a:bodyPr/>
        <a:lstStyle/>
        <a:p>
          <a:endParaRPr lang="en-US"/>
        </a:p>
      </dgm:t>
    </dgm:pt>
    <dgm:pt modelId="{91EB609E-F73C-4932-855C-67C91A60E2D5}" type="sibTrans" cxnId="{3BC626BB-6BF3-4B42-98A5-E319BCCDDEBB}">
      <dgm:prSet/>
      <dgm:spPr/>
      <dgm:t>
        <a:bodyPr/>
        <a:lstStyle/>
        <a:p>
          <a:endParaRPr lang="en-US"/>
        </a:p>
      </dgm:t>
    </dgm:pt>
    <dgm:pt modelId="{188F9C46-F483-4944-B71F-0B4C75876B58}">
      <dgm:prSet/>
      <dgm:spPr/>
      <dgm:t>
        <a:bodyPr/>
        <a:lstStyle/>
        <a:p>
          <a:r>
            <a:rPr lang="fr-FR" dirty="0"/>
            <a:t>Documenter et structurer l’analyse les regards</a:t>
          </a:r>
          <a:endParaRPr lang="en-US" dirty="0"/>
        </a:p>
      </dgm:t>
    </dgm:pt>
    <dgm:pt modelId="{771351C0-F303-421C-BF08-80F0A2CBCE7A}" type="parTrans" cxnId="{BEC477F9-6C08-4C9F-9675-529B6B864DFE}">
      <dgm:prSet/>
      <dgm:spPr/>
      <dgm:t>
        <a:bodyPr/>
        <a:lstStyle/>
        <a:p>
          <a:endParaRPr lang="en-US"/>
        </a:p>
      </dgm:t>
    </dgm:pt>
    <dgm:pt modelId="{FADB829E-2379-4C98-BDCD-60E3FC57F976}" type="sibTrans" cxnId="{BEC477F9-6C08-4C9F-9675-529B6B864DFE}">
      <dgm:prSet/>
      <dgm:spPr/>
      <dgm:t>
        <a:bodyPr/>
        <a:lstStyle/>
        <a:p>
          <a:endParaRPr lang="en-US"/>
        </a:p>
      </dgm:t>
    </dgm:pt>
    <dgm:pt modelId="{C00FDCDF-AC75-4833-9B03-EE70618EE314}" type="pres">
      <dgm:prSet presAssocID="{3BE739E5-0A3D-4AE8-8548-6830FFC9B1C6}" presName="linear" presStyleCnt="0">
        <dgm:presLayoutVars>
          <dgm:animLvl val="lvl"/>
          <dgm:resizeHandles val="exact"/>
        </dgm:presLayoutVars>
      </dgm:prSet>
      <dgm:spPr/>
    </dgm:pt>
    <dgm:pt modelId="{AD6556C2-F4B1-4076-B36D-0A4F0236A30C}" type="pres">
      <dgm:prSet presAssocID="{BE49820D-E2A2-42B1-837B-F997109C67CD}" presName="parentText" presStyleLbl="node1" presStyleIdx="0" presStyleCnt="4">
        <dgm:presLayoutVars>
          <dgm:chMax val="0"/>
          <dgm:bulletEnabled val="1"/>
        </dgm:presLayoutVars>
      </dgm:prSet>
      <dgm:spPr/>
    </dgm:pt>
    <dgm:pt modelId="{BD444683-5B7D-47EC-87DA-F3B4D4E75DC8}" type="pres">
      <dgm:prSet presAssocID="{DDF57977-899C-4D89-AEDF-049BC5969D0D}" presName="spacer" presStyleCnt="0"/>
      <dgm:spPr/>
    </dgm:pt>
    <dgm:pt modelId="{C2B3E98F-115A-40F5-BF82-1494F8C9E31F}" type="pres">
      <dgm:prSet presAssocID="{44BBA979-1C06-4B9E-B4E9-662D59BC460C}" presName="parentText" presStyleLbl="node1" presStyleIdx="1" presStyleCnt="4">
        <dgm:presLayoutVars>
          <dgm:chMax val="0"/>
          <dgm:bulletEnabled val="1"/>
        </dgm:presLayoutVars>
      </dgm:prSet>
      <dgm:spPr/>
    </dgm:pt>
    <dgm:pt modelId="{CEBAC312-858D-403A-B390-AD1B1B753649}" type="pres">
      <dgm:prSet presAssocID="{ACA427A7-F192-4F2E-8405-CC6D73889721}" presName="spacer" presStyleCnt="0"/>
      <dgm:spPr/>
    </dgm:pt>
    <dgm:pt modelId="{304FC69E-A793-498E-8B41-4198A4643AA9}" type="pres">
      <dgm:prSet presAssocID="{C02D72C7-B865-4D40-9733-543F4DEF1919}" presName="parentText" presStyleLbl="node1" presStyleIdx="2" presStyleCnt="4">
        <dgm:presLayoutVars>
          <dgm:chMax val="0"/>
          <dgm:bulletEnabled val="1"/>
        </dgm:presLayoutVars>
      </dgm:prSet>
      <dgm:spPr/>
    </dgm:pt>
    <dgm:pt modelId="{46212EFE-63AB-40C6-B530-E71C01572907}" type="pres">
      <dgm:prSet presAssocID="{91EB609E-F73C-4932-855C-67C91A60E2D5}" presName="spacer" presStyleCnt="0"/>
      <dgm:spPr/>
    </dgm:pt>
    <dgm:pt modelId="{145007BC-54FF-4622-A822-75EFA2003FF3}" type="pres">
      <dgm:prSet presAssocID="{188F9C46-F483-4944-B71F-0B4C75876B58}" presName="parentText" presStyleLbl="node1" presStyleIdx="3" presStyleCnt="4">
        <dgm:presLayoutVars>
          <dgm:chMax val="0"/>
          <dgm:bulletEnabled val="1"/>
        </dgm:presLayoutVars>
      </dgm:prSet>
      <dgm:spPr/>
    </dgm:pt>
  </dgm:ptLst>
  <dgm:cxnLst>
    <dgm:cxn modelId="{7191B01B-70E1-4CD9-83A4-A3370FE24D25}" type="presOf" srcId="{44BBA979-1C06-4B9E-B4E9-662D59BC460C}" destId="{C2B3E98F-115A-40F5-BF82-1494F8C9E31F}" srcOrd="0" destOrd="0" presId="urn:microsoft.com/office/officeart/2005/8/layout/vList2"/>
    <dgm:cxn modelId="{F1AE7527-C169-463B-9A7F-7A34A745E7F8}" type="presOf" srcId="{C02D72C7-B865-4D40-9733-543F4DEF1919}" destId="{304FC69E-A793-498E-8B41-4198A4643AA9}" srcOrd="0" destOrd="0" presId="urn:microsoft.com/office/officeart/2005/8/layout/vList2"/>
    <dgm:cxn modelId="{2577C53E-68A3-4325-9424-277C7FBCC773}" srcId="{3BE739E5-0A3D-4AE8-8548-6830FFC9B1C6}" destId="{BE49820D-E2A2-42B1-837B-F997109C67CD}" srcOrd="0" destOrd="0" parTransId="{A295CFC4-7BCA-4471-BC09-5FB1B7075408}" sibTransId="{DDF57977-899C-4D89-AEDF-049BC5969D0D}"/>
    <dgm:cxn modelId="{A077F960-A0DF-4145-BF06-6213B8E807EF}" type="presOf" srcId="{BE49820D-E2A2-42B1-837B-F997109C67CD}" destId="{AD6556C2-F4B1-4076-B36D-0A4F0236A30C}" srcOrd="0" destOrd="0" presId="urn:microsoft.com/office/officeart/2005/8/layout/vList2"/>
    <dgm:cxn modelId="{F0541F94-30A9-469D-A495-7A6FBD145C3F}" type="presOf" srcId="{188F9C46-F483-4944-B71F-0B4C75876B58}" destId="{145007BC-54FF-4622-A822-75EFA2003FF3}" srcOrd="0" destOrd="0" presId="urn:microsoft.com/office/officeart/2005/8/layout/vList2"/>
    <dgm:cxn modelId="{3BC626BB-6BF3-4B42-98A5-E319BCCDDEBB}" srcId="{3BE739E5-0A3D-4AE8-8548-6830FFC9B1C6}" destId="{C02D72C7-B865-4D40-9733-543F4DEF1919}" srcOrd="2" destOrd="0" parTransId="{DB1D2147-97D5-43CA-B151-6C491628CC3B}" sibTransId="{91EB609E-F73C-4932-855C-67C91A60E2D5}"/>
    <dgm:cxn modelId="{54D723CF-11D7-45F4-90E4-CF62BB867611}" type="presOf" srcId="{3BE739E5-0A3D-4AE8-8548-6830FFC9B1C6}" destId="{C00FDCDF-AC75-4833-9B03-EE70618EE314}" srcOrd="0" destOrd="0" presId="urn:microsoft.com/office/officeart/2005/8/layout/vList2"/>
    <dgm:cxn modelId="{BEC477F9-6C08-4C9F-9675-529B6B864DFE}" srcId="{3BE739E5-0A3D-4AE8-8548-6830FFC9B1C6}" destId="{188F9C46-F483-4944-B71F-0B4C75876B58}" srcOrd="3" destOrd="0" parTransId="{771351C0-F303-421C-BF08-80F0A2CBCE7A}" sibTransId="{FADB829E-2379-4C98-BDCD-60E3FC57F976}"/>
    <dgm:cxn modelId="{30803DFA-4F1E-4B9F-88E5-269459ECD949}" srcId="{3BE739E5-0A3D-4AE8-8548-6830FFC9B1C6}" destId="{44BBA979-1C06-4B9E-B4E9-662D59BC460C}" srcOrd="1" destOrd="0" parTransId="{D207AF96-7672-4529-9195-49E81B6BAD57}" sibTransId="{ACA427A7-F192-4F2E-8405-CC6D73889721}"/>
    <dgm:cxn modelId="{344E0A14-D030-4DC6-B9B7-6757B359BC36}" type="presParOf" srcId="{C00FDCDF-AC75-4833-9B03-EE70618EE314}" destId="{AD6556C2-F4B1-4076-B36D-0A4F0236A30C}" srcOrd="0" destOrd="0" presId="urn:microsoft.com/office/officeart/2005/8/layout/vList2"/>
    <dgm:cxn modelId="{D1DD2298-2F6C-4898-AA47-BDE2618A22C2}" type="presParOf" srcId="{C00FDCDF-AC75-4833-9B03-EE70618EE314}" destId="{BD444683-5B7D-47EC-87DA-F3B4D4E75DC8}" srcOrd="1" destOrd="0" presId="urn:microsoft.com/office/officeart/2005/8/layout/vList2"/>
    <dgm:cxn modelId="{3024A800-2E81-42E0-8315-E0B014CCF7FA}" type="presParOf" srcId="{C00FDCDF-AC75-4833-9B03-EE70618EE314}" destId="{C2B3E98F-115A-40F5-BF82-1494F8C9E31F}" srcOrd="2" destOrd="0" presId="urn:microsoft.com/office/officeart/2005/8/layout/vList2"/>
    <dgm:cxn modelId="{6B76AFBA-C26B-4D31-B9C8-4B54A812BE9E}" type="presParOf" srcId="{C00FDCDF-AC75-4833-9B03-EE70618EE314}" destId="{CEBAC312-858D-403A-B390-AD1B1B753649}" srcOrd="3" destOrd="0" presId="urn:microsoft.com/office/officeart/2005/8/layout/vList2"/>
    <dgm:cxn modelId="{C2C84D3F-1FF1-4B45-8128-E98E140AD13B}" type="presParOf" srcId="{C00FDCDF-AC75-4833-9B03-EE70618EE314}" destId="{304FC69E-A793-498E-8B41-4198A4643AA9}" srcOrd="4" destOrd="0" presId="urn:microsoft.com/office/officeart/2005/8/layout/vList2"/>
    <dgm:cxn modelId="{80A8837E-62CF-4BF8-BB17-01626D8A8DE0}" type="presParOf" srcId="{C00FDCDF-AC75-4833-9B03-EE70618EE314}" destId="{46212EFE-63AB-40C6-B530-E71C01572907}" srcOrd="5" destOrd="0" presId="urn:microsoft.com/office/officeart/2005/8/layout/vList2"/>
    <dgm:cxn modelId="{1F35307B-D5DB-4127-994E-B14E1B8FE824}" type="presParOf" srcId="{C00FDCDF-AC75-4833-9B03-EE70618EE314}" destId="{145007BC-54FF-4622-A822-75EFA2003FF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14D69BEC-235B-48F3-B812-C7EE5574F9A6}" type="doc">
      <dgm:prSet loTypeId="urn:microsoft.com/office/officeart/2018/5/layout/IconLeaf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23D2FD7B-BB95-4CB7-A1A3-8DD89B3E4590}">
      <dgm:prSet/>
      <dgm:spPr/>
      <dgm:t>
        <a:bodyPr/>
        <a:lstStyle/>
        <a:p>
          <a:pPr>
            <a:defRPr cap="all"/>
          </a:pPr>
          <a:r>
            <a:rPr lang="fr-FR"/>
            <a:t>Techniques d’observation active pour comprendre sans préjugés.</a:t>
          </a:r>
          <a:endParaRPr lang="en-US"/>
        </a:p>
      </dgm:t>
    </dgm:pt>
    <dgm:pt modelId="{6B7C7DE1-3F69-4241-B3A8-A0F28178F8CD}" type="parTrans" cxnId="{E7E70F37-335E-4AC6-94BB-278265723F25}">
      <dgm:prSet/>
      <dgm:spPr/>
      <dgm:t>
        <a:bodyPr/>
        <a:lstStyle/>
        <a:p>
          <a:endParaRPr lang="en-US"/>
        </a:p>
      </dgm:t>
    </dgm:pt>
    <dgm:pt modelId="{3E7BA791-A458-4570-A9C3-8042746E5170}" type="sibTrans" cxnId="{E7E70F37-335E-4AC6-94BB-278265723F25}">
      <dgm:prSet/>
      <dgm:spPr/>
      <dgm:t>
        <a:bodyPr/>
        <a:lstStyle/>
        <a:p>
          <a:endParaRPr lang="en-US"/>
        </a:p>
      </dgm:t>
    </dgm:pt>
    <dgm:pt modelId="{ADA6779C-0F74-4706-BD0B-EC90D2CEA81B}">
      <dgm:prSet/>
      <dgm:spPr/>
      <dgm:t>
        <a:bodyPr/>
        <a:lstStyle/>
        <a:p>
          <a:pPr>
            <a:defRPr cap="all"/>
          </a:pPr>
          <a:r>
            <a:rPr lang="fr-FR"/>
            <a:t>Reconnaître ses propres biais pour éviter d'influencer l’analyse.</a:t>
          </a:r>
          <a:endParaRPr lang="en-US"/>
        </a:p>
      </dgm:t>
    </dgm:pt>
    <dgm:pt modelId="{68CCA24C-4968-4D10-8E7E-984536BC5256}" type="parTrans" cxnId="{EEC4DB47-9326-49CB-A232-DE3906E53FE2}">
      <dgm:prSet/>
      <dgm:spPr/>
      <dgm:t>
        <a:bodyPr/>
        <a:lstStyle/>
        <a:p>
          <a:endParaRPr lang="en-US"/>
        </a:p>
      </dgm:t>
    </dgm:pt>
    <dgm:pt modelId="{5A3FFA9B-90D2-4966-9D2A-AC5E9C1453C1}" type="sibTrans" cxnId="{EEC4DB47-9326-49CB-A232-DE3906E53FE2}">
      <dgm:prSet/>
      <dgm:spPr/>
      <dgm:t>
        <a:bodyPr/>
        <a:lstStyle/>
        <a:p>
          <a:endParaRPr lang="en-US"/>
        </a:p>
      </dgm:t>
    </dgm:pt>
    <dgm:pt modelId="{56F5262C-7E10-488B-A1DC-685F3DDE350A}" type="pres">
      <dgm:prSet presAssocID="{14D69BEC-235B-48F3-B812-C7EE5574F9A6}" presName="root" presStyleCnt="0">
        <dgm:presLayoutVars>
          <dgm:dir/>
          <dgm:resizeHandles val="exact"/>
        </dgm:presLayoutVars>
      </dgm:prSet>
      <dgm:spPr/>
    </dgm:pt>
    <dgm:pt modelId="{DB377014-F7F9-4F91-AEA6-4CBD68245673}" type="pres">
      <dgm:prSet presAssocID="{23D2FD7B-BB95-4CB7-A1A3-8DD89B3E4590}" presName="compNode" presStyleCnt="0"/>
      <dgm:spPr/>
    </dgm:pt>
    <dgm:pt modelId="{57785DE9-C8F6-4D83-8AC5-6A9D144E2CCF}" type="pres">
      <dgm:prSet presAssocID="{23D2FD7B-BB95-4CB7-A1A3-8DD89B3E4590}" presName="iconBgRect" presStyleLbl="bgShp" presStyleIdx="0" presStyleCnt="2"/>
      <dgm:spPr>
        <a:prstGeom prst="round2DiagRect">
          <a:avLst>
            <a:gd name="adj1" fmla="val 29727"/>
            <a:gd name="adj2" fmla="val 0"/>
          </a:avLst>
        </a:prstGeom>
      </dgm:spPr>
    </dgm:pt>
    <dgm:pt modelId="{0A798711-D3EC-49BC-84B6-44118B1F8207}" type="pres">
      <dgm:prSet presAssocID="{23D2FD7B-BB95-4CB7-A1A3-8DD89B3E459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042DA9D9-877A-4F53-86B3-8A5D8420511F}" type="pres">
      <dgm:prSet presAssocID="{23D2FD7B-BB95-4CB7-A1A3-8DD89B3E4590}" presName="spaceRect" presStyleCnt="0"/>
      <dgm:spPr/>
    </dgm:pt>
    <dgm:pt modelId="{C4549C56-3D0E-4D14-BBFF-378BE9364F43}" type="pres">
      <dgm:prSet presAssocID="{23D2FD7B-BB95-4CB7-A1A3-8DD89B3E4590}" presName="textRect" presStyleLbl="revTx" presStyleIdx="0" presStyleCnt="2">
        <dgm:presLayoutVars>
          <dgm:chMax val="1"/>
          <dgm:chPref val="1"/>
        </dgm:presLayoutVars>
      </dgm:prSet>
      <dgm:spPr/>
    </dgm:pt>
    <dgm:pt modelId="{C6D51BAA-BEC6-4B79-80B5-A4282F81374E}" type="pres">
      <dgm:prSet presAssocID="{3E7BA791-A458-4570-A9C3-8042746E5170}" presName="sibTrans" presStyleCnt="0"/>
      <dgm:spPr/>
    </dgm:pt>
    <dgm:pt modelId="{2A00F5FF-D117-479A-8E4D-27222A323F66}" type="pres">
      <dgm:prSet presAssocID="{ADA6779C-0F74-4706-BD0B-EC90D2CEA81B}" presName="compNode" presStyleCnt="0"/>
      <dgm:spPr/>
    </dgm:pt>
    <dgm:pt modelId="{4BD30AEA-C83F-4459-9760-A45B16366DDD}" type="pres">
      <dgm:prSet presAssocID="{ADA6779C-0F74-4706-BD0B-EC90D2CEA81B}" presName="iconBgRect" presStyleLbl="bgShp" presStyleIdx="1" presStyleCnt="2"/>
      <dgm:spPr>
        <a:prstGeom prst="round2DiagRect">
          <a:avLst>
            <a:gd name="adj1" fmla="val 29727"/>
            <a:gd name="adj2" fmla="val 0"/>
          </a:avLst>
        </a:prstGeom>
      </dgm:spPr>
    </dgm:pt>
    <dgm:pt modelId="{6D99E75B-5A1C-4499-BE42-BE2A0E9D51BA}" type="pres">
      <dgm:prSet presAssocID="{ADA6779C-0F74-4706-BD0B-EC90D2CEA81B}"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Irritant"/>
        </a:ext>
      </dgm:extLst>
    </dgm:pt>
    <dgm:pt modelId="{8D0E06F2-F7F7-48EF-8BDD-A06D97773465}" type="pres">
      <dgm:prSet presAssocID="{ADA6779C-0F74-4706-BD0B-EC90D2CEA81B}" presName="spaceRect" presStyleCnt="0"/>
      <dgm:spPr/>
    </dgm:pt>
    <dgm:pt modelId="{33AD224A-127F-4199-801B-990D93C3099A}" type="pres">
      <dgm:prSet presAssocID="{ADA6779C-0F74-4706-BD0B-EC90D2CEA81B}" presName="textRect" presStyleLbl="revTx" presStyleIdx="1" presStyleCnt="2">
        <dgm:presLayoutVars>
          <dgm:chMax val="1"/>
          <dgm:chPref val="1"/>
        </dgm:presLayoutVars>
      </dgm:prSet>
      <dgm:spPr/>
    </dgm:pt>
  </dgm:ptLst>
  <dgm:cxnLst>
    <dgm:cxn modelId="{E7E70F37-335E-4AC6-94BB-278265723F25}" srcId="{14D69BEC-235B-48F3-B812-C7EE5574F9A6}" destId="{23D2FD7B-BB95-4CB7-A1A3-8DD89B3E4590}" srcOrd="0" destOrd="0" parTransId="{6B7C7DE1-3F69-4241-B3A8-A0F28178F8CD}" sibTransId="{3E7BA791-A458-4570-A9C3-8042746E5170}"/>
    <dgm:cxn modelId="{EEC4DB47-9326-49CB-A232-DE3906E53FE2}" srcId="{14D69BEC-235B-48F3-B812-C7EE5574F9A6}" destId="{ADA6779C-0F74-4706-BD0B-EC90D2CEA81B}" srcOrd="1" destOrd="0" parTransId="{68CCA24C-4968-4D10-8E7E-984536BC5256}" sibTransId="{5A3FFA9B-90D2-4966-9D2A-AC5E9C1453C1}"/>
    <dgm:cxn modelId="{C41A9D74-96C8-40E6-BFEE-D31AD97908B0}" type="presOf" srcId="{23D2FD7B-BB95-4CB7-A1A3-8DD89B3E4590}" destId="{C4549C56-3D0E-4D14-BBFF-378BE9364F43}" srcOrd="0" destOrd="0" presId="urn:microsoft.com/office/officeart/2018/5/layout/IconLeafLabelList"/>
    <dgm:cxn modelId="{A576AAD0-4A0F-42E6-803F-FF76C4224E57}" type="presOf" srcId="{14D69BEC-235B-48F3-B812-C7EE5574F9A6}" destId="{56F5262C-7E10-488B-A1DC-685F3DDE350A}" srcOrd="0" destOrd="0" presId="urn:microsoft.com/office/officeart/2018/5/layout/IconLeafLabelList"/>
    <dgm:cxn modelId="{E15480D6-5B78-4879-BF3A-BE4ED2DD4E68}" type="presOf" srcId="{ADA6779C-0F74-4706-BD0B-EC90D2CEA81B}" destId="{33AD224A-127F-4199-801B-990D93C3099A}" srcOrd="0" destOrd="0" presId="urn:microsoft.com/office/officeart/2018/5/layout/IconLeafLabelList"/>
    <dgm:cxn modelId="{F5A81DF5-73FB-4D97-9D29-D5A5B6CBAC4E}" type="presParOf" srcId="{56F5262C-7E10-488B-A1DC-685F3DDE350A}" destId="{DB377014-F7F9-4F91-AEA6-4CBD68245673}" srcOrd="0" destOrd="0" presId="urn:microsoft.com/office/officeart/2018/5/layout/IconLeafLabelList"/>
    <dgm:cxn modelId="{3CB65FA2-E180-49C4-B85F-0309F1B2AB85}" type="presParOf" srcId="{DB377014-F7F9-4F91-AEA6-4CBD68245673}" destId="{57785DE9-C8F6-4D83-8AC5-6A9D144E2CCF}" srcOrd="0" destOrd="0" presId="urn:microsoft.com/office/officeart/2018/5/layout/IconLeafLabelList"/>
    <dgm:cxn modelId="{73935753-02EF-4BDE-8A6E-9AB6217A151C}" type="presParOf" srcId="{DB377014-F7F9-4F91-AEA6-4CBD68245673}" destId="{0A798711-D3EC-49BC-84B6-44118B1F8207}" srcOrd="1" destOrd="0" presId="urn:microsoft.com/office/officeart/2018/5/layout/IconLeafLabelList"/>
    <dgm:cxn modelId="{1647681A-5FB8-4174-88A9-0434868B18F3}" type="presParOf" srcId="{DB377014-F7F9-4F91-AEA6-4CBD68245673}" destId="{042DA9D9-877A-4F53-86B3-8A5D8420511F}" srcOrd="2" destOrd="0" presId="urn:microsoft.com/office/officeart/2018/5/layout/IconLeafLabelList"/>
    <dgm:cxn modelId="{5BFDC851-6682-4025-AE2A-3E13D3E2F6B3}" type="presParOf" srcId="{DB377014-F7F9-4F91-AEA6-4CBD68245673}" destId="{C4549C56-3D0E-4D14-BBFF-378BE9364F43}" srcOrd="3" destOrd="0" presId="urn:microsoft.com/office/officeart/2018/5/layout/IconLeafLabelList"/>
    <dgm:cxn modelId="{4042E2C9-BED6-4300-A460-0813506A6AEA}" type="presParOf" srcId="{56F5262C-7E10-488B-A1DC-685F3DDE350A}" destId="{C6D51BAA-BEC6-4B79-80B5-A4282F81374E}" srcOrd="1" destOrd="0" presId="urn:microsoft.com/office/officeart/2018/5/layout/IconLeafLabelList"/>
    <dgm:cxn modelId="{5F835F55-DB88-46AF-AC46-29385E82853D}" type="presParOf" srcId="{56F5262C-7E10-488B-A1DC-685F3DDE350A}" destId="{2A00F5FF-D117-479A-8E4D-27222A323F66}" srcOrd="2" destOrd="0" presId="urn:microsoft.com/office/officeart/2018/5/layout/IconLeafLabelList"/>
    <dgm:cxn modelId="{54A4E5E8-CD8C-4B10-8332-EB0960005727}" type="presParOf" srcId="{2A00F5FF-D117-479A-8E4D-27222A323F66}" destId="{4BD30AEA-C83F-4459-9760-A45B16366DDD}" srcOrd="0" destOrd="0" presId="urn:microsoft.com/office/officeart/2018/5/layout/IconLeafLabelList"/>
    <dgm:cxn modelId="{3CD5DAF6-4A2E-49D1-9FA7-50615E35D58F}" type="presParOf" srcId="{2A00F5FF-D117-479A-8E4D-27222A323F66}" destId="{6D99E75B-5A1C-4499-BE42-BE2A0E9D51BA}" srcOrd="1" destOrd="0" presId="urn:microsoft.com/office/officeart/2018/5/layout/IconLeafLabelList"/>
    <dgm:cxn modelId="{C81460C6-488E-4E9E-9A7C-9BA8266D4C11}" type="presParOf" srcId="{2A00F5FF-D117-479A-8E4D-27222A323F66}" destId="{8D0E06F2-F7F7-48EF-8BDD-A06D97773465}" srcOrd="2" destOrd="0" presId="urn:microsoft.com/office/officeart/2018/5/layout/IconLeafLabelList"/>
    <dgm:cxn modelId="{03782C92-68F1-48AB-B4F3-65C1F8A2A5FF}" type="presParOf" srcId="{2A00F5FF-D117-479A-8E4D-27222A323F66}" destId="{33AD224A-127F-4199-801B-990D93C3099A}"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19130284-B4D1-4BDD-8062-BD78EAE1C0FD}" type="doc">
      <dgm:prSet loTypeId="urn:microsoft.com/office/officeart/2005/8/layout/hierarchy2" loCatId="hierarchy" qsTypeId="urn:microsoft.com/office/officeart/2005/8/quickstyle/simple1" qsCatId="simple" csTypeId="urn:microsoft.com/office/officeart/2005/8/colors/colorful1" csCatId="colorful"/>
      <dgm:spPr/>
      <dgm:t>
        <a:bodyPr/>
        <a:lstStyle/>
        <a:p>
          <a:endParaRPr lang="en-US"/>
        </a:p>
      </dgm:t>
    </dgm:pt>
    <dgm:pt modelId="{EBE219C9-D0B9-4B48-B11F-AD7B64636217}">
      <dgm:prSet/>
      <dgm:spPr/>
      <dgm:t>
        <a:bodyPr/>
        <a:lstStyle/>
        <a:p>
          <a:r>
            <a:rPr lang="fr-FR"/>
            <a:t>Questions ouvertes pour explorer la situation :</a:t>
          </a:r>
          <a:endParaRPr lang="en-US"/>
        </a:p>
      </dgm:t>
    </dgm:pt>
    <dgm:pt modelId="{22A8BDEB-B703-40DF-9BC1-34EE2F1E72C6}" type="parTrans" cxnId="{0F92C7CB-2FDC-4636-AE61-845DD056F23D}">
      <dgm:prSet/>
      <dgm:spPr/>
      <dgm:t>
        <a:bodyPr/>
        <a:lstStyle/>
        <a:p>
          <a:endParaRPr lang="en-US"/>
        </a:p>
      </dgm:t>
    </dgm:pt>
    <dgm:pt modelId="{D29DF016-352C-498C-A1AE-0524F0617329}" type="sibTrans" cxnId="{0F92C7CB-2FDC-4636-AE61-845DD056F23D}">
      <dgm:prSet/>
      <dgm:spPr/>
      <dgm:t>
        <a:bodyPr/>
        <a:lstStyle/>
        <a:p>
          <a:endParaRPr lang="en-US"/>
        </a:p>
      </dgm:t>
    </dgm:pt>
    <dgm:pt modelId="{7E201611-CAA6-4ABF-99FB-4C6887D368F6}">
      <dgm:prSet/>
      <dgm:spPr/>
      <dgm:t>
        <a:bodyPr/>
        <a:lstStyle/>
        <a:p>
          <a:r>
            <a:rPr lang="fr-FR"/>
            <a:t>"Qu’est-ce qui est important pour vous en ce moment ?"</a:t>
          </a:r>
          <a:endParaRPr lang="en-US"/>
        </a:p>
      </dgm:t>
    </dgm:pt>
    <dgm:pt modelId="{7914A29E-AC4C-4106-8F76-8322E37CBCE2}" type="parTrans" cxnId="{1D464DEC-B017-477C-8A51-084D189752CF}">
      <dgm:prSet/>
      <dgm:spPr/>
      <dgm:t>
        <a:bodyPr/>
        <a:lstStyle/>
        <a:p>
          <a:endParaRPr lang="en-US"/>
        </a:p>
      </dgm:t>
    </dgm:pt>
    <dgm:pt modelId="{B9E5842A-5214-4933-B387-421E25091BD4}" type="sibTrans" cxnId="{1D464DEC-B017-477C-8A51-084D189752CF}">
      <dgm:prSet/>
      <dgm:spPr/>
      <dgm:t>
        <a:bodyPr/>
        <a:lstStyle/>
        <a:p>
          <a:endParaRPr lang="en-US"/>
        </a:p>
      </dgm:t>
    </dgm:pt>
    <dgm:pt modelId="{D9155597-B9F4-4824-B6FA-F554E42BAED9}">
      <dgm:prSet/>
      <dgm:spPr/>
      <dgm:t>
        <a:bodyPr/>
        <a:lstStyle/>
        <a:p>
          <a:r>
            <a:rPr lang="fr-FR"/>
            <a:t>"Comment vivez-vous cette situation ?"</a:t>
          </a:r>
          <a:endParaRPr lang="en-US"/>
        </a:p>
      </dgm:t>
    </dgm:pt>
    <dgm:pt modelId="{FB7BD358-CCE0-45EE-804D-D78114C660DA}" type="parTrans" cxnId="{75E13219-A1A7-4CC9-BBEF-376918611A85}">
      <dgm:prSet/>
      <dgm:spPr/>
      <dgm:t>
        <a:bodyPr/>
        <a:lstStyle/>
        <a:p>
          <a:endParaRPr lang="en-US"/>
        </a:p>
      </dgm:t>
    </dgm:pt>
    <dgm:pt modelId="{47E3EF76-2212-47A2-87F5-00CB9DA9292D}" type="sibTrans" cxnId="{75E13219-A1A7-4CC9-BBEF-376918611A85}">
      <dgm:prSet/>
      <dgm:spPr/>
      <dgm:t>
        <a:bodyPr/>
        <a:lstStyle/>
        <a:p>
          <a:endParaRPr lang="en-US"/>
        </a:p>
      </dgm:t>
    </dgm:pt>
    <dgm:pt modelId="{FA212107-1E5F-46E2-B307-7A9AD1BE5C68}">
      <dgm:prSet/>
      <dgm:spPr/>
      <dgm:t>
        <a:bodyPr/>
        <a:lstStyle/>
        <a:p>
          <a:r>
            <a:rPr lang="fr-FR" dirty="0"/>
            <a:t>Éviter les questions suggestives ou directives.</a:t>
          </a:r>
          <a:endParaRPr lang="en-US" dirty="0"/>
        </a:p>
      </dgm:t>
    </dgm:pt>
    <dgm:pt modelId="{6909B6DE-C4C2-4F44-B987-81C458E13969}" type="parTrans" cxnId="{6DA45723-F551-4577-89C9-1BBF604C07C5}">
      <dgm:prSet/>
      <dgm:spPr/>
      <dgm:t>
        <a:bodyPr/>
        <a:lstStyle/>
        <a:p>
          <a:endParaRPr lang="en-US"/>
        </a:p>
      </dgm:t>
    </dgm:pt>
    <dgm:pt modelId="{E80970DB-CDBA-4F32-9E77-26BB4BE7F992}" type="sibTrans" cxnId="{6DA45723-F551-4577-89C9-1BBF604C07C5}">
      <dgm:prSet/>
      <dgm:spPr/>
      <dgm:t>
        <a:bodyPr/>
        <a:lstStyle/>
        <a:p>
          <a:endParaRPr lang="en-US"/>
        </a:p>
      </dgm:t>
    </dgm:pt>
    <dgm:pt modelId="{D46C27D2-0297-48AC-8AFE-C9E256DA80CA}" type="pres">
      <dgm:prSet presAssocID="{19130284-B4D1-4BDD-8062-BD78EAE1C0FD}" presName="diagram" presStyleCnt="0">
        <dgm:presLayoutVars>
          <dgm:chPref val="1"/>
          <dgm:dir/>
          <dgm:animOne val="branch"/>
          <dgm:animLvl val="lvl"/>
          <dgm:resizeHandles val="exact"/>
        </dgm:presLayoutVars>
      </dgm:prSet>
      <dgm:spPr/>
    </dgm:pt>
    <dgm:pt modelId="{30883FB6-5AC0-4DC2-AF84-208A19869CD4}" type="pres">
      <dgm:prSet presAssocID="{EBE219C9-D0B9-4B48-B11F-AD7B64636217}" presName="root1" presStyleCnt="0"/>
      <dgm:spPr/>
    </dgm:pt>
    <dgm:pt modelId="{704CDB0D-61D5-453E-9A2A-A3BE7C06AF7C}" type="pres">
      <dgm:prSet presAssocID="{EBE219C9-D0B9-4B48-B11F-AD7B64636217}" presName="LevelOneTextNode" presStyleLbl="node0" presStyleIdx="0" presStyleCnt="2">
        <dgm:presLayoutVars>
          <dgm:chPref val="3"/>
        </dgm:presLayoutVars>
      </dgm:prSet>
      <dgm:spPr/>
    </dgm:pt>
    <dgm:pt modelId="{8990BF58-5F82-44F6-90A8-B4B6215CE79C}" type="pres">
      <dgm:prSet presAssocID="{EBE219C9-D0B9-4B48-B11F-AD7B64636217}" presName="level2hierChild" presStyleCnt="0"/>
      <dgm:spPr/>
    </dgm:pt>
    <dgm:pt modelId="{544901CC-B616-4B86-883C-964A189F3047}" type="pres">
      <dgm:prSet presAssocID="{7914A29E-AC4C-4106-8F76-8322E37CBCE2}" presName="conn2-1" presStyleLbl="parChTrans1D2" presStyleIdx="0" presStyleCnt="2"/>
      <dgm:spPr/>
    </dgm:pt>
    <dgm:pt modelId="{47B0F0D1-4AEE-4FDF-9E57-9CCF5BBB7A16}" type="pres">
      <dgm:prSet presAssocID="{7914A29E-AC4C-4106-8F76-8322E37CBCE2}" presName="connTx" presStyleLbl="parChTrans1D2" presStyleIdx="0" presStyleCnt="2"/>
      <dgm:spPr/>
    </dgm:pt>
    <dgm:pt modelId="{525658DA-B668-4F6E-B62C-8E980015AEBB}" type="pres">
      <dgm:prSet presAssocID="{7E201611-CAA6-4ABF-99FB-4C6887D368F6}" presName="root2" presStyleCnt="0"/>
      <dgm:spPr/>
    </dgm:pt>
    <dgm:pt modelId="{ABF86484-2E3C-459B-9C30-8A83BF4947A0}" type="pres">
      <dgm:prSet presAssocID="{7E201611-CAA6-4ABF-99FB-4C6887D368F6}" presName="LevelTwoTextNode" presStyleLbl="node2" presStyleIdx="0" presStyleCnt="2">
        <dgm:presLayoutVars>
          <dgm:chPref val="3"/>
        </dgm:presLayoutVars>
      </dgm:prSet>
      <dgm:spPr/>
    </dgm:pt>
    <dgm:pt modelId="{656C1C70-A558-4AF4-A546-EBA786B747DB}" type="pres">
      <dgm:prSet presAssocID="{7E201611-CAA6-4ABF-99FB-4C6887D368F6}" presName="level3hierChild" presStyleCnt="0"/>
      <dgm:spPr/>
    </dgm:pt>
    <dgm:pt modelId="{6A7DB853-B5E7-4EF6-BE3A-288DE1D0BCE2}" type="pres">
      <dgm:prSet presAssocID="{FB7BD358-CCE0-45EE-804D-D78114C660DA}" presName="conn2-1" presStyleLbl="parChTrans1D2" presStyleIdx="1" presStyleCnt="2"/>
      <dgm:spPr/>
    </dgm:pt>
    <dgm:pt modelId="{7D465F7B-B907-427D-9385-24899456E866}" type="pres">
      <dgm:prSet presAssocID="{FB7BD358-CCE0-45EE-804D-D78114C660DA}" presName="connTx" presStyleLbl="parChTrans1D2" presStyleIdx="1" presStyleCnt="2"/>
      <dgm:spPr/>
    </dgm:pt>
    <dgm:pt modelId="{F6193974-79CA-44F5-B7B6-112468D4A631}" type="pres">
      <dgm:prSet presAssocID="{D9155597-B9F4-4824-B6FA-F554E42BAED9}" presName="root2" presStyleCnt="0"/>
      <dgm:spPr/>
    </dgm:pt>
    <dgm:pt modelId="{BE77E605-9CE4-4C90-B432-D70BFCF91E5E}" type="pres">
      <dgm:prSet presAssocID="{D9155597-B9F4-4824-B6FA-F554E42BAED9}" presName="LevelTwoTextNode" presStyleLbl="node2" presStyleIdx="1" presStyleCnt="2">
        <dgm:presLayoutVars>
          <dgm:chPref val="3"/>
        </dgm:presLayoutVars>
      </dgm:prSet>
      <dgm:spPr/>
    </dgm:pt>
    <dgm:pt modelId="{EE3F7DC5-526A-4E9F-B7C2-2AF10325D88C}" type="pres">
      <dgm:prSet presAssocID="{D9155597-B9F4-4824-B6FA-F554E42BAED9}" presName="level3hierChild" presStyleCnt="0"/>
      <dgm:spPr/>
    </dgm:pt>
    <dgm:pt modelId="{47A1943B-CCF6-46F0-AAE8-F7C7DED7FAE1}" type="pres">
      <dgm:prSet presAssocID="{FA212107-1E5F-46E2-B307-7A9AD1BE5C68}" presName="root1" presStyleCnt="0"/>
      <dgm:spPr/>
    </dgm:pt>
    <dgm:pt modelId="{23A1EF08-823D-4ACB-8156-171A3074D4B7}" type="pres">
      <dgm:prSet presAssocID="{FA212107-1E5F-46E2-B307-7A9AD1BE5C68}" presName="LevelOneTextNode" presStyleLbl="node0" presStyleIdx="1" presStyleCnt="2">
        <dgm:presLayoutVars>
          <dgm:chPref val="3"/>
        </dgm:presLayoutVars>
      </dgm:prSet>
      <dgm:spPr/>
    </dgm:pt>
    <dgm:pt modelId="{E43C33D7-DF62-4461-8C42-31CBD86C045E}" type="pres">
      <dgm:prSet presAssocID="{FA212107-1E5F-46E2-B307-7A9AD1BE5C68}" presName="level2hierChild" presStyleCnt="0"/>
      <dgm:spPr/>
    </dgm:pt>
  </dgm:ptLst>
  <dgm:cxnLst>
    <dgm:cxn modelId="{1E5C5002-17DC-434D-977F-DF9F10E86087}" type="presOf" srcId="{D9155597-B9F4-4824-B6FA-F554E42BAED9}" destId="{BE77E605-9CE4-4C90-B432-D70BFCF91E5E}" srcOrd="0" destOrd="0" presId="urn:microsoft.com/office/officeart/2005/8/layout/hierarchy2"/>
    <dgm:cxn modelId="{FAE3FC0C-8738-4B69-83A4-74CE4F7C5A57}" type="presOf" srcId="{19130284-B4D1-4BDD-8062-BD78EAE1C0FD}" destId="{D46C27D2-0297-48AC-8AFE-C9E256DA80CA}" srcOrd="0" destOrd="0" presId="urn:microsoft.com/office/officeart/2005/8/layout/hierarchy2"/>
    <dgm:cxn modelId="{75E13219-A1A7-4CC9-BBEF-376918611A85}" srcId="{EBE219C9-D0B9-4B48-B11F-AD7B64636217}" destId="{D9155597-B9F4-4824-B6FA-F554E42BAED9}" srcOrd="1" destOrd="0" parTransId="{FB7BD358-CCE0-45EE-804D-D78114C660DA}" sibTransId="{47E3EF76-2212-47A2-87F5-00CB9DA9292D}"/>
    <dgm:cxn modelId="{6DA45723-F551-4577-89C9-1BBF604C07C5}" srcId="{19130284-B4D1-4BDD-8062-BD78EAE1C0FD}" destId="{FA212107-1E5F-46E2-B307-7A9AD1BE5C68}" srcOrd="1" destOrd="0" parTransId="{6909B6DE-C4C2-4F44-B987-81C458E13969}" sibTransId="{E80970DB-CDBA-4F32-9E77-26BB4BE7F992}"/>
    <dgm:cxn modelId="{9A45D924-2D89-4905-9BA4-7F0995E74B05}" type="presOf" srcId="{7914A29E-AC4C-4106-8F76-8322E37CBCE2}" destId="{544901CC-B616-4B86-883C-964A189F3047}" srcOrd="0" destOrd="0" presId="urn:microsoft.com/office/officeart/2005/8/layout/hierarchy2"/>
    <dgm:cxn modelId="{610D7648-2560-4360-BD5A-C91C6E73DF7C}" type="presOf" srcId="{FB7BD358-CCE0-45EE-804D-D78114C660DA}" destId="{6A7DB853-B5E7-4EF6-BE3A-288DE1D0BCE2}" srcOrd="0" destOrd="0" presId="urn:microsoft.com/office/officeart/2005/8/layout/hierarchy2"/>
    <dgm:cxn modelId="{BD694678-BC31-490A-A67D-46482C16E2EB}" type="presOf" srcId="{7914A29E-AC4C-4106-8F76-8322E37CBCE2}" destId="{47B0F0D1-4AEE-4FDF-9E57-9CCF5BBB7A16}" srcOrd="1" destOrd="0" presId="urn:microsoft.com/office/officeart/2005/8/layout/hierarchy2"/>
    <dgm:cxn modelId="{EE6AE586-AD17-4936-87FC-BDC524E4BE67}" type="presOf" srcId="{FB7BD358-CCE0-45EE-804D-D78114C660DA}" destId="{7D465F7B-B907-427D-9385-24899456E866}" srcOrd="1" destOrd="0" presId="urn:microsoft.com/office/officeart/2005/8/layout/hierarchy2"/>
    <dgm:cxn modelId="{7422999C-9C7D-4F11-99BB-6EED7FEA02E8}" type="presOf" srcId="{7E201611-CAA6-4ABF-99FB-4C6887D368F6}" destId="{ABF86484-2E3C-459B-9C30-8A83BF4947A0}" srcOrd="0" destOrd="0" presId="urn:microsoft.com/office/officeart/2005/8/layout/hierarchy2"/>
    <dgm:cxn modelId="{0F92C7CB-2FDC-4636-AE61-845DD056F23D}" srcId="{19130284-B4D1-4BDD-8062-BD78EAE1C0FD}" destId="{EBE219C9-D0B9-4B48-B11F-AD7B64636217}" srcOrd="0" destOrd="0" parTransId="{22A8BDEB-B703-40DF-9BC1-34EE2F1E72C6}" sibTransId="{D29DF016-352C-498C-A1AE-0524F0617329}"/>
    <dgm:cxn modelId="{FEAD55D5-A409-486F-8557-7199FDCF8F48}" type="presOf" srcId="{EBE219C9-D0B9-4B48-B11F-AD7B64636217}" destId="{704CDB0D-61D5-453E-9A2A-A3BE7C06AF7C}" srcOrd="0" destOrd="0" presId="urn:microsoft.com/office/officeart/2005/8/layout/hierarchy2"/>
    <dgm:cxn modelId="{1D464DEC-B017-477C-8A51-084D189752CF}" srcId="{EBE219C9-D0B9-4B48-B11F-AD7B64636217}" destId="{7E201611-CAA6-4ABF-99FB-4C6887D368F6}" srcOrd="0" destOrd="0" parTransId="{7914A29E-AC4C-4106-8F76-8322E37CBCE2}" sibTransId="{B9E5842A-5214-4933-B387-421E25091BD4}"/>
    <dgm:cxn modelId="{F8F9BEEC-86DF-4495-A134-87704C06ECCC}" type="presOf" srcId="{FA212107-1E5F-46E2-B307-7A9AD1BE5C68}" destId="{23A1EF08-823D-4ACB-8156-171A3074D4B7}" srcOrd="0" destOrd="0" presId="urn:microsoft.com/office/officeart/2005/8/layout/hierarchy2"/>
    <dgm:cxn modelId="{638C379C-F5FF-411A-B006-8051451DC560}" type="presParOf" srcId="{D46C27D2-0297-48AC-8AFE-C9E256DA80CA}" destId="{30883FB6-5AC0-4DC2-AF84-208A19869CD4}" srcOrd="0" destOrd="0" presId="urn:microsoft.com/office/officeart/2005/8/layout/hierarchy2"/>
    <dgm:cxn modelId="{D59421B2-4C5D-4800-8004-8110272F0837}" type="presParOf" srcId="{30883FB6-5AC0-4DC2-AF84-208A19869CD4}" destId="{704CDB0D-61D5-453E-9A2A-A3BE7C06AF7C}" srcOrd="0" destOrd="0" presId="urn:microsoft.com/office/officeart/2005/8/layout/hierarchy2"/>
    <dgm:cxn modelId="{AC0A6588-BB8D-48EC-90EF-4FA60521DEED}" type="presParOf" srcId="{30883FB6-5AC0-4DC2-AF84-208A19869CD4}" destId="{8990BF58-5F82-44F6-90A8-B4B6215CE79C}" srcOrd="1" destOrd="0" presId="urn:microsoft.com/office/officeart/2005/8/layout/hierarchy2"/>
    <dgm:cxn modelId="{216D2488-9048-45F7-BA68-F3E93F1C2D87}" type="presParOf" srcId="{8990BF58-5F82-44F6-90A8-B4B6215CE79C}" destId="{544901CC-B616-4B86-883C-964A189F3047}" srcOrd="0" destOrd="0" presId="urn:microsoft.com/office/officeart/2005/8/layout/hierarchy2"/>
    <dgm:cxn modelId="{5CA84D46-AADC-4B20-92E0-3AB2A842A76B}" type="presParOf" srcId="{544901CC-B616-4B86-883C-964A189F3047}" destId="{47B0F0D1-4AEE-4FDF-9E57-9CCF5BBB7A16}" srcOrd="0" destOrd="0" presId="urn:microsoft.com/office/officeart/2005/8/layout/hierarchy2"/>
    <dgm:cxn modelId="{3B8F5269-42BE-4B9A-9CA7-955DD2F80D4E}" type="presParOf" srcId="{8990BF58-5F82-44F6-90A8-B4B6215CE79C}" destId="{525658DA-B668-4F6E-B62C-8E980015AEBB}" srcOrd="1" destOrd="0" presId="urn:microsoft.com/office/officeart/2005/8/layout/hierarchy2"/>
    <dgm:cxn modelId="{71FA4135-7A77-4804-AC3C-C3EEC849B1C8}" type="presParOf" srcId="{525658DA-B668-4F6E-B62C-8E980015AEBB}" destId="{ABF86484-2E3C-459B-9C30-8A83BF4947A0}" srcOrd="0" destOrd="0" presId="urn:microsoft.com/office/officeart/2005/8/layout/hierarchy2"/>
    <dgm:cxn modelId="{8508C1B5-EE76-4C59-8B7B-C944020F8622}" type="presParOf" srcId="{525658DA-B668-4F6E-B62C-8E980015AEBB}" destId="{656C1C70-A558-4AF4-A546-EBA786B747DB}" srcOrd="1" destOrd="0" presId="urn:microsoft.com/office/officeart/2005/8/layout/hierarchy2"/>
    <dgm:cxn modelId="{E3B6797B-8001-4B32-9641-A4DA824C64A2}" type="presParOf" srcId="{8990BF58-5F82-44F6-90A8-B4B6215CE79C}" destId="{6A7DB853-B5E7-4EF6-BE3A-288DE1D0BCE2}" srcOrd="2" destOrd="0" presId="urn:microsoft.com/office/officeart/2005/8/layout/hierarchy2"/>
    <dgm:cxn modelId="{1E5E4887-3769-488B-81BA-9912C8FC61EA}" type="presParOf" srcId="{6A7DB853-B5E7-4EF6-BE3A-288DE1D0BCE2}" destId="{7D465F7B-B907-427D-9385-24899456E866}" srcOrd="0" destOrd="0" presId="urn:microsoft.com/office/officeart/2005/8/layout/hierarchy2"/>
    <dgm:cxn modelId="{5FE4432D-27F1-4E62-9355-1821B5441CE5}" type="presParOf" srcId="{8990BF58-5F82-44F6-90A8-B4B6215CE79C}" destId="{F6193974-79CA-44F5-B7B6-112468D4A631}" srcOrd="3" destOrd="0" presId="urn:microsoft.com/office/officeart/2005/8/layout/hierarchy2"/>
    <dgm:cxn modelId="{380C4AEA-F050-48BE-A381-A58AE6B6ABE0}" type="presParOf" srcId="{F6193974-79CA-44F5-B7B6-112468D4A631}" destId="{BE77E605-9CE4-4C90-B432-D70BFCF91E5E}" srcOrd="0" destOrd="0" presId="urn:microsoft.com/office/officeart/2005/8/layout/hierarchy2"/>
    <dgm:cxn modelId="{9A373A14-09A8-4802-8DA3-F86527339CEC}" type="presParOf" srcId="{F6193974-79CA-44F5-B7B6-112468D4A631}" destId="{EE3F7DC5-526A-4E9F-B7C2-2AF10325D88C}" srcOrd="1" destOrd="0" presId="urn:microsoft.com/office/officeart/2005/8/layout/hierarchy2"/>
    <dgm:cxn modelId="{948D20DB-9434-47E1-8B8D-8AA901B6DBCA}" type="presParOf" srcId="{D46C27D2-0297-48AC-8AFE-C9E256DA80CA}" destId="{47A1943B-CCF6-46F0-AAE8-F7C7DED7FAE1}" srcOrd="1" destOrd="0" presId="urn:microsoft.com/office/officeart/2005/8/layout/hierarchy2"/>
    <dgm:cxn modelId="{FF87A2D1-C02B-48A7-B28C-6CE027B02034}" type="presParOf" srcId="{47A1943B-CCF6-46F0-AAE8-F7C7DED7FAE1}" destId="{23A1EF08-823D-4ACB-8156-171A3074D4B7}" srcOrd="0" destOrd="0" presId="urn:microsoft.com/office/officeart/2005/8/layout/hierarchy2"/>
    <dgm:cxn modelId="{7C3DAFFD-A25F-45C2-A651-312167490247}" type="presParOf" srcId="{47A1943B-CCF6-46F0-AAE8-F7C7DED7FAE1}" destId="{E43C33D7-DF62-4461-8C42-31CBD86C045E}"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92464F13-DB50-4412-A74C-F00E9C7ED146}"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995B315-7231-4ED9-999C-3072ADCBA4DD}">
      <dgm:prSet/>
      <dgm:spPr/>
      <dgm:t>
        <a:bodyPr/>
        <a:lstStyle/>
        <a:p>
          <a:r>
            <a:rPr lang="fr-FR"/>
            <a:t>Solliciter l’avis d’autres professionnels pour enrichir l’analyse.</a:t>
          </a:r>
          <a:endParaRPr lang="en-US"/>
        </a:p>
      </dgm:t>
    </dgm:pt>
    <dgm:pt modelId="{4B20BE1B-3751-471E-9516-EACA3ADE5713}" type="parTrans" cxnId="{F5A2A380-26F0-45D3-9526-8E00FAD39153}">
      <dgm:prSet/>
      <dgm:spPr/>
      <dgm:t>
        <a:bodyPr/>
        <a:lstStyle/>
        <a:p>
          <a:endParaRPr lang="en-US"/>
        </a:p>
      </dgm:t>
    </dgm:pt>
    <dgm:pt modelId="{D2234CE3-8E2D-432D-91CF-02D9A5E04D02}" type="sibTrans" cxnId="{F5A2A380-26F0-45D3-9526-8E00FAD39153}">
      <dgm:prSet/>
      <dgm:spPr/>
      <dgm:t>
        <a:bodyPr/>
        <a:lstStyle/>
        <a:p>
          <a:endParaRPr lang="en-US"/>
        </a:p>
      </dgm:t>
    </dgm:pt>
    <dgm:pt modelId="{C1DA3B81-F373-4464-AAAF-185A28D6A6B5}">
      <dgm:prSet/>
      <dgm:spPr/>
      <dgm:t>
        <a:bodyPr/>
        <a:lstStyle/>
        <a:p>
          <a:r>
            <a:rPr lang="fr-FR"/>
            <a:t>Inclure la personne accompagnée dans la réflexion (quand possible) pour recueillir son point de vue.</a:t>
          </a:r>
          <a:endParaRPr lang="en-US"/>
        </a:p>
      </dgm:t>
    </dgm:pt>
    <dgm:pt modelId="{38F097B2-050B-4C33-832B-07441675C25E}" type="parTrans" cxnId="{C4D53FE9-C9A3-48FB-ACAF-613E991D0669}">
      <dgm:prSet/>
      <dgm:spPr/>
      <dgm:t>
        <a:bodyPr/>
        <a:lstStyle/>
        <a:p>
          <a:endParaRPr lang="en-US"/>
        </a:p>
      </dgm:t>
    </dgm:pt>
    <dgm:pt modelId="{EA7832ED-0B0B-4A7D-870D-E47A0F95E8B8}" type="sibTrans" cxnId="{C4D53FE9-C9A3-48FB-ACAF-613E991D0669}">
      <dgm:prSet/>
      <dgm:spPr/>
      <dgm:t>
        <a:bodyPr/>
        <a:lstStyle/>
        <a:p>
          <a:endParaRPr lang="en-US"/>
        </a:p>
      </dgm:t>
    </dgm:pt>
    <dgm:pt modelId="{A0DB112B-A638-4DC7-974A-9907D5970C22}" type="pres">
      <dgm:prSet presAssocID="{92464F13-DB50-4412-A74C-F00E9C7ED146}" presName="root" presStyleCnt="0">
        <dgm:presLayoutVars>
          <dgm:dir/>
          <dgm:resizeHandles val="exact"/>
        </dgm:presLayoutVars>
      </dgm:prSet>
      <dgm:spPr/>
    </dgm:pt>
    <dgm:pt modelId="{498B7620-2A05-48C3-A255-BE99E2BF3A6F}" type="pres">
      <dgm:prSet presAssocID="{2995B315-7231-4ED9-999C-3072ADCBA4DD}" presName="compNode" presStyleCnt="0"/>
      <dgm:spPr/>
    </dgm:pt>
    <dgm:pt modelId="{A347D05A-2563-4695-ADDB-CE417A40E28F}" type="pres">
      <dgm:prSet presAssocID="{2995B315-7231-4ED9-999C-3072ADCBA4DD}"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roupe"/>
        </a:ext>
      </dgm:extLst>
    </dgm:pt>
    <dgm:pt modelId="{74223900-D192-4A31-A21A-8EF4CCA74775}" type="pres">
      <dgm:prSet presAssocID="{2995B315-7231-4ED9-999C-3072ADCBA4DD}" presName="spaceRect" presStyleCnt="0"/>
      <dgm:spPr/>
    </dgm:pt>
    <dgm:pt modelId="{814AAC8C-EAFA-49D0-9E60-8F1B9CC17574}" type="pres">
      <dgm:prSet presAssocID="{2995B315-7231-4ED9-999C-3072ADCBA4DD}" presName="textRect" presStyleLbl="revTx" presStyleIdx="0" presStyleCnt="2">
        <dgm:presLayoutVars>
          <dgm:chMax val="1"/>
          <dgm:chPref val="1"/>
        </dgm:presLayoutVars>
      </dgm:prSet>
      <dgm:spPr/>
    </dgm:pt>
    <dgm:pt modelId="{8E73C6D6-50E6-42B4-A32E-9AE544C8894A}" type="pres">
      <dgm:prSet presAssocID="{D2234CE3-8E2D-432D-91CF-02D9A5E04D02}" presName="sibTrans" presStyleCnt="0"/>
      <dgm:spPr/>
    </dgm:pt>
    <dgm:pt modelId="{637A323D-4DFF-461C-B312-828CCD1CCB53}" type="pres">
      <dgm:prSet presAssocID="{C1DA3B81-F373-4464-AAAF-185A28D6A6B5}" presName="compNode" presStyleCnt="0"/>
      <dgm:spPr/>
    </dgm:pt>
    <dgm:pt modelId="{68E4E7A5-27C1-4FA4-89B5-D6E683606A8F}" type="pres">
      <dgm:prSet presAssocID="{C1DA3B81-F373-4464-AAAF-185A28D6A6B5}"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itations"/>
        </a:ext>
      </dgm:extLst>
    </dgm:pt>
    <dgm:pt modelId="{17D2051A-9FBB-42E8-9F8F-B2F416DE1E83}" type="pres">
      <dgm:prSet presAssocID="{C1DA3B81-F373-4464-AAAF-185A28D6A6B5}" presName="spaceRect" presStyleCnt="0"/>
      <dgm:spPr/>
    </dgm:pt>
    <dgm:pt modelId="{0022DE1A-6C6D-49A5-A1E0-84BF838EA8FD}" type="pres">
      <dgm:prSet presAssocID="{C1DA3B81-F373-4464-AAAF-185A28D6A6B5}" presName="textRect" presStyleLbl="revTx" presStyleIdx="1" presStyleCnt="2">
        <dgm:presLayoutVars>
          <dgm:chMax val="1"/>
          <dgm:chPref val="1"/>
        </dgm:presLayoutVars>
      </dgm:prSet>
      <dgm:spPr/>
    </dgm:pt>
  </dgm:ptLst>
  <dgm:cxnLst>
    <dgm:cxn modelId="{4F941831-C05C-467C-A8BE-0147C48A2A36}" type="presOf" srcId="{92464F13-DB50-4412-A74C-F00E9C7ED146}" destId="{A0DB112B-A638-4DC7-974A-9907D5970C22}" srcOrd="0" destOrd="0" presId="urn:microsoft.com/office/officeart/2018/2/layout/IconLabelList"/>
    <dgm:cxn modelId="{F5A2A380-26F0-45D3-9526-8E00FAD39153}" srcId="{92464F13-DB50-4412-A74C-F00E9C7ED146}" destId="{2995B315-7231-4ED9-999C-3072ADCBA4DD}" srcOrd="0" destOrd="0" parTransId="{4B20BE1B-3751-471E-9516-EACA3ADE5713}" sibTransId="{D2234CE3-8E2D-432D-91CF-02D9A5E04D02}"/>
    <dgm:cxn modelId="{BCE5B0D2-7501-4436-AD7D-92FA74AEC959}" type="presOf" srcId="{2995B315-7231-4ED9-999C-3072ADCBA4DD}" destId="{814AAC8C-EAFA-49D0-9E60-8F1B9CC17574}" srcOrd="0" destOrd="0" presId="urn:microsoft.com/office/officeart/2018/2/layout/IconLabelList"/>
    <dgm:cxn modelId="{C4D53FE9-C9A3-48FB-ACAF-613E991D0669}" srcId="{92464F13-DB50-4412-A74C-F00E9C7ED146}" destId="{C1DA3B81-F373-4464-AAAF-185A28D6A6B5}" srcOrd="1" destOrd="0" parTransId="{38F097B2-050B-4C33-832B-07441675C25E}" sibTransId="{EA7832ED-0B0B-4A7D-870D-E47A0F95E8B8}"/>
    <dgm:cxn modelId="{EEC72CFE-6A5F-45FE-BAA3-23E2E0694FFB}" type="presOf" srcId="{C1DA3B81-F373-4464-AAAF-185A28D6A6B5}" destId="{0022DE1A-6C6D-49A5-A1E0-84BF838EA8FD}" srcOrd="0" destOrd="0" presId="urn:microsoft.com/office/officeart/2018/2/layout/IconLabelList"/>
    <dgm:cxn modelId="{90BFBD9F-D594-4DFE-87CF-22528C79F7E9}" type="presParOf" srcId="{A0DB112B-A638-4DC7-974A-9907D5970C22}" destId="{498B7620-2A05-48C3-A255-BE99E2BF3A6F}" srcOrd="0" destOrd="0" presId="urn:microsoft.com/office/officeart/2018/2/layout/IconLabelList"/>
    <dgm:cxn modelId="{BF7B9ED5-FE95-4230-B2D5-6BE16F33A7D1}" type="presParOf" srcId="{498B7620-2A05-48C3-A255-BE99E2BF3A6F}" destId="{A347D05A-2563-4695-ADDB-CE417A40E28F}" srcOrd="0" destOrd="0" presId="urn:microsoft.com/office/officeart/2018/2/layout/IconLabelList"/>
    <dgm:cxn modelId="{A9FBA702-C6C6-4323-AFCA-DD5C77CB7D00}" type="presParOf" srcId="{498B7620-2A05-48C3-A255-BE99E2BF3A6F}" destId="{74223900-D192-4A31-A21A-8EF4CCA74775}" srcOrd="1" destOrd="0" presId="urn:microsoft.com/office/officeart/2018/2/layout/IconLabelList"/>
    <dgm:cxn modelId="{CEE4FEAF-31AF-4D83-8D7D-794497FEDA1F}" type="presParOf" srcId="{498B7620-2A05-48C3-A255-BE99E2BF3A6F}" destId="{814AAC8C-EAFA-49D0-9E60-8F1B9CC17574}" srcOrd="2" destOrd="0" presId="urn:microsoft.com/office/officeart/2018/2/layout/IconLabelList"/>
    <dgm:cxn modelId="{14AB553C-1CDC-4939-BEFB-B312D2CD1484}" type="presParOf" srcId="{A0DB112B-A638-4DC7-974A-9907D5970C22}" destId="{8E73C6D6-50E6-42B4-A32E-9AE544C8894A}" srcOrd="1" destOrd="0" presId="urn:microsoft.com/office/officeart/2018/2/layout/IconLabelList"/>
    <dgm:cxn modelId="{9FE7F416-637E-40D8-AFF3-39A96409DA83}" type="presParOf" srcId="{A0DB112B-A638-4DC7-974A-9907D5970C22}" destId="{637A323D-4DFF-461C-B312-828CCD1CCB53}" srcOrd="2" destOrd="0" presId="urn:microsoft.com/office/officeart/2018/2/layout/IconLabelList"/>
    <dgm:cxn modelId="{31109BA4-337F-42CD-9C8E-3995F28AB9F6}" type="presParOf" srcId="{637A323D-4DFF-461C-B312-828CCD1CCB53}" destId="{68E4E7A5-27C1-4FA4-89B5-D6E683606A8F}" srcOrd="0" destOrd="0" presId="urn:microsoft.com/office/officeart/2018/2/layout/IconLabelList"/>
    <dgm:cxn modelId="{96E5BC1D-C45E-4971-BFCC-E3881B5B1750}" type="presParOf" srcId="{637A323D-4DFF-461C-B312-828CCD1CCB53}" destId="{17D2051A-9FBB-42E8-9F8F-B2F416DE1E83}" srcOrd="1" destOrd="0" presId="urn:microsoft.com/office/officeart/2018/2/layout/IconLabelList"/>
    <dgm:cxn modelId="{B85E08EE-69B2-4FF0-AC36-4C0833FAF3C0}" type="presParOf" srcId="{637A323D-4DFF-461C-B312-828CCD1CCB53}" destId="{0022DE1A-6C6D-49A5-A1E0-84BF838EA8FD}"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89553E7C-7EFD-4F01-BA37-4DAEC9BF0CB6}"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131C0C0-2761-4BCE-9C00-18780A430199}">
      <dgm:prSet/>
      <dgm:spPr/>
      <dgm:t>
        <a:bodyPr/>
        <a:lstStyle/>
        <a:p>
          <a:pPr>
            <a:lnSpc>
              <a:spcPct val="100000"/>
            </a:lnSpc>
            <a:defRPr b="1"/>
          </a:pPr>
          <a:r>
            <a:rPr lang="fr-FR" b="1" dirty="0"/>
            <a:t>Cas pratique 1 :</a:t>
          </a:r>
          <a:r>
            <a:rPr lang="fr-FR" dirty="0"/>
            <a:t> Une personne âgée refusant de manger.</a:t>
          </a:r>
          <a:endParaRPr lang="en-US" dirty="0"/>
        </a:p>
      </dgm:t>
    </dgm:pt>
    <dgm:pt modelId="{57508143-9AFC-43FC-9B69-35FC0503E3FE}" type="parTrans" cxnId="{3DA48BE2-8147-46BE-AFBD-52B85607DA3F}">
      <dgm:prSet/>
      <dgm:spPr/>
      <dgm:t>
        <a:bodyPr/>
        <a:lstStyle/>
        <a:p>
          <a:endParaRPr lang="en-US"/>
        </a:p>
      </dgm:t>
    </dgm:pt>
    <dgm:pt modelId="{35244CD1-2691-4D00-A117-B3F58E6F6856}" type="sibTrans" cxnId="{3DA48BE2-8147-46BE-AFBD-52B85607DA3F}">
      <dgm:prSet/>
      <dgm:spPr/>
      <dgm:t>
        <a:bodyPr/>
        <a:lstStyle/>
        <a:p>
          <a:endParaRPr lang="en-US"/>
        </a:p>
      </dgm:t>
    </dgm:pt>
    <dgm:pt modelId="{96C02251-DAA8-488D-9110-C189DC3B7A27}">
      <dgm:prSet/>
      <dgm:spPr/>
      <dgm:t>
        <a:bodyPr/>
        <a:lstStyle/>
        <a:p>
          <a:pPr>
            <a:lnSpc>
              <a:spcPct val="100000"/>
            </a:lnSpc>
            <a:defRPr b="1"/>
          </a:pPr>
          <a:r>
            <a:rPr lang="fr-FR" b="1" dirty="0"/>
            <a:t>Cas pratique 2 :</a:t>
          </a:r>
          <a:r>
            <a:rPr lang="fr-FR" dirty="0"/>
            <a:t> Un patient agressif envers l’intervenante.</a:t>
          </a:r>
          <a:endParaRPr lang="en-US" dirty="0"/>
        </a:p>
      </dgm:t>
    </dgm:pt>
    <dgm:pt modelId="{0DBFD0C8-A87D-4221-87A5-A7969B66330F}" type="parTrans" cxnId="{DF306A2F-230E-44F4-AA5C-696CD65A494A}">
      <dgm:prSet/>
      <dgm:spPr/>
      <dgm:t>
        <a:bodyPr/>
        <a:lstStyle/>
        <a:p>
          <a:endParaRPr lang="en-US"/>
        </a:p>
      </dgm:t>
    </dgm:pt>
    <dgm:pt modelId="{EA0C3900-5FBD-4727-9F7F-B2CD82936704}" type="sibTrans" cxnId="{DF306A2F-230E-44F4-AA5C-696CD65A494A}">
      <dgm:prSet/>
      <dgm:spPr/>
      <dgm:t>
        <a:bodyPr/>
        <a:lstStyle/>
        <a:p>
          <a:endParaRPr lang="en-US"/>
        </a:p>
      </dgm:t>
    </dgm:pt>
    <dgm:pt modelId="{0EE37D73-6C41-4F92-931C-1933508135C6}">
      <dgm:prSet/>
      <dgm:spPr/>
      <dgm:t>
        <a:bodyPr/>
        <a:lstStyle/>
        <a:p>
          <a:pPr>
            <a:lnSpc>
              <a:spcPct val="100000"/>
            </a:lnSpc>
          </a:pPr>
          <a:endParaRPr lang="en-US" dirty="0"/>
        </a:p>
      </dgm:t>
    </dgm:pt>
    <dgm:pt modelId="{3E9163D9-2C42-4990-AAE1-895D8B6A99E1}" type="parTrans" cxnId="{72555E93-3B66-4DB9-B21A-7AD1AE0A9A23}">
      <dgm:prSet/>
      <dgm:spPr/>
      <dgm:t>
        <a:bodyPr/>
        <a:lstStyle/>
        <a:p>
          <a:endParaRPr lang="en-US"/>
        </a:p>
      </dgm:t>
    </dgm:pt>
    <dgm:pt modelId="{F23A38BA-3315-4F47-B8DE-88F337B3B960}" type="sibTrans" cxnId="{72555E93-3B66-4DB9-B21A-7AD1AE0A9A23}">
      <dgm:prSet/>
      <dgm:spPr/>
      <dgm:t>
        <a:bodyPr/>
        <a:lstStyle/>
        <a:p>
          <a:endParaRPr lang="en-US"/>
        </a:p>
      </dgm:t>
    </dgm:pt>
    <dgm:pt modelId="{3E8F8965-0C28-4169-BEF1-E990784771C1}" type="pres">
      <dgm:prSet presAssocID="{89553E7C-7EFD-4F01-BA37-4DAEC9BF0CB6}" presName="root" presStyleCnt="0">
        <dgm:presLayoutVars>
          <dgm:dir/>
          <dgm:resizeHandles val="exact"/>
        </dgm:presLayoutVars>
      </dgm:prSet>
      <dgm:spPr/>
    </dgm:pt>
    <dgm:pt modelId="{9DE20CCC-C66E-428B-91B4-8C23B1ECD74E}" type="pres">
      <dgm:prSet presAssocID="{5131C0C0-2761-4BCE-9C00-18780A430199}" presName="compNode" presStyleCnt="0"/>
      <dgm:spPr/>
    </dgm:pt>
    <dgm:pt modelId="{CD545EF5-C0F6-4E7E-AC40-312A08636BAB}" type="pres">
      <dgm:prSet presAssocID="{5131C0C0-2761-4BCE-9C00-18780A43019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erson with Cane"/>
        </a:ext>
      </dgm:extLst>
    </dgm:pt>
    <dgm:pt modelId="{D9D14539-96E3-4DBB-8CEA-6914BD43725D}" type="pres">
      <dgm:prSet presAssocID="{5131C0C0-2761-4BCE-9C00-18780A430199}" presName="iconSpace" presStyleCnt="0"/>
      <dgm:spPr/>
    </dgm:pt>
    <dgm:pt modelId="{7ADBBC22-244D-43B1-92A4-5E0F4D6FA1C6}" type="pres">
      <dgm:prSet presAssocID="{5131C0C0-2761-4BCE-9C00-18780A430199}" presName="parTx" presStyleLbl="revTx" presStyleIdx="0" presStyleCnt="4">
        <dgm:presLayoutVars>
          <dgm:chMax val="0"/>
          <dgm:chPref val="0"/>
        </dgm:presLayoutVars>
      </dgm:prSet>
      <dgm:spPr/>
    </dgm:pt>
    <dgm:pt modelId="{490F1159-EBDF-47B9-B097-D9922078348B}" type="pres">
      <dgm:prSet presAssocID="{5131C0C0-2761-4BCE-9C00-18780A430199}" presName="txSpace" presStyleCnt="0"/>
      <dgm:spPr/>
    </dgm:pt>
    <dgm:pt modelId="{A110B048-5FF6-41BC-BDD0-A47B1587E158}" type="pres">
      <dgm:prSet presAssocID="{5131C0C0-2761-4BCE-9C00-18780A430199}" presName="desTx" presStyleLbl="revTx" presStyleIdx="1" presStyleCnt="4" custScaleX="126144">
        <dgm:presLayoutVars/>
      </dgm:prSet>
      <dgm:spPr/>
    </dgm:pt>
    <dgm:pt modelId="{CE129B57-917A-4D6A-9916-975F4277A740}" type="pres">
      <dgm:prSet presAssocID="{35244CD1-2691-4D00-A117-B3F58E6F6856}" presName="sibTrans" presStyleCnt="0"/>
      <dgm:spPr/>
    </dgm:pt>
    <dgm:pt modelId="{2D587A6D-D616-447B-BE10-8ED067A8AC49}" type="pres">
      <dgm:prSet presAssocID="{96C02251-DAA8-488D-9110-C189DC3B7A27}" presName="compNode" presStyleCnt="0"/>
      <dgm:spPr/>
    </dgm:pt>
    <dgm:pt modelId="{6A54389B-AE51-4D3B-8C8B-2230E71DE3A1}" type="pres">
      <dgm:prSet presAssocID="{96C02251-DAA8-488D-9110-C189DC3B7A27}"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s"/>
        </a:ext>
      </dgm:extLst>
    </dgm:pt>
    <dgm:pt modelId="{44B8C85D-2B61-4F6A-85D5-B39AF2035A4C}" type="pres">
      <dgm:prSet presAssocID="{96C02251-DAA8-488D-9110-C189DC3B7A27}" presName="iconSpace" presStyleCnt="0"/>
      <dgm:spPr/>
    </dgm:pt>
    <dgm:pt modelId="{32207612-4463-40F0-9B2F-DDEF6309B96F}" type="pres">
      <dgm:prSet presAssocID="{96C02251-DAA8-488D-9110-C189DC3B7A27}" presName="parTx" presStyleLbl="revTx" presStyleIdx="2" presStyleCnt="4">
        <dgm:presLayoutVars>
          <dgm:chMax val="0"/>
          <dgm:chPref val="0"/>
        </dgm:presLayoutVars>
      </dgm:prSet>
      <dgm:spPr/>
    </dgm:pt>
    <dgm:pt modelId="{7109E17E-74E7-4F8E-AC81-C67E746D661F}" type="pres">
      <dgm:prSet presAssocID="{96C02251-DAA8-488D-9110-C189DC3B7A27}" presName="txSpace" presStyleCnt="0"/>
      <dgm:spPr/>
    </dgm:pt>
    <dgm:pt modelId="{340C6EF0-6D2E-40A9-97A7-9BFBF7002AC0}" type="pres">
      <dgm:prSet presAssocID="{96C02251-DAA8-488D-9110-C189DC3B7A27}" presName="desTx" presStyleLbl="revTx" presStyleIdx="3" presStyleCnt="4">
        <dgm:presLayoutVars/>
      </dgm:prSet>
      <dgm:spPr/>
    </dgm:pt>
  </dgm:ptLst>
  <dgm:cxnLst>
    <dgm:cxn modelId="{DF306A2F-230E-44F4-AA5C-696CD65A494A}" srcId="{89553E7C-7EFD-4F01-BA37-4DAEC9BF0CB6}" destId="{96C02251-DAA8-488D-9110-C189DC3B7A27}" srcOrd="1" destOrd="0" parTransId="{0DBFD0C8-A87D-4221-87A5-A7969B66330F}" sibTransId="{EA0C3900-5FBD-4727-9F7F-B2CD82936704}"/>
    <dgm:cxn modelId="{2E3AF135-6C76-40F9-9AF7-33711CE4FAE5}" type="presOf" srcId="{89553E7C-7EFD-4F01-BA37-4DAEC9BF0CB6}" destId="{3E8F8965-0C28-4169-BEF1-E990784771C1}" srcOrd="0" destOrd="0" presId="urn:microsoft.com/office/officeart/2018/2/layout/IconLabelDescriptionList"/>
    <dgm:cxn modelId="{BA8F6072-0AD8-4D5F-ADB8-6CCA90D108E6}" type="presOf" srcId="{5131C0C0-2761-4BCE-9C00-18780A430199}" destId="{7ADBBC22-244D-43B1-92A4-5E0F4D6FA1C6}" srcOrd="0" destOrd="0" presId="urn:microsoft.com/office/officeart/2018/2/layout/IconLabelDescriptionList"/>
    <dgm:cxn modelId="{72555E93-3B66-4DB9-B21A-7AD1AE0A9A23}" srcId="{96C02251-DAA8-488D-9110-C189DC3B7A27}" destId="{0EE37D73-6C41-4F92-931C-1933508135C6}" srcOrd="0" destOrd="0" parTransId="{3E9163D9-2C42-4990-AAE1-895D8B6A99E1}" sibTransId="{F23A38BA-3315-4F47-B8DE-88F337B3B960}"/>
    <dgm:cxn modelId="{589F87A0-5427-4EBF-9D2C-F86EF7100135}" type="presOf" srcId="{0EE37D73-6C41-4F92-931C-1933508135C6}" destId="{340C6EF0-6D2E-40A9-97A7-9BFBF7002AC0}" srcOrd="0" destOrd="0" presId="urn:microsoft.com/office/officeart/2018/2/layout/IconLabelDescriptionList"/>
    <dgm:cxn modelId="{C71F16D9-6F87-405D-8F83-A9A603AF9F5D}" type="presOf" srcId="{96C02251-DAA8-488D-9110-C189DC3B7A27}" destId="{32207612-4463-40F0-9B2F-DDEF6309B96F}" srcOrd="0" destOrd="0" presId="urn:microsoft.com/office/officeart/2018/2/layout/IconLabelDescriptionList"/>
    <dgm:cxn modelId="{3DA48BE2-8147-46BE-AFBD-52B85607DA3F}" srcId="{89553E7C-7EFD-4F01-BA37-4DAEC9BF0CB6}" destId="{5131C0C0-2761-4BCE-9C00-18780A430199}" srcOrd="0" destOrd="0" parTransId="{57508143-9AFC-43FC-9B69-35FC0503E3FE}" sibTransId="{35244CD1-2691-4D00-A117-B3F58E6F6856}"/>
    <dgm:cxn modelId="{C3DFF3D9-7F9E-401C-AD21-376CD86FC6AF}" type="presParOf" srcId="{3E8F8965-0C28-4169-BEF1-E990784771C1}" destId="{9DE20CCC-C66E-428B-91B4-8C23B1ECD74E}" srcOrd="0" destOrd="0" presId="urn:microsoft.com/office/officeart/2018/2/layout/IconLabelDescriptionList"/>
    <dgm:cxn modelId="{31B1219C-2FB3-4FDB-AE80-C25DFE71B173}" type="presParOf" srcId="{9DE20CCC-C66E-428B-91B4-8C23B1ECD74E}" destId="{CD545EF5-C0F6-4E7E-AC40-312A08636BAB}" srcOrd="0" destOrd="0" presId="urn:microsoft.com/office/officeart/2018/2/layout/IconLabelDescriptionList"/>
    <dgm:cxn modelId="{00C70CCA-4E1A-471C-83E3-B83C66C16051}" type="presParOf" srcId="{9DE20CCC-C66E-428B-91B4-8C23B1ECD74E}" destId="{D9D14539-96E3-4DBB-8CEA-6914BD43725D}" srcOrd="1" destOrd="0" presId="urn:microsoft.com/office/officeart/2018/2/layout/IconLabelDescriptionList"/>
    <dgm:cxn modelId="{30FD17A5-8BA1-47F5-9523-7C9CC904A77C}" type="presParOf" srcId="{9DE20CCC-C66E-428B-91B4-8C23B1ECD74E}" destId="{7ADBBC22-244D-43B1-92A4-5E0F4D6FA1C6}" srcOrd="2" destOrd="0" presId="urn:microsoft.com/office/officeart/2018/2/layout/IconLabelDescriptionList"/>
    <dgm:cxn modelId="{67D1FAEA-6F8F-412A-A1FB-A7689524B16D}" type="presParOf" srcId="{9DE20CCC-C66E-428B-91B4-8C23B1ECD74E}" destId="{490F1159-EBDF-47B9-B097-D9922078348B}" srcOrd="3" destOrd="0" presId="urn:microsoft.com/office/officeart/2018/2/layout/IconLabelDescriptionList"/>
    <dgm:cxn modelId="{674AF1C4-BD24-4BEC-8779-D761B15F9461}" type="presParOf" srcId="{9DE20CCC-C66E-428B-91B4-8C23B1ECD74E}" destId="{A110B048-5FF6-41BC-BDD0-A47B1587E158}" srcOrd="4" destOrd="0" presId="urn:microsoft.com/office/officeart/2018/2/layout/IconLabelDescriptionList"/>
    <dgm:cxn modelId="{5E77496F-FD8D-442C-898B-294D8A54B750}" type="presParOf" srcId="{3E8F8965-0C28-4169-BEF1-E990784771C1}" destId="{CE129B57-917A-4D6A-9916-975F4277A740}" srcOrd="1" destOrd="0" presId="urn:microsoft.com/office/officeart/2018/2/layout/IconLabelDescriptionList"/>
    <dgm:cxn modelId="{2A2D24DF-DE61-4D8E-82BE-67DB5F0DE9F1}" type="presParOf" srcId="{3E8F8965-0C28-4169-BEF1-E990784771C1}" destId="{2D587A6D-D616-447B-BE10-8ED067A8AC49}" srcOrd="2" destOrd="0" presId="urn:microsoft.com/office/officeart/2018/2/layout/IconLabelDescriptionList"/>
    <dgm:cxn modelId="{8C343C06-C26A-4C34-90A5-D5474E2DEDB7}" type="presParOf" srcId="{2D587A6D-D616-447B-BE10-8ED067A8AC49}" destId="{6A54389B-AE51-4D3B-8C8B-2230E71DE3A1}" srcOrd="0" destOrd="0" presId="urn:microsoft.com/office/officeart/2018/2/layout/IconLabelDescriptionList"/>
    <dgm:cxn modelId="{D13AEED3-8E2D-4B5D-9AF6-8A16628A72FE}" type="presParOf" srcId="{2D587A6D-D616-447B-BE10-8ED067A8AC49}" destId="{44B8C85D-2B61-4F6A-85D5-B39AF2035A4C}" srcOrd="1" destOrd="0" presId="urn:microsoft.com/office/officeart/2018/2/layout/IconLabelDescriptionList"/>
    <dgm:cxn modelId="{7E1C1CD9-68FC-4119-8BAD-B9B54382A853}" type="presParOf" srcId="{2D587A6D-D616-447B-BE10-8ED067A8AC49}" destId="{32207612-4463-40F0-9B2F-DDEF6309B96F}" srcOrd="2" destOrd="0" presId="urn:microsoft.com/office/officeart/2018/2/layout/IconLabelDescriptionList"/>
    <dgm:cxn modelId="{BA2B68F7-F431-4C96-A02A-1C29C9062DF0}" type="presParOf" srcId="{2D587A6D-D616-447B-BE10-8ED067A8AC49}" destId="{7109E17E-74E7-4F8E-AC81-C67E746D661F}" srcOrd="3" destOrd="0" presId="urn:microsoft.com/office/officeart/2018/2/layout/IconLabelDescriptionList"/>
    <dgm:cxn modelId="{F0B704D5-9EC8-41ED-9494-540FDF3EAB16}" type="presParOf" srcId="{2D587A6D-D616-447B-BE10-8ED067A8AC49}" destId="{340C6EF0-6D2E-40A9-97A7-9BFBF7002AC0}"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DB0D22D1-5FFB-4C8D-BCA1-9472F791C4FD}" type="doc">
      <dgm:prSet loTypeId="urn:microsoft.com/office/officeart/2005/8/layout/hierarchy2" loCatId="hierarchy" qsTypeId="urn:microsoft.com/office/officeart/2005/8/quickstyle/simple1" qsCatId="simple" csTypeId="urn:microsoft.com/office/officeart/2005/8/colors/colorful1" csCatId="colorful" phldr="1"/>
      <dgm:spPr/>
      <dgm:t>
        <a:bodyPr/>
        <a:lstStyle/>
        <a:p>
          <a:endParaRPr lang="en-US"/>
        </a:p>
      </dgm:t>
    </dgm:pt>
    <dgm:pt modelId="{2ED7A219-37B7-4E80-9B60-530936F60EF1}">
      <dgm:prSet/>
      <dgm:spPr/>
      <dgm:t>
        <a:bodyPr/>
        <a:lstStyle/>
        <a:p>
          <a:r>
            <a:rPr lang="fr-FR"/>
            <a:t>L’analyse n’est pas un moment ponctuel mais un processus constant.</a:t>
          </a:r>
          <a:endParaRPr lang="en-US"/>
        </a:p>
      </dgm:t>
    </dgm:pt>
    <dgm:pt modelId="{C7B000E1-0297-4BC1-BD5B-5E1DC9D8BFDE}" type="parTrans" cxnId="{693FBC95-141B-45AB-9DAC-5FCA3CBFE539}">
      <dgm:prSet/>
      <dgm:spPr/>
      <dgm:t>
        <a:bodyPr/>
        <a:lstStyle/>
        <a:p>
          <a:endParaRPr lang="en-US"/>
        </a:p>
      </dgm:t>
    </dgm:pt>
    <dgm:pt modelId="{B125985A-673A-4EF4-9300-0D67B2CA8F17}" type="sibTrans" cxnId="{693FBC95-141B-45AB-9DAC-5FCA3CBFE539}">
      <dgm:prSet/>
      <dgm:spPr/>
      <dgm:t>
        <a:bodyPr/>
        <a:lstStyle/>
        <a:p>
          <a:endParaRPr lang="en-US"/>
        </a:p>
      </dgm:t>
    </dgm:pt>
    <dgm:pt modelId="{85BDC8DA-84D5-46D7-A58D-9C68F4324936}">
      <dgm:prSet/>
      <dgm:spPr/>
      <dgm:t>
        <a:bodyPr/>
        <a:lstStyle/>
        <a:p>
          <a:r>
            <a:rPr lang="fr-FR"/>
            <a:t>Importance de prendre du recul après chaque intervention :</a:t>
          </a:r>
          <a:endParaRPr lang="en-US"/>
        </a:p>
      </dgm:t>
    </dgm:pt>
    <dgm:pt modelId="{CA5A523A-64B0-4766-9441-B1A1F28205A9}" type="parTrans" cxnId="{3058A932-BEBC-475E-BC50-8303EBF45C38}">
      <dgm:prSet/>
      <dgm:spPr/>
      <dgm:t>
        <a:bodyPr/>
        <a:lstStyle/>
        <a:p>
          <a:endParaRPr lang="en-US"/>
        </a:p>
      </dgm:t>
    </dgm:pt>
    <dgm:pt modelId="{70F68D53-0131-4E13-A8E4-43ED3AE22439}" type="sibTrans" cxnId="{3058A932-BEBC-475E-BC50-8303EBF45C38}">
      <dgm:prSet/>
      <dgm:spPr/>
      <dgm:t>
        <a:bodyPr/>
        <a:lstStyle/>
        <a:p>
          <a:endParaRPr lang="en-US"/>
        </a:p>
      </dgm:t>
    </dgm:pt>
    <dgm:pt modelId="{D467C0A9-993A-4BC5-ABDF-0E913CB34BBD}">
      <dgm:prSet/>
      <dgm:spPr/>
      <dgm:t>
        <a:bodyPr/>
        <a:lstStyle/>
        <a:p>
          <a:r>
            <a:rPr lang="fr-FR" dirty="0"/>
            <a:t>Qu’est-ce qui a fonctionné ? Pourquoi ?</a:t>
          </a:r>
          <a:endParaRPr lang="en-US" dirty="0"/>
        </a:p>
      </dgm:t>
    </dgm:pt>
    <dgm:pt modelId="{C36206E0-CAC4-4C3E-90EF-F6814BF5B478}" type="parTrans" cxnId="{6EE3101D-5CBE-406C-A722-616AD8259C22}">
      <dgm:prSet/>
      <dgm:spPr/>
      <dgm:t>
        <a:bodyPr/>
        <a:lstStyle/>
        <a:p>
          <a:endParaRPr lang="en-US"/>
        </a:p>
      </dgm:t>
    </dgm:pt>
    <dgm:pt modelId="{169C423A-83F0-491E-AA19-F6CC1DCA260B}" type="sibTrans" cxnId="{6EE3101D-5CBE-406C-A722-616AD8259C22}">
      <dgm:prSet/>
      <dgm:spPr/>
      <dgm:t>
        <a:bodyPr/>
        <a:lstStyle/>
        <a:p>
          <a:endParaRPr lang="en-US"/>
        </a:p>
      </dgm:t>
    </dgm:pt>
    <dgm:pt modelId="{12350207-1527-43EA-BF43-45386D270A33}">
      <dgm:prSet/>
      <dgm:spPr/>
      <dgm:t>
        <a:bodyPr/>
        <a:lstStyle/>
        <a:p>
          <a:r>
            <a:rPr lang="fr-FR"/>
            <a:t>Quelles leçons tirer pour améliorer la pratique future ?</a:t>
          </a:r>
          <a:endParaRPr lang="en-US"/>
        </a:p>
      </dgm:t>
    </dgm:pt>
    <dgm:pt modelId="{44CFB96B-E921-4ACB-B20B-7740CA947348}" type="parTrans" cxnId="{68F6B682-8DE4-49F1-98CF-E93DE40E196B}">
      <dgm:prSet/>
      <dgm:spPr/>
      <dgm:t>
        <a:bodyPr/>
        <a:lstStyle/>
        <a:p>
          <a:endParaRPr lang="en-US"/>
        </a:p>
      </dgm:t>
    </dgm:pt>
    <dgm:pt modelId="{E805ABDE-8175-4D99-BF55-C956340D079D}" type="sibTrans" cxnId="{68F6B682-8DE4-49F1-98CF-E93DE40E196B}">
      <dgm:prSet/>
      <dgm:spPr/>
      <dgm:t>
        <a:bodyPr/>
        <a:lstStyle/>
        <a:p>
          <a:endParaRPr lang="en-US"/>
        </a:p>
      </dgm:t>
    </dgm:pt>
    <dgm:pt modelId="{134F4633-9B30-4104-ADAD-AE515AC92EF0}" type="pres">
      <dgm:prSet presAssocID="{DB0D22D1-5FFB-4C8D-BCA1-9472F791C4FD}" presName="diagram" presStyleCnt="0">
        <dgm:presLayoutVars>
          <dgm:chPref val="1"/>
          <dgm:dir/>
          <dgm:animOne val="branch"/>
          <dgm:animLvl val="lvl"/>
          <dgm:resizeHandles val="exact"/>
        </dgm:presLayoutVars>
      </dgm:prSet>
      <dgm:spPr/>
    </dgm:pt>
    <dgm:pt modelId="{3A276A4B-BCAE-4DD2-9334-64AD6FDD1999}" type="pres">
      <dgm:prSet presAssocID="{2ED7A219-37B7-4E80-9B60-530936F60EF1}" presName="root1" presStyleCnt="0"/>
      <dgm:spPr/>
    </dgm:pt>
    <dgm:pt modelId="{16DC7BCA-507D-4359-AA8B-B97DCC2AD199}" type="pres">
      <dgm:prSet presAssocID="{2ED7A219-37B7-4E80-9B60-530936F60EF1}" presName="LevelOneTextNode" presStyleLbl="node0" presStyleIdx="0" presStyleCnt="2">
        <dgm:presLayoutVars>
          <dgm:chPref val="3"/>
        </dgm:presLayoutVars>
      </dgm:prSet>
      <dgm:spPr/>
    </dgm:pt>
    <dgm:pt modelId="{B352EE88-A0C8-45D9-B3F5-4242060BAAEF}" type="pres">
      <dgm:prSet presAssocID="{2ED7A219-37B7-4E80-9B60-530936F60EF1}" presName="level2hierChild" presStyleCnt="0"/>
      <dgm:spPr/>
    </dgm:pt>
    <dgm:pt modelId="{8CC9EB59-E34C-4AF2-8894-480C01AF2162}" type="pres">
      <dgm:prSet presAssocID="{85BDC8DA-84D5-46D7-A58D-9C68F4324936}" presName="root1" presStyleCnt="0"/>
      <dgm:spPr/>
    </dgm:pt>
    <dgm:pt modelId="{5E94EB9A-0159-4B90-AC77-34E42398D6E4}" type="pres">
      <dgm:prSet presAssocID="{85BDC8DA-84D5-46D7-A58D-9C68F4324936}" presName="LevelOneTextNode" presStyleLbl="node0" presStyleIdx="1" presStyleCnt="2">
        <dgm:presLayoutVars>
          <dgm:chPref val="3"/>
        </dgm:presLayoutVars>
      </dgm:prSet>
      <dgm:spPr/>
    </dgm:pt>
    <dgm:pt modelId="{E887BCA2-5253-48AF-B675-CF1DCC7A93D2}" type="pres">
      <dgm:prSet presAssocID="{85BDC8DA-84D5-46D7-A58D-9C68F4324936}" presName="level2hierChild" presStyleCnt="0"/>
      <dgm:spPr/>
    </dgm:pt>
    <dgm:pt modelId="{512FC9EE-4541-484A-AC73-0AFCEEEE075B}" type="pres">
      <dgm:prSet presAssocID="{C36206E0-CAC4-4C3E-90EF-F6814BF5B478}" presName="conn2-1" presStyleLbl="parChTrans1D2" presStyleIdx="0" presStyleCnt="2"/>
      <dgm:spPr/>
    </dgm:pt>
    <dgm:pt modelId="{6A1B53F1-FF5C-4FA3-A631-60D9CF2D48C4}" type="pres">
      <dgm:prSet presAssocID="{C36206E0-CAC4-4C3E-90EF-F6814BF5B478}" presName="connTx" presStyleLbl="parChTrans1D2" presStyleIdx="0" presStyleCnt="2"/>
      <dgm:spPr/>
    </dgm:pt>
    <dgm:pt modelId="{D9960A78-FC2A-4B21-93AE-0DDF1E57FA15}" type="pres">
      <dgm:prSet presAssocID="{D467C0A9-993A-4BC5-ABDF-0E913CB34BBD}" presName="root2" presStyleCnt="0"/>
      <dgm:spPr/>
    </dgm:pt>
    <dgm:pt modelId="{162ACF32-77D8-48AA-9263-502A37C8C6FF}" type="pres">
      <dgm:prSet presAssocID="{D467C0A9-993A-4BC5-ABDF-0E913CB34BBD}" presName="LevelTwoTextNode" presStyleLbl="node2" presStyleIdx="0" presStyleCnt="2" custScaleX="110092">
        <dgm:presLayoutVars>
          <dgm:chPref val="3"/>
        </dgm:presLayoutVars>
      </dgm:prSet>
      <dgm:spPr/>
    </dgm:pt>
    <dgm:pt modelId="{B275C6C2-CFC8-4292-8ED5-D1090A393B42}" type="pres">
      <dgm:prSet presAssocID="{D467C0A9-993A-4BC5-ABDF-0E913CB34BBD}" presName="level3hierChild" presStyleCnt="0"/>
      <dgm:spPr/>
    </dgm:pt>
    <dgm:pt modelId="{8F4A0B9C-DB7F-4814-AA7C-CCE485F6B6AD}" type="pres">
      <dgm:prSet presAssocID="{44CFB96B-E921-4ACB-B20B-7740CA947348}" presName="conn2-1" presStyleLbl="parChTrans1D2" presStyleIdx="1" presStyleCnt="2"/>
      <dgm:spPr/>
    </dgm:pt>
    <dgm:pt modelId="{1C4E8989-1B0B-49F6-A58B-C872B62D5FEC}" type="pres">
      <dgm:prSet presAssocID="{44CFB96B-E921-4ACB-B20B-7740CA947348}" presName="connTx" presStyleLbl="parChTrans1D2" presStyleIdx="1" presStyleCnt="2"/>
      <dgm:spPr/>
    </dgm:pt>
    <dgm:pt modelId="{6C3821FD-52BD-467E-A33F-A74380B9774A}" type="pres">
      <dgm:prSet presAssocID="{12350207-1527-43EA-BF43-45386D270A33}" presName="root2" presStyleCnt="0"/>
      <dgm:spPr/>
    </dgm:pt>
    <dgm:pt modelId="{046F3FD2-71E7-467D-81B8-B23572B3ECC6}" type="pres">
      <dgm:prSet presAssocID="{12350207-1527-43EA-BF43-45386D270A33}" presName="LevelTwoTextNode" presStyleLbl="node2" presStyleIdx="1" presStyleCnt="2" custScaleX="110092">
        <dgm:presLayoutVars>
          <dgm:chPref val="3"/>
        </dgm:presLayoutVars>
      </dgm:prSet>
      <dgm:spPr/>
    </dgm:pt>
    <dgm:pt modelId="{C58A3E6C-D85D-456A-A95B-916FBC111C70}" type="pres">
      <dgm:prSet presAssocID="{12350207-1527-43EA-BF43-45386D270A33}" presName="level3hierChild" presStyleCnt="0"/>
      <dgm:spPr/>
    </dgm:pt>
  </dgm:ptLst>
  <dgm:cxnLst>
    <dgm:cxn modelId="{21359C01-6E94-49BD-85EC-6CD0FC6AF3C3}" type="presOf" srcId="{C36206E0-CAC4-4C3E-90EF-F6814BF5B478}" destId="{6A1B53F1-FF5C-4FA3-A631-60D9CF2D48C4}" srcOrd="1" destOrd="0" presId="urn:microsoft.com/office/officeart/2005/8/layout/hierarchy2"/>
    <dgm:cxn modelId="{94359A10-5239-45A0-B9E3-CB2979B28724}" type="presOf" srcId="{12350207-1527-43EA-BF43-45386D270A33}" destId="{046F3FD2-71E7-467D-81B8-B23572B3ECC6}" srcOrd="0" destOrd="0" presId="urn:microsoft.com/office/officeart/2005/8/layout/hierarchy2"/>
    <dgm:cxn modelId="{6EE3101D-5CBE-406C-A722-616AD8259C22}" srcId="{85BDC8DA-84D5-46D7-A58D-9C68F4324936}" destId="{D467C0A9-993A-4BC5-ABDF-0E913CB34BBD}" srcOrd="0" destOrd="0" parTransId="{C36206E0-CAC4-4C3E-90EF-F6814BF5B478}" sibTransId="{169C423A-83F0-491E-AA19-F6CC1DCA260B}"/>
    <dgm:cxn modelId="{3058A932-BEBC-475E-BC50-8303EBF45C38}" srcId="{DB0D22D1-5FFB-4C8D-BCA1-9472F791C4FD}" destId="{85BDC8DA-84D5-46D7-A58D-9C68F4324936}" srcOrd="1" destOrd="0" parTransId="{CA5A523A-64B0-4766-9441-B1A1F28205A9}" sibTransId="{70F68D53-0131-4E13-A8E4-43ED3AE22439}"/>
    <dgm:cxn modelId="{825B6836-3AE6-4E66-AA68-DB037F78F5E9}" type="presOf" srcId="{2ED7A219-37B7-4E80-9B60-530936F60EF1}" destId="{16DC7BCA-507D-4359-AA8B-B97DCC2AD199}" srcOrd="0" destOrd="0" presId="urn:microsoft.com/office/officeart/2005/8/layout/hierarchy2"/>
    <dgm:cxn modelId="{90C06738-CF87-4CAF-8F67-08FCA54CDB06}" type="presOf" srcId="{44CFB96B-E921-4ACB-B20B-7740CA947348}" destId="{1C4E8989-1B0B-49F6-A58B-C872B62D5FEC}" srcOrd="1" destOrd="0" presId="urn:microsoft.com/office/officeart/2005/8/layout/hierarchy2"/>
    <dgm:cxn modelId="{F20C0F63-EDD0-4A8C-9A87-DA2334776971}" type="presOf" srcId="{44CFB96B-E921-4ACB-B20B-7740CA947348}" destId="{8F4A0B9C-DB7F-4814-AA7C-CCE485F6B6AD}" srcOrd="0" destOrd="0" presId="urn:microsoft.com/office/officeart/2005/8/layout/hierarchy2"/>
    <dgm:cxn modelId="{68F6B682-8DE4-49F1-98CF-E93DE40E196B}" srcId="{85BDC8DA-84D5-46D7-A58D-9C68F4324936}" destId="{12350207-1527-43EA-BF43-45386D270A33}" srcOrd="1" destOrd="0" parTransId="{44CFB96B-E921-4ACB-B20B-7740CA947348}" sibTransId="{E805ABDE-8175-4D99-BF55-C956340D079D}"/>
    <dgm:cxn modelId="{A95BB094-40A5-47AB-8E42-893E44A3B8AA}" type="presOf" srcId="{DB0D22D1-5FFB-4C8D-BCA1-9472F791C4FD}" destId="{134F4633-9B30-4104-ADAD-AE515AC92EF0}" srcOrd="0" destOrd="0" presId="urn:microsoft.com/office/officeart/2005/8/layout/hierarchy2"/>
    <dgm:cxn modelId="{693FBC95-141B-45AB-9DAC-5FCA3CBFE539}" srcId="{DB0D22D1-5FFB-4C8D-BCA1-9472F791C4FD}" destId="{2ED7A219-37B7-4E80-9B60-530936F60EF1}" srcOrd="0" destOrd="0" parTransId="{C7B000E1-0297-4BC1-BD5B-5E1DC9D8BFDE}" sibTransId="{B125985A-673A-4EF4-9300-0D67B2CA8F17}"/>
    <dgm:cxn modelId="{55DEE4BB-4352-46FA-9C67-D705774DAD1A}" type="presOf" srcId="{C36206E0-CAC4-4C3E-90EF-F6814BF5B478}" destId="{512FC9EE-4541-484A-AC73-0AFCEEEE075B}" srcOrd="0" destOrd="0" presId="urn:microsoft.com/office/officeart/2005/8/layout/hierarchy2"/>
    <dgm:cxn modelId="{10681CE5-69EC-440A-9B60-8AC94F372913}" type="presOf" srcId="{D467C0A9-993A-4BC5-ABDF-0E913CB34BBD}" destId="{162ACF32-77D8-48AA-9263-502A37C8C6FF}" srcOrd="0" destOrd="0" presId="urn:microsoft.com/office/officeart/2005/8/layout/hierarchy2"/>
    <dgm:cxn modelId="{8C5FE0F8-C1CB-4C17-960A-215F65923B5E}" type="presOf" srcId="{85BDC8DA-84D5-46D7-A58D-9C68F4324936}" destId="{5E94EB9A-0159-4B90-AC77-34E42398D6E4}" srcOrd="0" destOrd="0" presId="urn:microsoft.com/office/officeart/2005/8/layout/hierarchy2"/>
    <dgm:cxn modelId="{B6A6D141-8EE9-49B0-82DE-A790754CCE73}" type="presParOf" srcId="{134F4633-9B30-4104-ADAD-AE515AC92EF0}" destId="{3A276A4B-BCAE-4DD2-9334-64AD6FDD1999}" srcOrd="0" destOrd="0" presId="urn:microsoft.com/office/officeart/2005/8/layout/hierarchy2"/>
    <dgm:cxn modelId="{877321B9-B7A9-4FBE-843D-F8658E03B2A3}" type="presParOf" srcId="{3A276A4B-BCAE-4DD2-9334-64AD6FDD1999}" destId="{16DC7BCA-507D-4359-AA8B-B97DCC2AD199}" srcOrd="0" destOrd="0" presId="urn:microsoft.com/office/officeart/2005/8/layout/hierarchy2"/>
    <dgm:cxn modelId="{9DA2ED1A-0879-49E3-A39B-6F4CF8432F09}" type="presParOf" srcId="{3A276A4B-BCAE-4DD2-9334-64AD6FDD1999}" destId="{B352EE88-A0C8-45D9-B3F5-4242060BAAEF}" srcOrd="1" destOrd="0" presId="urn:microsoft.com/office/officeart/2005/8/layout/hierarchy2"/>
    <dgm:cxn modelId="{841330F5-182C-44C0-86AB-C29420378E38}" type="presParOf" srcId="{134F4633-9B30-4104-ADAD-AE515AC92EF0}" destId="{8CC9EB59-E34C-4AF2-8894-480C01AF2162}" srcOrd="1" destOrd="0" presId="urn:microsoft.com/office/officeart/2005/8/layout/hierarchy2"/>
    <dgm:cxn modelId="{6800978E-6FD1-4416-8168-E7D7A7CE414D}" type="presParOf" srcId="{8CC9EB59-E34C-4AF2-8894-480C01AF2162}" destId="{5E94EB9A-0159-4B90-AC77-34E42398D6E4}" srcOrd="0" destOrd="0" presId="urn:microsoft.com/office/officeart/2005/8/layout/hierarchy2"/>
    <dgm:cxn modelId="{D9EEFC00-A78D-4DF0-95DE-CE27E07D8DA2}" type="presParOf" srcId="{8CC9EB59-E34C-4AF2-8894-480C01AF2162}" destId="{E887BCA2-5253-48AF-B675-CF1DCC7A93D2}" srcOrd="1" destOrd="0" presId="urn:microsoft.com/office/officeart/2005/8/layout/hierarchy2"/>
    <dgm:cxn modelId="{41937046-E608-409B-8AB2-331028409917}" type="presParOf" srcId="{E887BCA2-5253-48AF-B675-CF1DCC7A93D2}" destId="{512FC9EE-4541-484A-AC73-0AFCEEEE075B}" srcOrd="0" destOrd="0" presId="urn:microsoft.com/office/officeart/2005/8/layout/hierarchy2"/>
    <dgm:cxn modelId="{E252CB2E-1D16-42A1-AE56-FCB5D103B811}" type="presParOf" srcId="{512FC9EE-4541-484A-AC73-0AFCEEEE075B}" destId="{6A1B53F1-FF5C-4FA3-A631-60D9CF2D48C4}" srcOrd="0" destOrd="0" presId="urn:microsoft.com/office/officeart/2005/8/layout/hierarchy2"/>
    <dgm:cxn modelId="{11E1711C-F26A-41FD-A713-ECA398B73A2A}" type="presParOf" srcId="{E887BCA2-5253-48AF-B675-CF1DCC7A93D2}" destId="{D9960A78-FC2A-4B21-93AE-0DDF1E57FA15}" srcOrd="1" destOrd="0" presId="urn:microsoft.com/office/officeart/2005/8/layout/hierarchy2"/>
    <dgm:cxn modelId="{874E01EC-2437-45B1-96C5-CBD78F014C31}" type="presParOf" srcId="{D9960A78-FC2A-4B21-93AE-0DDF1E57FA15}" destId="{162ACF32-77D8-48AA-9263-502A37C8C6FF}" srcOrd="0" destOrd="0" presId="urn:microsoft.com/office/officeart/2005/8/layout/hierarchy2"/>
    <dgm:cxn modelId="{BB1CE38A-2BB8-4BBA-8B19-05DFE7E53274}" type="presParOf" srcId="{D9960A78-FC2A-4B21-93AE-0DDF1E57FA15}" destId="{B275C6C2-CFC8-4292-8ED5-D1090A393B42}" srcOrd="1" destOrd="0" presId="urn:microsoft.com/office/officeart/2005/8/layout/hierarchy2"/>
    <dgm:cxn modelId="{9618F807-97AF-4557-B1BF-217DDB2CB0A4}" type="presParOf" srcId="{E887BCA2-5253-48AF-B675-CF1DCC7A93D2}" destId="{8F4A0B9C-DB7F-4814-AA7C-CCE485F6B6AD}" srcOrd="2" destOrd="0" presId="urn:microsoft.com/office/officeart/2005/8/layout/hierarchy2"/>
    <dgm:cxn modelId="{BBA123CD-925E-4C5E-8FB1-27BE8B625EFF}" type="presParOf" srcId="{8F4A0B9C-DB7F-4814-AA7C-CCE485F6B6AD}" destId="{1C4E8989-1B0B-49F6-A58B-C872B62D5FEC}" srcOrd="0" destOrd="0" presId="urn:microsoft.com/office/officeart/2005/8/layout/hierarchy2"/>
    <dgm:cxn modelId="{044FC32F-437E-4EE6-AF55-1A40D096C86C}" type="presParOf" srcId="{E887BCA2-5253-48AF-B675-CF1DCC7A93D2}" destId="{6C3821FD-52BD-467E-A33F-A74380B9774A}" srcOrd="3" destOrd="0" presId="urn:microsoft.com/office/officeart/2005/8/layout/hierarchy2"/>
    <dgm:cxn modelId="{030688BF-1C1D-441D-BBEE-0D56A32E1939}" type="presParOf" srcId="{6C3821FD-52BD-467E-A33F-A74380B9774A}" destId="{046F3FD2-71E7-467D-81B8-B23572B3ECC6}" srcOrd="0" destOrd="0" presId="urn:microsoft.com/office/officeart/2005/8/layout/hierarchy2"/>
    <dgm:cxn modelId="{A622B0AA-65AE-45FF-AFC9-6E3CA92C8134}" type="presParOf" srcId="{6C3821FD-52BD-467E-A33F-A74380B9774A}" destId="{C58A3E6C-D85D-456A-A95B-916FBC111C70}"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A38C54A0-E6F6-47CD-9EDA-B64660E16A36}" type="doc">
      <dgm:prSet loTypeId="urn:microsoft.com/office/officeart/2005/8/layout/process4" loCatId="process" qsTypeId="urn:microsoft.com/office/officeart/2005/8/quickstyle/simple1" qsCatId="simple" csTypeId="urn:microsoft.com/office/officeart/2005/8/colors/colorful2" csCatId="colorful"/>
      <dgm:spPr/>
      <dgm:t>
        <a:bodyPr/>
        <a:lstStyle/>
        <a:p>
          <a:endParaRPr lang="en-US"/>
        </a:p>
      </dgm:t>
    </dgm:pt>
    <dgm:pt modelId="{C25997D8-ECC4-4ED2-A18A-02738C3A7386}">
      <dgm:prSet/>
      <dgm:spPr/>
      <dgm:t>
        <a:bodyPr/>
        <a:lstStyle/>
        <a:p>
          <a:r>
            <a:rPr lang="fr-FR"/>
            <a:t>Réflexion collective avec une approche centrée sur la personne âgée.</a:t>
          </a:r>
          <a:endParaRPr lang="en-US"/>
        </a:p>
      </dgm:t>
    </dgm:pt>
    <dgm:pt modelId="{E401193B-DDC5-4562-BCE4-6B67571AC166}" type="parTrans" cxnId="{21E3DD46-5FCE-43A5-9207-C802E905D52A}">
      <dgm:prSet/>
      <dgm:spPr/>
      <dgm:t>
        <a:bodyPr/>
        <a:lstStyle/>
        <a:p>
          <a:endParaRPr lang="en-US"/>
        </a:p>
      </dgm:t>
    </dgm:pt>
    <dgm:pt modelId="{3187A544-246B-433D-8FD6-4A7E6AE0A430}" type="sibTrans" cxnId="{21E3DD46-5FCE-43A5-9207-C802E905D52A}">
      <dgm:prSet/>
      <dgm:spPr/>
      <dgm:t>
        <a:bodyPr/>
        <a:lstStyle/>
        <a:p>
          <a:endParaRPr lang="en-US"/>
        </a:p>
      </dgm:t>
    </dgm:pt>
    <dgm:pt modelId="{1AD4AC7B-1D15-4953-B1C5-322032973C5D}">
      <dgm:prSet/>
      <dgm:spPr/>
      <dgm:t>
        <a:bodyPr/>
        <a:lstStyle/>
        <a:p>
          <a:r>
            <a:rPr lang="fr-FR"/>
            <a:t>Méthode : Étudier chaque situation en prenant en compte les spécificités de la personne, son histoire, et son environnement.</a:t>
          </a:r>
          <a:endParaRPr lang="en-US"/>
        </a:p>
      </dgm:t>
    </dgm:pt>
    <dgm:pt modelId="{BAD3665E-6193-4171-85F4-B4EFC2B4E136}" type="parTrans" cxnId="{1B5C5BAA-A2BC-4E72-82C1-CAD4EB3FABE4}">
      <dgm:prSet/>
      <dgm:spPr/>
      <dgm:t>
        <a:bodyPr/>
        <a:lstStyle/>
        <a:p>
          <a:endParaRPr lang="en-US"/>
        </a:p>
      </dgm:t>
    </dgm:pt>
    <dgm:pt modelId="{227BFEBE-D4B0-4C29-A3C7-1058587ECAD4}" type="sibTrans" cxnId="{1B5C5BAA-A2BC-4E72-82C1-CAD4EB3FABE4}">
      <dgm:prSet/>
      <dgm:spPr/>
      <dgm:t>
        <a:bodyPr/>
        <a:lstStyle/>
        <a:p>
          <a:endParaRPr lang="en-US"/>
        </a:p>
      </dgm:t>
    </dgm:pt>
    <dgm:pt modelId="{C2B1D04E-6F91-4004-B510-914EF9370F4F}">
      <dgm:prSet/>
      <dgm:spPr/>
      <dgm:t>
        <a:bodyPr/>
        <a:lstStyle/>
        <a:p>
          <a:r>
            <a:rPr lang="fr-FR"/>
            <a:t>Exemple :</a:t>
          </a:r>
          <a:endParaRPr lang="en-US"/>
        </a:p>
      </dgm:t>
    </dgm:pt>
    <dgm:pt modelId="{27C88027-B9AD-4413-B528-927B3B84B2BC}" type="parTrans" cxnId="{17B8D560-6DF4-4F94-B71F-14E93D4EA4D2}">
      <dgm:prSet/>
      <dgm:spPr/>
      <dgm:t>
        <a:bodyPr/>
        <a:lstStyle/>
        <a:p>
          <a:endParaRPr lang="en-US"/>
        </a:p>
      </dgm:t>
    </dgm:pt>
    <dgm:pt modelId="{E4A71A70-AC22-4C85-858A-121A76A5FEE0}" type="sibTrans" cxnId="{17B8D560-6DF4-4F94-B71F-14E93D4EA4D2}">
      <dgm:prSet/>
      <dgm:spPr/>
      <dgm:t>
        <a:bodyPr/>
        <a:lstStyle/>
        <a:p>
          <a:endParaRPr lang="en-US"/>
        </a:p>
      </dgm:t>
    </dgm:pt>
    <dgm:pt modelId="{672FBC37-9D08-4B52-A3A7-8465AA1F7C1E}">
      <dgm:prSet/>
      <dgm:spPr/>
      <dgm:t>
        <a:bodyPr/>
        <a:lstStyle/>
        <a:p>
          <a:r>
            <a:rPr lang="fr-FR" b="1"/>
            <a:t>Situation :</a:t>
          </a:r>
          <a:r>
            <a:rPr lang="fr-FR"/>
            <a:t> Une personne âgée montre des signes d’isolement.</a:t>
          </a:r>
          <a:endParaRPr lang="en-US"/>
        </a:p>
      </dgm:t>
    </dgm:pt>
    <dgm:pt modelId="{A839A33E-8875-461A-AAE5-EA43B8E5B5A1}" type="parTrans" cxnId="{6C44C583-6631-48B9-915D-62E1FB6CF979}">
      <dgm:prSet/>
      <dgm:spPr/>
      <dgm:t>
        <a:bodyPr/>
        <a:lstStyle/>
        <a:p>
          <a:endParaRPr lang="en-US"/>
        </a:p>
      </dgm:t>
    </dgm:pt>
    <dgm:pt modelId="{6004C754-96DF-472F-BD08-1F783BF649D9}" type="sibTrans" cxnId="{6C44C583-6631-48B9-915D-62E1FB6CF979}">
      <dgm:prSet/>
      <dgm:spPr/>
      <dgm:t>
        <a:bodyPr/>
        <a:lstStyle/>
        <a:p>
          <a:endParaRPr lang="en-US"/>
        </a:p>
      </dgm:t>
    </dgm:pt>
    <dgm:pt modelId="{2F5E79E6-E008-4674-BDEA-C978E0648042}">
      <dgm:prSet/>
      <dgm:spPr/>
      <dgm:t>
        <a:bodyPr/>
        <a:lstStyle/>
        <a:p>
          <a:r>
            <a:rPr lang="fr-FR" b="1"/>
            <a:t>Analyse guidée :</a:t>
          </a:r>
          <a:r>
            <a:rPr lang="fr-FR"/>
            <a:t> Évaluer comment l’environnement ou les interactions sociales pourraient être améliorés pour répondre à ce besoin.</a:t>
          </a:r>
          <a:endParaRPr lang="en-US"/>
        </a:p>
      </dgm:t>
    </dgm:pt>
    <dgm:pt modelId="{AA3F914A-9B70-4613-88F9-C4992D0BB66B}" type="parTrans" cxnId="{F55630BE-D17D-46C7-943E-C21C93A5B5E0}">
      <dgm:prSet/>
      <dgm:spPr/>
      <dgm:t>
        <a:bodyPr/>
        <a:lstStyle/>
        <a:p>
          <a:endParaRPr lang="en-US"/>
        </a:p>
      </dgm:t>
    </dgm:pt>
    <dgm:pt modelId="{6D9B4621-5A67-47D7-8C04-D3E9CC3B980C}" type="sibTrans" cxnId="{F55630BE-D17D-46C7-943E-C21C93A5B5E0}">
      <dgm:prSet/>
      <dgm:spPr/>
      <dgm:t>
        <a:bodyPr/>
        <a:lstStyle/>
        <a:p>
          <a:endParaRPr lang="en-US"/>
        </a:p>
      </dgm:t>
    </dgm:pt>
    <dgm:pt modelId="{63F30953-7077-4B68-8399-1F5C09392D3F}" type="pres">
      <dgm:prSet presAssocID="{A38C54A0-E6F6-47CD-9EDA-B64660E16A36}" presName="Name0" presStyleCnt="0">
        <dgm:presLayoutVars>
          <dgm:dir/>
          <dgm:animLvl val="lvl"/>
          <dgm:resizeHandles val="exact"/>
        </dgm:presLayoutVars>
      </dgm:prSet>
      <dgm:spPr/>
    </dgm:pt>
    <dgm:pt modelId="{20F11992-4E16-4FE8-B58F-17C1962854B4}" type="pres">
      <dgm:prSet presAssocID="{C2B1D04E-6F91-4004-B510-914EF9370F4F}" presName="boxAndChildren" presStyleCnt="0"/>
      <dgm:spPr/>
    </dgm:pt>
    <dgm:pt modelId="{6C24616A-D9FA-4A68-ADF8-A2D049F7E74F}" type="pres">
      <dgm:prSet presAssocID="{C2B1D04E-6F91-4004-B510-914EF9370F4F}" presName="parentTextBox" presStyleLbl="node1" presStyleIdx="0" presStyleCnt="3"/>
      <dgm:spPr/>
    </dgm:pt>
    <dgm:pt modelId="{C0B4A224-448C-490A-8EBC-A5B3ED5F0E67}" type="pres">
      <dgm:prSet presAssocID="{C2B1D04E-6F91-4004-B510-914EF9370F4F}" presName="entireBox" presStyleLbl="node1" presStyleIdx="0" presStyleCnt="3"/>
      <dgm:spPr/>
    </dgm:pt>
    <dgm:pt modelId="{ED8BCA30-3202-4FFC-B66B-68767963E27D}" type="pres">
      <dgm:prSet presAssocID="{C2B1D04E-6F91-4004-B510-914EF9370F4F}" presName="descendantBox" presStyleCnt="0"/>
      <dgm:spPr/>
    </dgm:pt>
    <dgm:pt modelId="{A6AEEF3F-F530-4AFD-8BA4-19393DB1D4A9}" type="pres">
      <dgm:prSet presAssocID="{672FBC37-9D08-4B52-A3A7-8465AA1F7C1E}" presName="childTextBox" presStyleLbl="fgAccFollowNode1" presStyleIdx="0" presStyleCnt="2">
        <dgm:presLayoutVars>
          <dgm:bulletEnabled val="1"/>
        </dgm:presLayoutVars>
      </dgm:prSet>
      <dgm:spPr/>
    </dgm:pt>
    <dgm:pt modelId="{55A4643A-44BC-4AF9-B897-3F7153E2ECC0}" type="pres">
      <dgm:prSet presAssocID="{2F5E79E6-E008-4674-BDEA-C978E0648042}" presName="childTextBox" presStyleLbl="fgAccFollowNode1" presStyleIdx="1" presStyleCnt="2">
        <dgm:presLayoutVars>
          <dgm:bulletEnabled val="1"/>
        </dgm:presLayoutVars>
      </dgm:prSet>
      <dgm:spPr/>
    </dgm:pt>
    <dgm:pt modelId="{5EE91062-6D93-4ECC-9177-5EB6B279BB46}" type="pres">
      <dgm:prSet presAssocID="{227BFEBE-D4B0-4C29-A3C7-1058587ECAD4}" presName="sp" presStyleCnt="0"/>
      <dgm:spPr/>
    </dgm:pt>
    <dgm:pt modelId="{A23D1925-EE17-4F36-868B-F7CCCA8CCC7B}" type="pres">
      <dgm:prSet presAssocID="{1AD4AC7B-1D15-4953-B1C5-322032973C5D}" presName="arrowAndChildren" presStyleCnt="0"/>
      <dgm:spPr/>
    </dgm:pt>
    <dgm:pt modelId="{9F3CC068-9221-4365-A58D-FC69A86BFDE8}" type="pres">
      <dgm:prSet presAssocID="{1AD4AC7B-1D15-4953-B1C5-322032973C5D}" presName="parentTextArrow" presStyleLbl="node1" presStyleIdx="1" presStyleCnt="3"/>
      <dgm:spPr/>
    </dgm:pt>
    <dgm:pt modelId="{DD68CEB7-CD77-4CC2-9832-41892D0E6C91}" type="pres">
      <dgm:prSet presAssocID="{3187A544-246B-433D-8FD6-4A7E6AE0A430}" presName="sp" presStyleCnt="0"/>
      <dgm:spPr/>
    </dgm:pt>
    <dgm:pt modelId="{F0049285-BC19-4293-923A-4CB274A4AE84}" type="pres">
      <dgm:prSet presAssocID="{C25997D8-ECC4-4ED2-A18A-02738C3A7386}" presName="arrowAndChildren" presStyleCnt="0"/>
      <dgm:spPr/>
    </dgm:pt>
    <dgm:pt modelId="{69AD75D5-0135-401B-9447-9BE7CE72FA56}" type="pres">
      <dgm:prSet presAssocID="{C25997D8-ECC4-4ED2-A18A-02738C3A7386}" presName="parentTextArrow" presStyleLbl="node1" presStyleIdx="2" presStyleCnt="3"/>
      <dgm:spPr/>
    </dgm:pt>
  </dgm:ptLst>
  <dgm:cxnLst>
    <dgm:cxn modelId="{1BEE5F26-4495-40EF-A5D3-D282526535AB}" type="presOf" srcId="{A38C54A0-E6F6-47CD-9EDA-B64660E16A36}" destId="{63F30953-7077-4B68-8399-1F5C09392D3F}" srcOrd="0" destOrd="0" presId="urn:microsoft.com/office/officeart/2005/8/layout/process4"/>
    <dgm:cxn modelId="{17B8D560-6DF4-4F94-B71F-14E93D4EA4D2}" srcId="{A38C54A0-E6F6-47CD-9EDA-B64660E16A36}" destId="{C2B1D04E-6F91-4004-B510-914EF9370F4F}" srcOrd="2" destOrd="0" parTransId="{27C88027-B9AD-4413-B528-927B3B84B2BC}" sibTransId="{E4A71A70-AC22-4C85-858A-121A76A5FEE0}"/>
    <dgm:cxn modelId="{21E3DD46-5FCE-43A5-9207-C802E905D52A}" srcId="{A38C54A0-E6F6-47CD-9EDA-B64660E16A36}" destId="{C25997D8-ECC4-4ED2-A18A-02738C3A7386}" srcOrd="0" destOrd="0" parTransId="{E401193B-DDC5-4562-BCE4-6B67571AC166}" sibTransId="{3187A544-246B-433D-8FD6-4A7E6AE0A430}"/>
    <dgm:cxn modelId="{28746B52-A298-4B62-BE51-DD8C86A84058}" type="presOf" srcId="{C25997D8-ECC4-4ED2-A18A-02738C3A7386}" destId="{69AD75D5-0135-401B-9447-9BE7CE72FA56}" srcOrd="0" destOrd="0" presId="urn:microsoft.com/office/officeart/2005/8/layout/process4"/>
    <dgm:cxn modelId="{18160A76-5750-4F87-B3E2-69E89B465140}" type="presOf" srcId="{1AD4AC7B-1D15-4953-B1C5-322032973C5D}" destId="{9F3CC068-9221-4365-A58D-FC69A86BFDE8}" srcOrd="0" destOrd="0" presId="urn:microsoft.com/office/officeart/2005/8/layout/process4"/>
    <dgm:cxn modelId="{6C44C583-6631-48B9-915D-62E1FB6CF979}" srcId="{C2B1D04E-6F91-4004-B510-914EF9370F4F}" destId="{672FBC37-9D08-4B52-A3A7-8465AA1F7C1E}" srcOrd="0" destOrd="0" parTransId="{A839A33E-8875-461A-AAE5-EA43B8E5B5A1}" sibTransId="{6004C754-96DF-472F-BD08-1F783BF649D9}"/>
    <dgm:cxn modelId="{0ABA2BA7-90C2-4B0A-88EC-7F7D1E2898B2}" type="presOf" srcId="{C2B1D04E-6F91-4004-B510-914EF9370F4F}" destId="{6C24616A-D9FA-4A68-ADF8-A2D049F7E74F}" srcOrd="0" destOrd="0" presId="urn:microsoft.com/office/officeart/2005/8/layout/process4"/>
    <dgm:cxn modelId="{1B5C5BAA-A2BC-4E72-82C1-CAD4EB3FABE4}" srcId="{A38C54A0-E6F6-47CD-9EDA-B64660E16A36}" destId="{1AD4AC7B-1D15-4953-B1C5-322032973C5D}" srcOrd="1" destOrd="0" parTransId="{BAD3665E-6193-4171-85F4-B4EFC2B4E136}" sibTransId="{227BFEBE-D4B0-4C29-A3C7-1058587ECAD4}"/>
    <dgm:cxn modelId="{6B3284B2-C0C9-4F82-A044-4B661C180C54}" type="presOf" srcId="{672FBC37-9D08-4B52-A3A7-8465AA1F7C1E}" destId="{A6AEEF3F-F530-4AFD-8BA4-19393DB1D4A9}" srcOrd="0" destOrd="0" presId="urn:microsoft.com/office/officeart/2005/8/layout/process4"/>
    <dgm:cxn modelId="{F55630BE-D17D-46C7-943E-C21C93A5B5E0}" srcId="{C2B1D04E-6F91-4004-B510-914EF9370F4F}" destId="{2F5E79E6-E008-4674-BDEA-C978E0648042}" srcOrd="1" destOrd="0" parTransId="{AA3F914A-9B70-4613-88F9-C4992D0BB66B}" sibTransId="{6D9B4621-5A67-47D7-8C04-D3E9CC3B980C}"/>
    <dgm:cxn modelId="{C6F192C7-0253-4E23-82B5-DF25C09A2C5C}" type="presOf" srcId="{2F5E79E6-E008-4674-BDEA-C978E0648042}" destId="{55A4643A-44BC-4AF9-B897-3F7153E2ECC0}" srcOrd="0" destOrd="0" presId="urn:microsoft.com/office/officeart/2005/8/layout/process4"/>
    <dgm:cxn modelId="{F76D05DF-AD6C-4493-8A56-F53B85233BDA}" type="presOf" srcId="{C2B1D04E-6F91-4004-B510-914EF9370F4F}" destId="{C0B4A224-448C-490A-8EBC-A5B3ED5F0E67}" srcOrd="1" destOrd="0" presId="urn:microsoft.com/office/officeart/2005/8/layout/process4"/>
    <dgm:cxn modelId="{B8B48759-2A58-44BE-A7FD-7DC2D9A425FC}" type="presParOf" srcId="{63F30953-7077-4B68-8399-1F5C09392D3F}" destId="{20F11992-4E16-4FE8-B58F-17C1962854B4}" srcOrd="0" destOrd="0" presId="urn:microsoft.com/office/officeart/2005/8/layout/process4"/>
    <dgm:cxn modelId="{478F58A9-2F80-4A47-96B9-77881BFB5B5B}" type="presParOf" srcId="{20F11992-4E16-4FE8-B58F-17C1962854B4}" destId="{6C24616A-D9FA-4A68-ADF8-A2D049F7E74F}" srcOrd="0" destOrd="0" presId="urn:microsoft.com/office/officeart/2005/8/layout/process4"/>
    <dgm:cxn modelId="{9CB0B5D6-B5D4-4CA4-998A-FB16007670B4}" type="presParOf" srcId="{20F11992-4E16-4FE8-B58F-17C1962854B4}" destId="{C0B4A224-448C-490A-8EBC-A5B3ED5F0E67}" srcOrd="1" destOrd="0" presId="urn:microsoft.com/office/officeart/2005/8/layout/process4"/>
    <dgm:cxn modelId="{83FD627C-F7CD-486A-A655-B63BDDB90A2D}" type="presParOf" srcId="{20F11992-4E16-4FE8-B58F-17C1962854B4}" destId="{ED8BCA30-3202-4FFC-B66B-68767963E27D}" srcOrd="2" destOrd="0" presId="urn:microsoft.com/office/officeart/2005/8/layout/process4"/>
    <dgm:cxn modelId="{D5EB677D-A5AE-4DE5-98FA-63970399866F}" type="presParOf" srcId="{ED8BCA30-3202-4FFC-B66B-68767963E27D}" destId="{A6AEEF3F-F530-4AFD-8BA4-19393DB1D4A9}" srcOrd="0" destOrd="0" presId="urn:microsoft.com/office/officeart/2005/8/layout/process4"/>
    <dgm:cxn modelId="{F32A7758-8C0B-4A78-9103-1DFED84C66F6}" type="presParOf" srcId="{ED8BCA30-3202-4FFC-B66B-68767963E27D}" destId="{55A4643A-44BC-4AF9-B897-3F7153E2ECC0}" srcOrd="1" destOrd="0" presId="urn:microsoft.com/office/officeart/2005/8/layout/process4"/>
    <dgm:cxn modelId="{B70E3B9C-C1C6-4272-BA97-3ED49E9FB505}" type="presParOf" srcId="{63F30953-7077-4B68-8399-1F5C09392D3F}" destId="{5EE91062-6D93-4ECC-9177-5EB6B279BB46}" srcOrd="1" destOrd="0" presId="urn:microsoft.com/office/officeart/2005/8/layout/process4"/>
    <dgm:cxn modelId="{3FC012A1-A443-4E4F-BBFC-415E89183CD1}" type="presParOf" srcId="{63F30953-7077-4B68-8399-1F5C09392D3F}" destId="{A23D1925-EE17-4F36-868B-F7CCCA8CCC7B}" srcOrd="2" destOrd="0" presId="urn:microsoft.com/office/officeart/2005/8/layout/process4"/>
    <dgm:cxn modelId="{E79F4D9F-EB09-4CBE-9A5B-6E44041C9C78}" type="presParOf" srcId="{A23D1925-EE17-4F36-868B-F7CCCA8CCC7B}" destId="{9F3CC068-9221-4365-A58D-FC69A86BFDE8}" srcOrd="0" destOrd="0" presId="urn:microsoft.com/office/officeart/2005/8/layout/process4"/>
    <dgm:cxn modelId="{D92AC047-9BED-4C6E-9891-3D1FF696EFA0}" type="presParOf" srcId="{63F30953-7077-4B68-8399-1F5C09392D3F}" destId="{DD68CEB7-CD77-4CC2-9832-41892D0E6C91}" srcOrd="3" destOrd="0" presId="urn:microsoft.com/office/officeart/2005/8/layout/process4"/>
    <dgm:cxn modelId="{DBB6B8DF-CF71-4E3C-AB85-FDC42500BE8F}" type="presParOf" srcId="{63F30953-7077-4B68-8399-1F5C09392D3F}" destId="{F0049285-BC19-4293-923A-4CB274A4AE84}" srcOrd="4" destOrd="0" presId="urn:microsoft.com/office/officeart/2005/8/layout/process4"/>
    <dgm:cxn modelId="{8C89B4FC-3F0C-4ED3-9F21-59DB97CC340F}" type="presParOf" srcId="{F0049285-BC19-4293-923A-4CB274A4AE84}" destId="{69AD75D5-0135-401B-9447-9BE7CE72FA56}"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D0C9C9B5-C29A-43B2-B73B-CDE062D1666D}" type="doc">
      <dgm:prSet loTypeId="urn:microsoft.com/office/officeart/2005/8/layout/hList1" loCatId="list" qsTypeId="urn:microsoft.com/office/officeart/2005/8/quickstyle/simple5" qsCatId="simple" csTypeId="urn:microsoft.com/office/officeart/2005/8/colors/colorful2" csCatId="colorful"/>
      <dgm:spPr/>
      <dgm:t>
        <a:bodyPr/>
        <a:lstStyle/>
        <a:p>
          <a:endParaRPr lang="en-US"/>
        </a:p>
      </dgm:t>
    </dgm:pt>
    <dgm:pt modelId="{2736260B-CB70-4911-A0B2-DE2CEF780768}">
      <dgm:prSet/>
      <dgm:spPr/>
      <dgm:t>
        <a:bodyPr/>
        <a:lstStyle/>
        <a:p>
          <a:r>
            <a:rPr lang="fr-FR" b="1"/>
            <a:t>HAS : Fiches et grilles pratiques</a:t>
          </a:r>
          <a:endParaRPr lang="en-US"/>
        </a:p>
      </dgm:t>
    </dgm:pt>
    <dgm:pt modelId="{F08C991F-8F92-4E71-B2E8-C4AFD326F648}" type="parTrans" cxnId="{309363D3-243C-404A-8960-33CDF309C148}">
      <dgm:prSet/>
      <dgm:spPr/>
      <dgm:t>
        <a:bodyPr/>
        <a:lstStyle/>
        <a:p>
          <a:endParaRPr lang="en-US"/>
        </a:p>
      </dgm:t>
    </dgm:pt>
    <dgm:pt modelId="{C7C845E4-593F-4790-AE2B-C6E3BFA7F600}" type="sibTrans" cxnId="{309363D3-243C-404A-8960-33CDF309C148}">
      <dgm:prSet/>
      <dgm:spPr/>
      <dgm:t>
        <a:bodyPr/>
        <a:lstStyle/>
        <a:p>
          <a:endParaRPr lang="en-US"/>
        </a:p>
      </dgm:t>
    </dgm:pt>
    <dgm:pt modelId="{543DC768-DC26-44D7-926B-0A2D1086B6D9}">
      <dgm:prSet/>
      <dgm:spPr/>
      <dgm:t>
        <a:bodyPr/>
        <a:lstStyle/>
        <a:p>
          <a:r>
            <a:rPr lang="fr-FR" b="1"/>
            <a:t>Fiche d’analyse d’une situation à risque :</a:t>
          </a:r>
          <a:r>
            <a:rPr lang="fr-FR"/>
            <a:t> Permet de documenter une situation, les actions entreprises, et les résultats.</a:t>
          </a:r>
          <a:endParaRPr lang="en-US"/>
        </a:p>
      </dgm:t>
    </dgm:pt>
    <dgm:pt modelId="{AC7908D3-2D43-4ACC-8F72-2F8CE98764A8}" type="parTrans" cxnId="{F4465F4B-E2C5-45D4-9EE5-778EDA3FF0E0}">
      <dgm:prSet/>
      <dgm:spPr/>
      <dgm:t>
        <a:bodyPr/>
        <a:lstStyle/>
        <a:p>
          <a:endParaRPr lang="en-US"/>
        </a:p>
      </dgm:t>
    </dgm:pt>
    <dgm:pt modelId="{B6AEB919-E3EF-4007-A44F-5AA7CD416DFD}" type="sibTrans" cxnId="{F4465F4B-E2C5-45D4-9EE5-778EDA3FF0E0}">
      <dgm:prSet/>
      <dgm:spPr/>
      <dgm:t>
        <a:bodyPr/>
        <a:lstStyle/>
        <a:p>
          <a:endParaRPr lang="en-US"/>
        </a:p>
      </dgm:t>
    </dgm:pt>
    <dgm:pt modelId="{6CDF3F6F-A846-4F90-BED0-41F859750584}">
      <dgm:prSet/>
      <dgm:spPr/>
      <dgm:t>
        <a:bodyPr/>
        <a:lstStyle/>
        <a:p>
          <a:r>
            <a:rPr lang="fr-FR" b="1"/>
            <a:t>Checklist de bientraitance :</a:t>
          </a:r>
          <a:r>
            <a:rPr lang="fr-FR"/>
            <a:t> Vérifie que toutes les dimensions de la bientraitance ont été respectées.</a:t>
          </a:r>
          <a:endParaRPr lang="en-US"/>
        </a:p>
      </dgm:t>
    </dgm:pt>
    <dgm:pt modelId="{39201A32-6AC7-4DDF-B232-AB389AE5E5F3}" type="parTrans" cxnId="{594AE8F1-90C9-4835-8029-DA6157B57828}">
      <dgm:prSet/>
      <dgm:spPr/>
      <dgm:t>
        <a:bodyPr/>
        <a:lstStyle/>
        <a:p>
          <a:endParaRPr lang="en-US"/>
        </a:p>
      </dgm:t>
    </dgm:pt>
    <dgm:pt modelId="{2F8F3AA9-276C-4133-9BD3-2048E9485BD8}" type="sibTrans" cxnId="{594AE8F1-90C9-4835-8029-DA6157B57828}">
      <dgm:prSet/>
      <dgm:spPr/>
      <dgm:t>
        <a:bodyPr/>
        <a:lstStyle/>
        <a:p>
          <a:endParaRPr lang="en-US"/>
        </a:p>
      </dgm:t>
    </dgm:pt>
    <dgm:pt modelId="{4AFE862D-AB7D-4758-A8A1-4CF649945052}">
      <dgm:prSet/>
      <dgm:spPr/>
      <dgm:t>
        <a:bodyPr/>
        <a:lstStyle/>
        <a:p>
          <a:r>
            <a:rPr lang="fr-FR" b="1"/>
            <a:t>SFGG : Approches spécifiques</a:t>
          </a:r>
          <a:endParaRPr lang="en-US"/>
        </a:p>
      </dgm:t>
    </dgm:pt>
    <dgm:pt modelId="{54F6489C-CD7B-4386-99E6-AEF26AAC10B3}" type="parTrans" cxnId="{38C10CCB-CC0F-4515-990A-8DF79C307260}">
      <dgm:prSet/>
      <dgm:spPr/>
      <dgm:t>
        <a:bodyPr/>
        <a:lstStyle/>
        <a:p>
          <a:endParaRPr lang="en-US"/>
        </a:p>
      </dgm:t>
    </dgm:pt>
    <dgm:pt modelId="{830BEC3F-413A-4D44-A91D-DC2FFB8AF630}" type="sibTrans" cxnId="{38C10CCB-CC0F-4515-990A-8DF79C307260}">
      <dgm:prSet/>
      <dgm:spPr/>
      <dgm:t>
        <a:bodyPr/>
        <a:lstStyle/>
        <a:p>
          <a:endParaRPr lang="en-US"/>
        </a:p>
      </dgm:t>
    </dgm:pt>
    <dgm:pt modelId="{63F4E93A-C151-407D-9E62-9EA80FF42CA6}">
      <dgm:prSet/>
      <dgm:spPr/>
      <dgm:t>
        <a:bodyPr/>
        <a:lstStyle/>
        <a:p>
          <a:r>
            <a:rPr lang="fr-FR" b="1"/>
            <a:t>Observation et dialogue :</a:t>
          </a:r>
          <a:r>
            <a:rPr lang="fr-FR"/>
            <a:t> Impliquer la personne âgée et, si possible, sa famille dans la réflexion.</a:t>
          </a:r>
          <a:endParaRPr lang="en-US"/>
        </a:p>
      </dgm:t>
    </dgm:pt>
    <dgm:pt modelId="{FB5906D0-8119-4970-A838-895B3F353C15}" type="parTrans" cxnId="{F9824CCA-29E3-40A1-A54F-FCA74E4D8E99}">
      <dgm:prSet/>
      <dgm:spPr/>
      <dgm:t>
        <a:bodyPr/>
        <a:lstStyle/>
        <a:p>
          <a:endParaRPr lang="en-US"/>
        </a:p>
      </dgm:t>
    </dgm:pt>
    <dgm:pt modelId="{033BEF51-C20E-4E5D-A9F6-C8AF22226618}" type="sibTrans" cxnId="{F9824CCA-29E3-40A1-A54F-FCA74E4D8E99}">
      <dgm:prSet/>
      <dgm:spPr/>
      <dgm:t>
        <a:bodyPr/>
        <a:lstStyle/>
        <a:p>
          <a:endParaRPr lang="en-US"/>
        </a:p>
      </dgm:t>
    </dgm:pt>
    <dgm:pt modelId="{FC38E2BB-FB07-473E-AD2E-5745770322C1}">
      <dgm:prSet/>
      <dgm:spPr/>
      <dgm:t>
        <a:bodyPr/>
        <a:lstStyle/>
        <a:p>
          <a:r>
            <a:rPr lang="fr-FR" b="1"/>
            <a:t>Études de cas :</a:t>
          </a:r>
          <a:r>
            <a:rPr lang="fr-FR"/>
            <a:t> Analyser des situations similaires pour identifier les meilleures pratiques.</a:t>
          </a:r>
          <a:endParaRPr lang="en-US"/>
        </a:p>
      </dgm:t>
    </dgm:pt>
    <dgm:pt modelId="{1E766BC2-F97D-436E-AC23-ED59AE047D0A}" type="parTrans" cxnId="{3CEEB8B7-8AF3-42BA-A8B1-D718868D431A}">
      <dgm:prSet/>
      <dgm:spPr/>
      <dgm:t>
        <a:bodyPr/>
        <a:lstStyle/>
        <a:p>
          <a:endParaRPr lang="en-US"/>
        </a:p>
      </dgm:t>
    </dgm:pt>
    <dgm:pt modelId="{66625A25-CDF3-473D-9A49-6F7FB4E6F0E0}" type="sibTrans" cxnId="{3CEEB8B7-8AF3-42BA-A8B1-D718868D431A}">
      <dgm:prSet/>
      <dgm:spPr/>
      <dgm:t>
        <a:bodyPr/>
        <a:lstStyle/>
        <a:p>
          <a:endParaRPr lang="en-US"/>
        </a:p>
      </dgm:t>
    </dgm:pt>
    <dgm:pt modelId="{1B96199C-A109-40D7-B5FB-A43876FAC73C}" type="pres">
      <dgm:prSet presAssocID="{D0C9C9B5-C29A-43B2-B73B-CDE062D1666D}" presName="Name0" presStyleCnt="0">
        <dgm:presLayoutVars>
          <dgm:dir/>
          <dgm:animLvl val="lvl"/>
          <dgm:resizeHandles val="exact"/>
        </dgm:presLayoutVars>
      </dgm:prSet>
      <dgm:spPr/>
    </dgm:pt>
    <dgm:pt modelId="{A794F752-E474-43EB-918E-BF441B1F4EC8}" type="pres">
      <dgm:prSet presAssocID="{2736260B-CB70-4911-A0B2-DE2CEF780768}" presName="composite" presStyleCnt="0"/>
      <dgm:spPr/>
    </dgm:pt>
    <dgm:pt modelId="{478D93A4-3A65-4419-97DB-B4EA8CE48E67}" type="pres">
      <dgm:prSet presAssocID="{2736260B-CB70-4911-A0B2-DE2CEF780768}" presName="parTx" presStyleLbl="alignNode1" presStyleIdx="0" presStyleCnt="2">
        <dgm:presLayoutVars>
          <dgm:chMax val="0"/>
          <dgm:chPref val="0"/>
          <dgm:bulletEnabled val="1"/>
        </dgm:presLayoutVars>
      </dgm:prSet>
      <dgm:spPr/>
    </dgm:pt>
    <dgm:pt modelId="{408D9723-E977-4062-AC40-5002A1139C39}" type="pres">
      <dgm:prSet presAssocID="{2736260B-CB70-4911-A0B2-DE2CEF780768}" presName="desTx" presStyleLbl="alignAccFollowNode1" presStyleIdx="0" presStyleCnt="2">
        <dgm:presLayoutVars>
          <dgm:bulletEnabled val="1"/>
        </dgm:presLayoutVars>
      </dgm:prSet>
      <dgm:spPr/>
    </dgm:pt>
    <dgm:pt modelId="{BBA30BF4-98DF-4408-862C-ECA4B366A687}" type="pres">
      <dgm:prSet presAssocID="{C7C845E4-593F-4790-AE2B-C6E3BFA7F600}" presName="space" presStyleCnt="0"/>
      <dgm:spPr/>
    </dgm:pt>
    <dgm:pt modelId="{44690B58-6A0E-472B-8C06-0FA7D99BAE24}" type="pres">
      <dgm:prSet presAssocID="{4AFE862D-AB7D-4758-A8A1-4CF649945052}" presName="composite" presStyleCnt="0"/>
      <dgm:spPr/>
    </dgm:pt>
    <dgm:pt modelId="{EC1B7341-A1EE-446F-8268-F2D7CD95E703}" type="pres">
      <dgm:prSet presAssocID="{4AFE862D-AB7D-4758-A8A1-4CF649945052}" presName="parTx" presStyleLbl="alignNode1" presStyleIdx="1" presStyleCnt="2">
        <dgm:presLayoutVars>
          <dgm:chMax val="0"/>
          <dgm:chPref val="0"/>
          <dgm:bulletEnabled val="1"/>
        </dgm:presLayoutVars>
      </dgm:prSet>
      <dgm:spPr/>
    </dgm:pt>
    <dgm:pt modelId="{2E10DACD-CF26-4923-80B0-EE11F2869DB1}" type="pres">
      <dgm:prSet presAssocID="{4AFE862D-AB7D-4758-A8A1-4CF649945052}" presName="desTx" presStyleLbl="alignAccFollowNode1" presStyleIdx="1" presStyleCnt="2">
        <dgm:presLayoutVars>
          <dgm:bulletEnabled val="1"/>
        </dgm:presLayoutVars>
      </dgm:prSet>
      <dgm:spPr/>
    </dgm:pt>
  </dgm:ptLst>
  <dgm:cxnLst>
    <dgm:cxn modelId="{C9B9531B-56AF-4CCB-BB9B-FC49934D60A1}" type="presOf" srcId="{4AFE862D-AB7D-4758-A8A1-4CF649945052}" destId="{EC1B7341-A1EE-446F-8268-F2D7CD95E703}" srcOrd="0" destOrd="0" presId="urn:microsoft.com/office/officeart/2005/8/layout/hList1"/>
    <dgm:cxn modelId="{F4465F4B-E2C5-45D4-9EE5-778EDA3FF0E0}" srcId="{2736260B-CB70-4911-A0B2-DE2CEF780768}" destId="{543DC768-DC26-44D7-926B-0A2D1086B6D9}" srcOrd="0" destOrd="0" parTransId="{AC7908D3-2D43-4ACC-8F72-2F8CE98764A8}" sibTransId="{B6AEB919-E3EF-4007-A44F-5AA7CD416DFD}"/>
    <dgm:cxn modelId="{BDB4C970-8A6D-48D3-B8A3-32115F21D0E7}" type="presOf" srcId="{543DC768-DC26-44D7-926B-0A2D1086B6D9}" destId="{408D9723-E977-4062-AC40-5002A1139C39}" srcOrd="0" destOrd="0" presId="urn:microsoft.com/office/officeart/2005/8/layout/hList1"/>
    <dgm:cxn modelId="{CE067059-6793-4ACD-926A-D17A98F354E4}" type="presOf" srcId="{2736260B-CB70-4911-A0B2-DE2CEF780768}" destId="{478D93A4-3A65-4419-97DB-B4EA8CE48E67}" srcOrd="0" destOrd="0" presId="urn:microsoft.com/office/officeart/2005/8/layout/hList1"/>
    <dgm:cxn modelId="{DCD19788-AB2D-4349-8F54-79690C4C3F4B}" type="presOf" srcId="{6CDF3F6F-A846-4F90-BED0-41F859750584}" destId="{408D9723-E977-4062-AC40-5002A1139C39}" srcOrd="0" destOrd="1" presId="urn:microsoft.com/office/officeart/2005/8/layout/hList1"/>
    <dgm:cxn modelId="{75A1878C-ED1D-445E-A9DE-EF56C1698433}" type="presOf" srcId="{D0C9C9B5-C29A-43B2-B73B-CDE062D1666D}" destId="{1B96199C-A109-40D7-B5FB-A43876FAC73C}" srcOrd="0" destOrd="0" presId="urn:microsoft.com/office/officeart/2005/8/layout/hList1"/>
    <dgm:cxn modelId="{EE217697-7BF7-46CB-990C-365B6F60B451}" type="presOf" srcId="{63F4E93A-C151-407D-9E62-9EA80FF42CA6}" destId="{2E10DACD-CF26-4923-80B0-EE11F2869DB1}" srcOrd="0" destOrd="0" presId="urn:microsoft.com/office/officeart/2005/8/layout/hList1"/>
    <dgm:cxn modelId="{1EB50198-FC54-42CD-B93E-FCF1A314603E}" type="presOf" srcId="{FC38E2BB-FB07-473E-AD2E-5745770322C1}" destId="{2E10DACD-CF26-4923-80B0-EE11F2869DB1}" srcOrd="0" destOrd="1" presId="urn:microsoft.com/office/officeart/2005/8/layout/hList1"/>
    <dgm:cxn modelId="{3CEEB8B7-8AF3-42BA-A8B1-D718868D431A}" srcId="{4AFE862D-AB7D-4758-A8A1-4CF649945052}" destId="{FC38E2BB-FB07-473E-AD2E-5745770322C1}" srcOrd="1" destOrd="0" parTransId="{1E766BC2-F97D-436E-AC23-ED59AE047D0A}" sibTransId="{66625A25-CDF3-473D-9A49-6F7FB4E6F0E0}"/>
    <dgm:cxn modelId="{F9824CCA-29E3-40A1-A54F-FCA74E4D8E99}" srcId="{4AFE862D-AB7D-4758-A8A1-4CF649945052}" destId="{63F4E93A-C151-407D-9E62-9EA80FF42CA6}" srcOrd="0" destOrd="0" parTransId="{FB5906D0-8119-4970-A838-895B3F353C15}" sibTransId="{033BEF51-C20E-4E5D-A9F6-C8AF22226618}"/>
    <dgm:cxn modelId="{38C10CCB-CC0F-4515-990A-8DF79C307260}" srcId="{D0C9C9B5-C29A-43B2-B73B-CDE062D1666D}" destId="{4AFE862D-AB7D-4758-A8A1-4CF649945052}" srcOrd="1" destOrd="0" parTransId="{54F6489C-CD7B-4386-99E6-AEF26AAC10B3}" sibTransId="{830BEC3F-413A-4D44-A91D-DC2FFB8AF630}"/>
    <dgm:cxn modelId="{309363D3-243C-404A-8960-33CDF309C148}" srcId="{D0C9C9B5-C29A-43B2-B73B-CDE062D1666D}" destId="{2736260B-CB70-4911-A0B2-DE2CEF780768}" srcOrd="0" destOrd="0" parTransId="{F08C991F-8F92-4E71-B2E8-C4AFD326F648}" sibTransId="{C7C845E4-593F-4790-AE2B-C6E3BFA7F600}"/>
    <dgm:cxn modelId="{594AE8F1-90C9-4835-8029-DA6157B57828}" srcId="{2736260B-CB70-4911-A0B2-DE2CEF780768}" destId="{6CDF3F6F-A846-4F90-BED0-41F859750584}" srcOrd="1" destOrd="0" parTransId="{39201A32-6AC7-4DDF-B232-AB389AE5E5F3}" sibTransId="{2F8F3AA9-276C-4133-9BD3-2048E9485BD8}"/>
    <dgm:cxn modelId="{A7934ACD-2B7C-4123-BE3F-A5388AC02D28}" type="presParOf" srcId="{1B96199C-A109-40D7-B5FB-A43876FAC73C}" destId="{A794F752-E474-43EB-918E-BF441B1F4EC8}" srcOrd="0" destOrd="0" presId="urn:microsoft.com/office/officeart/2005/8/layout/hList1"/>
    <dgm:cxn modelId="{6209A0FE-88FE-4517-98BE-30A38E897C57}" type="presParOf" srcId="{A794F752-E474-43EB-918E-BF441B1F4EC8}" destId="{478D93A4-3A65-4419-97DB-B4EA8CE48E67}" srcOrd="0" destOrd="0" presId="urn:microsoft.com/office/officeart/2005/8/layout/hList1"/>
    <dgm:cxn modelId="{CFFF6DCD-D68A-4E24-88DE-AA8A5FE1335A}" type="presParOf" srcId="{A794F752-E474-43EB-918E-BF441B1F4EC8}" destId="{408D9723-E977-4062-AC40-5002A1139C39}" srcOrd="1" destOrd="0" presId="urn:microsoft.com/office/officeart/2005/8/layout/hList1"/>
    <dgm:cxn modelId="{C686529F-88E1-4991-AF23-98566514B181}" type="presParOf" srcId="{1B96199C-A109-40D7-B5FB-A43876FAC73C}" destId="{BBA30BF4-98DF-4408-862C-ECA4B366A687}" srcOrd="1" destOrd="0" presId="urn:microsoft.com/office/officeart/2005/8/layout/hList1"/>
    <dgm:cxn modelId="{CAFB1BFF-F58F-4871-AB97-C34CF020D12A}" type="presParOf" srcId="{1B96199C-A109-40D7-B5FB-A43876FAC73C}" destId="{44690B58-6A0E-472B-8C06-0FA7D99BAE24}" srcOrd="2" destOrd="0" presId="urn:microsoft.com/office/officeart/2005/8/layout/hList1"/>
    <dgm:cxn modelId="{848D06A5-89AD-4C7E-8DFB-5BCBBDF85AC1}" type="presParOf" srcId="{44690B58-6A0E-472B-8C06-0FA7D99BAE24}" destId="{EC1B7341-A1EE-446F-8268-F2D7CD95E703}" srcOrd="0" destOrd="0" presId="urn:microsoft.com/office/officeart/2005/8/layout/hList1"/>
    <dgm:cxn modelId="{E5F85E9A-4DC0-4446-83CB-590BA13E28D5}" type="presParOf" srcId="{44690B58-6A0E-472B-8C06-0FA7D99BAE24}" destId="{2E10DACD-CF26-4923-80B0-EE11F2869DB1}"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ABEFA833-F287-4C42-A0F3-B3841AF32D8B}" type="doc">
      <dgm:prSet loTypeId="urn:microsoft.com/office/officeart/2005/8/layout/list1" loCatId="list" qsTypeId="urn:microsoft.com/office/officeart/2005/8/quickstyle/simple4" qsCatId="simple" csTypeId="urn:microsoft.com/office/officeart/2005/8/colors/colorful2" csCatId="colorful"/>
      <dgm:spPr/>
      <dgm:t>
        <a:bodyPr/>
        <a:lstStyle/>
        <a:p>
          <a:endParaRPr lang="en-US"/>
        </a:p>
      </dgm:t>
    </dgm:pt>
    <dgm:pt modelId="{2CD811AE-A3C7-460B-8E15-F39F442D43FC}">
      <dgm:prSet/>
      <dgm:spPr/>
      <dgm:t>
        <a:bodyPr/>
        <a:lstStyle/>
        <a:p>
          <a:r>
            <a:rPr lang="fr-FR" b="1"/>
            <a:t>Formation continue :</a:t>
          </a:r>
          <a:endParaRPr lang="en-US"/>
        </a:p>
      </dgm:t>
    </dgm:pt>
    <dgm:pt modelId="{BDDCC6C1-3EF8-4DDB-8836-6758EFB07628}" type="parTrans" cxnId="{A114DDCE-0137-443E-867D-EF6790CE1D16}">
      <dgm:prSet/>
      <dgm:spPr/>
      <dgm:t>
        <a:bodyPr/>
        <a:lstStyle/>
        <a:p>
          <a:endParaRPr lang="en-US"/>
        </a:p>
      </dgm:t>
    </dgm:pt>
    <dgm:pt modelId="{689DB000-3736-45B2-B5BD-5595BA8C1683}" type="sibTrans" cxnId="{A114DDCE-0137-443E-867D-EF6790CE1D16}">
      <dgm:prSet/>
      <dgm:spPr/>
      <dgm:t>
        <a:bodyPr/>
        <a:lstStyle/>
        <a:p>
          <a:endParaRPr lang="en-US"/>
        </a:p>
      </dgm:t>
    </dgm:pt>
    <dgm:pt modelId="{F088C645-602A-4C39-880D-B1A1D7787BD2}">
      <dgm:prSet/>
      <dgm:spPr/>
      <dgm:t>
        <a:bodyPr/>
        <a:lstStyle/>
        <a:p>
          <a:r>
            <a:rPr lang="fr-FR"/>
            <a:t>Encourager les professionnels à se former régulièrement pour s’approprier les recommandations HAS et SFGG.</a:t>
          </a:r>
          <a:endParaRPr lang="en-US"/>
        </a:p>
      </dgm:t>
    </dgm:pt>
    <dgm:pt modelId="{B1FB9E9B-C20F-484C-BB6F-2589CCCEC4BA}" type="parTrans" cxnId="{4BCC4482-8132-4D3C-BEE2-BB26E12408F0}">
      <dgm:prSet/>
      <dgm:spPr/>
      <dgm:t>
        <a:bodyPr/>
        <a:lstStyle/>
        <a:p>
          <a:endParaRPr lang="en-US"/>
        </a:p>
      </dgm:t>
    </dgm:pt>
    <dgm:pt modelId="{BE2D59AA-2BBB-47E7-B24F-2D709741C8BE}" type="sibTrans" cxnId="{4BCC4482-8132-4D3C-BEE2-BB26E12408F0}">
      <dgm:prSet/>
      <dgm:spPr/>
      <dgm:t>
        <a:bodyPr/>
        <a:lstStyle/>
        <a:p>
          <a:endParaRPr lang="en-US"/>
        </a:p>
      </dgm:t>
    </dgm:pt>
    <dgm:pt modelId="{7E88E843-F42C-4B12-94C5-D1DC5E035957}">
      <dgm:prSet/>
      <dgm:spPr/>
      <dgm:t>
        <a:bodyPr/>
        <a:lstStyle/>
        <a:p>
          <a:r>
            <a:rPr lang="fr-FR"/>
            <a:t>Participer à des ateliers ou groupes de travail sur l’analyse des pratiques.</a:t>
          </a:r>
          <a:endParaRPr lang="en-US"/>
        </a:p>
      </dgm:t>
    </dgm:pt>
    <dgm:pt modelId="{D9EC2E10-593D-44D9-BF0E-7D7B66D7F07C}" type="parTrans" cxnId="{EAE7AD62-F779-4B65-905D-CCED4E91B1E5}">
      <dgm:prSet/>
      <dgm:spPr/>
      <dgm:t>
        <a:bodyPr/>
        <a:lstStyle/>
        <a:p>
          <a:endParaRPr lang="en-US"/>
        </a:p>
      </dgm:t>
    </dgm:pt>
    <dgm:pt modelId="{4D4D594A-1A48-43A8-A6A4-B51767E37B50}" type="sibTrans" cxnId="{EAE7AD62-F779-4B65-905D-CCED4E91B1E5}">
      <dgm:prSet/>
      <dgm:spPr/>
      <dgm:t>
        <a:bodyPr/>
        <a:lstStyle/>
        <a:p>
          <a:endParaRPr lang="en-US"/>
        </a:p>
      </dgm:t>
    </dgm:pt>
    <dgm:pt modelId="{4DCAED26-0F24-4121-B6B1-CFD848034543}">
      <dgm:prSet/>
      <dgm:spPr/>
      <dgm:t>
        <a:bodyPr/>
        <a:lstStyle/>
        <a:p>
          <a:r>
            <a:rPr lang="fr-FR" b="1"/>
            <a:t>Implication dans les équipes :</a:t>
          </a:r>
          <a:endParaRPr lang="en-US"/>
        </a:p>
      </dgm:t>
    </dgm:pt>
    <dgm:pt modelId="{4B5DD89B-59DC-49E3-970A-57FF9E345A4D}" type="parTrans" cxnId="{92F17127-87C0-40E9-8018-1C177E78472F}">
      <dgm:prSet/>
      <dgm:spPr/>
      <dgm:t>
        <a:bodyPr/>
        <a:lstStyle/>
        <a:p>
          <a:endParaRPr lang="en-US"/>
        </a:p>
      </dgm:t>
    </dgm:pt>
    <dgm:pt modelId="{D6439F3B-E6E0-42BA-8461-D4573897574F}" type="sibTrans" cxnId="{92F17127-87C0-40E9-8018-1C177E78472F}">
      <dgm:prSet/>
      <dgm:spPr/>
      <dgm:t>
        <a:bodyPr/>
        <a:lstStyle/>
        <a:p>
          <a:endParaRPr lang="en-US"/>
        </a:p>
      </dgm:t>
    </dgm:pt>
    <dgm:pt modelId="{6A49146A-BBC8-4914-9791-09E00C0125D5}">
      <dgm:prSet/>
      <dgm:spPr/>
      <dgm:t>
        <a:bodyPr/>
        <a:lstStyle/>
        <a:p>
          <a:r>
            <a:rPr lang="fr-FR"/>
            <a:t>Travailler avec d’autres intervenants pour partager les observations et les bonnes pratiques.</a:t>
          </a:r>
          <a:endParaRPr lang="en-US"/>
        </a:p>
      </dgm:t>
    </dgm:pt>
    <dgm:pt modelId="{68F024AE-2916-4652-BDF3-9EDCE4ED4957}" type="parTrans" cxnId="{FFA2CE1D-4609-4FCC-8DD3-C410C4D83804}">
      <dgm:prSet/>
      <dgm:spPr/>
      <dgm:t>
        <a:bodyPr/>
        <a:lstStyle/>
        <a:p>
          <a:endParaRPr lang="en-US"/>
        </a:p>
      </dgm:t>
    </dgm:pt>
    <dgm:pt modelId="{19600161-2556-4EA3-8649-00CE21CFAD0F}" type="sibTrans" cxnId="{FFA2CE1D-4609-4FCC-8DD3-C410C4D83804}">
      <dgm:prSet/>
      <dgm:spPr/>
      <dgm:t>
        <a:bodyPr/>
        <a:lstStyle/>
        <a:p>
          <a:endParaRPr lang="en-US"/>
        </a:p>
      </dgm:t>
    </dgm:pt>
    <dgm:pt modelId="{4E541B94-7FB4-4C46-81A6-F676A6B79511}">
      <dgm:prSet/>
      <dgm:spPr/>
      <dgm:t>
        <a:bodyPr/>
        <a:lstStyle/>
        <a:p>
          <a:r>
            <a:rPr lang="fr-FR"/>
            <a:t>Contribuer activement aux discussions sur les axes d’amélioration dans la prise en charge.</a:t>
          </a:r>
          <a:endParaRPr lang="en-US"/>
        </a:p>
      </dgm:t>
    </dgm:pt>
    <dgm:pt modelId="{EE1B620D-D238-4FDE-95A1-3FA5B7B86568}" type="parTrans" cxnId="{6252F72B-C5F9-47D1-AB50-50A7E9F108D2}">
      <dgm:prSet/>
      <dgm:spPr/>
      <dgm:t>
        <a:bodyPr/>
        <a:lstStyle/>
        <a:p>
          <a:endParaRPr lang="en-US"/>
        </a:p>
      </dgm:t>
    </dgm:pt>
    <dgm:pt modelId="{C3DF6D4F-6C60-44FE-A9FE-A6C371629D6B}" type="sibTrans" cxnId="{6252F72B-C5F9-47D1-AB50-50A7E9F108D2}">
      <dgm:prSet/>
      <dgm:spPr/>
      <dgm:t>
        <a:bodyPr/>
        <a:lstStyle/>
        <a:p>
          <a:endParaRPr lang="en-US"/>
        </a:p>
      </dgm:t>
    </dgm:pt>
    <dgm:pt modelId="{93FB56FA-F006-434C-A1E4-F3D305463B6F}" type="pres">
      <dgm:prSet presAssocID="{ABEFA833-F287-4C42-A0F3-B3841AF32D8B}" presName="linear" presStyleCnt="0">
        <dgm:presLayoutVars>
          <dgm:dir/>
          <dgm:animLvl val="lvl"/>
          <dgm:resizeHandles val="exact"/>
        </dgm:presLayoutVars>
      </dgm:prSet>
      <dgm:spPr/>
    </dgm:pt>
    <dgm:pt modelId="{74C3753F-0CD2-4610-8B15-39B4FFD18A5C}" type="pres">
      <dgm:prSet presAssocID="{2CD811AE-A3C7-460B-8E15-F39F442D43FC}" presName="parentLin" presStyleCnt="0"/>
      <dgm:spPr/>
    </dgm:pt>
    <dgm:pt modelId="{507BACF4-AD74-4E3E-B837-CC8DFF08FE38}" type="pres">
      <dgm:prSet presAssocID="{2CD811AE-A3C7-460B-8E15-F39F442D43FC}" presName="parentLeftMargin" presStyleLbl="node1" presStyleIdx="0" presStyleCnt="2"/>
      <dgm:spPr/>
    </dgm:pt>
    <dgm:pt modelId="{0F769F4A-54E4-4672-B1C2-B642A377CC49}" type="pres">
      <dgm:prSet presAssocID="{2CD811AE-A3C7-460B-8E15-F39F442D43FC}" presName="parentText" presStyleLbl="node1" presStyleIdx="0" presStyleCnt="2">
        <dgm:presLayoutVars>
          <dgm:chMax val="0"/>
          <dgm:bulletEnabled val="1"/>
        </dgm:presLayoutVars>
      </dgm:prSet>
      <dgm:spPr/>
    </dgm:pt>
    <dgm:pt modelId="{F47317AB-2526-4B3D-A287-01888826F880}" type="pres">
      <dgm:prSet presAssocID="{2CD811AE-A3C7-460B-8E15-F39F442D43FC}" presName="negativeSpace" presStyleCnt="0"/>
      <dgm:spPr/>
    </dgm:pt>
    <dgm:pt modelId="{1FB6E368-D6D3-4F27-BC32-780F45C592C0}" type="pres">
      <dgm:prSet presAssocID="{2CD811AE-A3C7-460B-8E15-F39F442D43FC}" presName="childText" presStyleLbl="conFgAcc1" presStyleIdx="0" presStyleCnt="2">
        <dgm:presLayoutVars>
          <dgm:bulletEnabled val="1"/>
        </dgm:presLayoutVars>
      </dgm:prSet>
      <dgm:spPr/>
    </dgm:pt>
    <dgm:pt modelId="{D26C76F9-53BD-4487-9C94-7E8A2E7047C5}" type="pres">
      <dgm:prSet presAssocID="{689DB000-3736-45B2-B5BD-5595BA8C1683}" presName="spaceBetweenRectangles" presStyleCnt="0"/>
      <dgm:spPr/>
    </dgm:pt>
    <dgm:pt modelId="{566E0493-0B1D-4A92-BD8B-EEC3344EB2F6}" type="pres">
      <dgm:prSet presAssocID="{4DCAED26-0F24-4121-B6B1-CFD848034543}" presName="parentLin" presStyleCnt="0"/>
      <dgm:spPr/>
    </dgm:pt>
    <dgm:pt modelId="{14FB7CE6-7AFF-4E90-9794-418F039C298A}" type="pres">
      <dgm:prSet presAssocID="{4DCAED26-0F24-4121-B6B1-CFD848034543}" presName="parentLeftMargin" presStyleLbl="node1" presStyleIdx="0" presStyleCnt="2"/>
      <dgm:spPr/>
    </dgm:pt>
    <dgm:pt modelId="{29478D9E-5086-4C93-94ED-94B267F6E129}" type="pres">
      <dgm:prSet presAssocID="{4DCAED26-0F24-4121-B6B1-CFD848034543}" presName="parentText" presStyleLbl="node1" presStyleIdx="1" presStyleCnt="2">
        <dgm:presLayoutVars>
          <dgm:chMax val="0"/>
          <dgm:bulletEnabled val="1"/>
        </dgm:presLayoutVars>
      </dgm:prSet>
      <dgm:spPr/>
    </dgm:pt>
    <dgm:pt modelId="{754AFCE9-69CF-43E9-B040-021FD9D0907D}" type="pres">
      <dgm:prSet presAssocID="{4DCAED26-0F24-4121-B6B1-CFD848034543}" presName="negativeSpace" presStyleCnt="0"/>
      <dgm:spPr/>
    </dgm:pt>
    <dgm:pt modelId="{8A63F8F6-BEFD-4716-BD25-63CDB54B7369}" type="pres">
      <dgm:prSet presAssocID="{4DCAED26-0F24-4121-B6B1-CFD848034543}" presName="childText" presStyleLbl="conFgAcc1" presStyleIdx="1" presStyleCnt="2">
        <dgm:presLayoutVars>
          <dgm:bulletEnabled val="1"/>
        </dgm:presLayoutVars>
      </dgm:prSet>
      <dgm:spPr/>
    </dgm:pt>
  </dgm:ptLst>
  <dgm:cxnLst>
    <dgm:cxn modelId="{FFA2CE1D-4609-4FCC-8DD3-C410C4D83804}" srcId="{4DCAED26-0F24-4121-B6B1-CFD848034543}" destId="{6A49146A-BBC8-4914-9791-09E00C0125D5}" srcOrd="0" destOrd="0" parTransId="{68F024AE-2916-4652-BDF3-9EDCE4ED4957}" sibTransId="{19600161-2556-4EA3-8649-00CE21CFAD0F}"/>
    <dgm:cxn modelId="{92F17127-87C0-40E9-8018-1C177E78472F}" srcId="{ABEFA833-F287-4C42-A0F3-B3841AF32D8B}" destId="{4DCAED26-0F24-4121-B6B1-CFD848034543}" srcOrd="1" destOrd="0" parTransId="{4B5DD89B-59DC-49E3-970A-57FF9E345A4D}" sibTransId="{D6439F3B-E6E0-42BA-8461-D4573897574F}"/>
    <dgm:cxn modelId="{6252F72B-C5F9-47D1-AB50-50A7E9F108D2}" srcId="{4DCAED26-0F24-4121-B6B1-CFD848034543}" destId="{4E541B94-7FB4-4C46-81A6-F676A6B79511}" srcOrd="1" destOrd="0" parTransId="{EE1B620D-D238-4FDE-95A1-3FA5B7B86568}" sibTransId="{C3DF6D4F-6C60-44FE-A9FE-A6C371629D6B}"/>
    <dgm:cxn modelId="{4312653F-D163-4EF8-880D-8FBE5CE06CD1}" type="presOf" srcId="{F088C645-602A-4C39-880D-B1A1D7787BD2}" destId="{1FB6E368-D6D3-4F27-BC32-780F45C592C0}" srcOrd="0" destOrd="0" presId="urn:microsoft.com/office/officeart/2005/8/layout/list1"/>
    <dgm:cxn modelId="{EAE7AD62-F779-4B65-905D-CCED4E91B1E5}" srcId="{2CD811AE-A3C7-460B-8E15-F39F442D43FC}" destId="{7E88E843-F42C-4B12-94C5-D1DC5E035957}" srcOrd="1" destOrd="0" parTransId="{D9EC2E10-593D-44D9-BF0E-7D7B66D7F07C}" sibTransId="{4D4D594A-1A48-43A8-A6A4-B51767E37B50}"/>
    <dgm:cxn modelId="{F9C77F50-997D-49B1-B0B8-202AE1ADC8C5}" type="presOf" srcId="{4DCAED26-0F24-4121-B6B1-CFD848034543}" destId="{29478D9E-5086-4C93-94ED-94B267F6E129}" srcOrd="1" destOrd="0" presId="urn:microsoft.com/office/officeart/2005/8/layout/list1"/>
    <dgm:cxn modelId="{D2282751-64EE-48F5-B6D7-E9EC051D225E}" type="presOf" srcId="{7E88E843-F42C-4B12-94C5-D1DC5E035957}" destId="{1FB6E368-D6D3-4F27-BC32-780F45C592C0}" srcOrd="0" destOrd="1" presId="urn:microsoft.com/office/officeart/2005/8/layout/list1"/>
    <dgm:cxn modelId="{4BCC4482-8132-4D3C-BEE2-BB26E12408F0}" srcId="{2CD811AE-A3C7-460B-8E15-F39F442D43FC}" destId="{F088C645-602A-4C39-880D-B1A1D7787BD2}" srcOrd="0" destOrd="0" parTransId="{B1FB9E9B-C20F-484C-BB6F-2589CCCEC4BA}" sibTransId="{BE2D59AA-2BBB-47E7-B24F-2D709741C8BE}"/>
    <dgm:cxn modelId="{CE562A95-022A-40F6-9E80-ABBB028C01D3}" type="presOf" srcId="{4DCAED26-0F24-4121-B6B1-CFD848034543}" destId="{14FB7CE6-7AFF-4E90-9794-418F039C298A}" srcOrd="0" destOrd="0" presId="urn:microsoft.com/office/officeart/2005/8/layout/list1"/>
    <dgm:cxn modelId="{A0DD9E96-4DCC-4608-A292-58281F427AEC}" type="presOf" srcId="{ABEFA833-F287-4C42-A0F3-B3841AF32D8B}" destId="{93FB56FA-F006-434C-A1E4-F3D305463B6F}" srcOrd="0" destOrd="0" presId="urn:microsoft.com/office/officeart/2005/8/layout/list1"/>
    <dgm:cxn modelId="{F2D7BDAC-137D-448F-85B3-05FB249333F8}" type="presOf" srcId="{6A49146A-BBC8-4914-9791-09E00C0125D5}" destId="{8A63F8F6-BEFD-4716-BD25-63CDB54B7369}" srcOrd="0" destOrd="0" presId="urn:microsoft.com/office/officeart/2005/8/layout/list1"/>
    <dgm:cxn modelId="{E0D148B4-EF79-4461-8816-21D940277DD4}" type="presOf" srcId="{2CD811AE-A3C7-460B-8E15-F39F442D43FC}" destId="{0F769F4A-54E4-4672-B1C2-B642A377CC49}" srcOrd="1" destOrd="0" presId="urn:microsoft.com/office/officeart/2005/8/layout/list1"/>
    <dgm:cxn modelId="{C868F2B6-7332-4DCA-903B-29ED71814139}" type="presOf" srcId="{2CD811AE-A3C7-460B-8E15-F39F442D43FC}" destId="{507BACF4-AD74-4E3E-B837-CC8DFF08FE38}" srcOrd="0" destOrd="0" presId="urn:microsoft.com/office/officeart/2005/8/layout/list1"/>
    <dgm:cxn modelId="{C6B271C5-60F5-4D7B-B3BE-05A8B8265FEC}" type="presOf" srcId="{4E541B94-7FB4-4C46-81A6-F676A6B79511}" destId="{8A63F8F6-BEFD-4716-BD25-63CDB54B7369}" srcOrd="0" destOrd="1" presId="urn:microsoft.com/office/officeart/2005/8/layout/list1"/>
    <dgm:cxn modelId="{A114DDCE-0137-443E-867D-EF6790CE1D16}" srcId="{ABEFA833-F287-4C42-A0F3-B3841AF32D8B}" destId="{2CD811AE-A3C7-460B-8E15-F39F442D43FC}" srcOrd="0" destOrd="0" parTransId="{BDDCC6C1-3EF8-4DDB-8836-6758EFB07628}" sibTransId="{689DB000-3736-45B2-B5BD-5595BA8C1683}"/>
    <dgm:cxn modelId="{904AFE5E-97EA-4F37-B3A9-A7092D761352}" type="presParOf" srcId="{93FB56FA-F006-434C-A1E4-F3D305463B6F}" destId="{74C3753F-0CD2-4610-8B15-39B4FFD18A5C}" srcOrd="0" destOrd="0" presId="urn:microsoft.com/office/officeart/2005/8/layout/list1"/>
    <dgm:cxn modelId="{53D88A63-1AE6-48B4-9A65-05EA865BD239}" type="presParOf" srcId="{74C3753F-0CD2-4610-8B15-39B4FFD18A5C}" destId="{507BACF4-AD74-4E3E-B837-CC8DFF08FE38}" srcOrd="0" destOrd="0" presId="urn:microsoft.com/office/officeart/2005/8/layout/list1"/>
    <dgm:cxn modelId="{737C751D-646D-495D-A8AC-07135C80BA80}" type="presParOf" srcId="{74C3753F-0CD2-4610-8B15-39B4FFD18A5C}" destId="{0F769F4A-54E4-4672-B1C2-B642A377CC49}" srcOrd="1" destOrd="0" presId="urn:microsoft.com/office/officeart/2005/8/layout/list1"/>
    <dgm:cxn modelId="{A40A1E09-A2E8-4DD5-9DFB-DCAA31EA4E9E}" type="presParOf" srcId="{93FB56FA-F006-434C-A1E4-F3D305463B6F}" destId="{F47317AB-2526-4B3D-A287-01888826F880}" srcOrd="1" destOrd="0" presId="urn:microsoft.com/office/officeart/2005/8/layout/list1"/>
    <dgm:cxn modelId="{7E872D0C-BFF6-42E9-B542-053A143CD773}" type="presParOf" srcId="{93FB56FA-F006-434C-A1E4-F3D305463B6F}" destId="{1FB6E368-D6D3-4F27-BC32-780F45C592C0}" srcOrd="2" destOrd="0" presId="urn:microsoft.com/office/officeart/2005/8/layout/list1"/>
    <dgm:cxn modelId="{F480896F-2B04-4AF9-8B3E-128FA35799D4}" type="presParOf" srcId="{93FB56FA-F006-434C-A1E4-F3D305463B6F}" destId="{D26C76F9-53BD-4487-9C94-7E8A2E7047C5}" srcOrd="3" destOrd="0" presId="urn:microsoft.com/office/officeart/2005/8/layout/list1"/>
    <dgm:cxn modelId="{4C29F214-2140-4F79-8D1C-ACC8C268B3DC}" type="presParOf" srcId="{93FB56FA-F006-434C-A1E4-F3D305463B6F}" destId="{566E0493-0B1D-4A92-BD8B-EEC3344EB2F6}" srcOrd="4" destOrd="0" presId="urn:microsoft.com/office/officeart/2005/8/layout/list1"/>
    <dgm:cxn modelId="{1909642F-6838-4F93-89BC-688944979CCB}" type="presParOf" srcId="{566E0493-0B1D-4A92-BD8B-EEC3344EB2F6}" destId="{14FB7CE6-7AFF-4E90-9794-418F039C298A}" srcOrd="0" destOrd="0" presId="urn:microsoft.com/office/officeart/2005/8/layout/list1"/>
    <dgm:cxn modelId="{D6A1FEE4-AC87-485A-8B32-B759BCE31CBF}" type="presParOf" srcId="{566E0493-0B1D-4A92-BD8B-EEC3344EB2F6}" destId="{29478D9E-5086-4C93-94ED-94B267F6E129}" srcOrd="1" destOrd="0" presId="urn:microsoft.com/office/officeart/2005/8/layout/list1"/>
    <dgm:cxn modelId="{A270AD1C-3052-4E25-A659-9C4057F61890}" type="presParOf" srcId="{93FB56FA-F006-434C-A1E4-F3D305463B6F}" destId="{754AFCE9-69CF-43E9-B040-021FD9D0907D}" srcOrd="5" destOrd="0" presId="urn:microsoft.com/office/officeart/2005/8/layout/list1"/>
    <dgm:cxn modelId="{6FA25843-E33E-4CDB-BC3C-F0C83D5EC244}" type="presParOf" srcId="{93FB56FA-F006-434C-A1E4-F3D305463B6F}" destId="{8A63F8F6-BEFD-4716-BD25-63CDB54B7369}"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186E38B5-BDF1-48F8-BDFB-D5747AA2BD7E}"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71A9348-18A4-429E-B88F-3EE092541A52}">
      <dgm:prSet/>
      <dgm:spPr/>
      <dgm:t>
        <a:bodyPr/>
        <a:lstStyle/>
        <a:p>
          <a:r>
            <a:rPr lang="fr-FR"/>
            <a:t>L’analyse approfondie permet de personnaliser l’accompagnement et d’assurer une démarche bientraitante.</a:t>
          </a:r>
          <a:endParaRPr lang="en-US"/>
        </a:p>
      </dgm:t>
    </dgm:pt>
    <dgm:pt modelId="{CAE7C665-125D-4AE0-908D-31361A754996}" type="parTrans" cxnId="{C0753BF3-D02F-431C-B96E-67AB6420FFD0}">
      <dgm:prSet/>
      <dgm:spPr/>
      <dgm:t>
        <a:bodyPr/>
        <a:lstStyle/>
        <a:p>
          <a:endParaRPr lang="en-US"/>
        </a:p>
      </dgm:t>
    </dgm:pt>
    <dgm:pt modelId="{4AC72591-98DD-4F35-A1F6-DEC270ED0A09}" type="sibTrans" cxnId="{C0753BF3-D02F-431C-B96E-67AB6420FFD0}">
      <dgm:prSet/>
      <dgm:spPr/>
      <dgm:t>
        <a:bodyPr/>
        <a:lstStyle/>
        <a:p>
          <a:endParaRPr lang="en-US"/>
        </a:p>
      </dgm:t>
    </dgm:pt>
    <dgm:pt modelId="{759240F0-2A26-40DD-B641-B860734C8153}">
      <dgm:prSet/>
      <dgm:spPr/>
      <dgm:t>
        <a:bodyPr/>
        <a:lstStyle/>
        <a:p>
          <a:r>
            <a:rPr lang="fr-FR"/>
            <a:t>Adopter une posture d'écoute et d'ouverture pour comprendre chaque situation dans sa globalité</a:t>
          </a:r>
          <a:endParaRPr lang="en-US"/>
        </a:p>
      </dgm:t>
    </dgm:pt>
    <dgm:pt modelId="{C21DC693-EF51-4A62-88C6-321AC1F0605B}" type="parTrans" cxnId="{10088E5C-4909-4739-8C7E-6B57BED1EBE4}">
      <dgm:prSet/>
      <dgm:spPr/>
      <dgm:t>
        <a:bodyPr/>
        <a:lstStyle/>
        <a:p>
          <a:endParaRPr lang="en-US"/>
        </a:p>
      </dgm:t>
    </dgm:pt>
    <dgm:pt modelId="{1D99891D-09F9-48C9-8E0B-4E62BC7FA9E7}" type="sibTrans" cxnId="{10088E5C-4909-4739-8C7E-6B57BED1EBE4}">
      <dgm:prSet/>
      <dgm:spPr/>
      <dgm:t>
        <a:bodyPr/>
        <a:lstStyle/>
        <a:p>
          <a:endParaRPr lang="en-US"/>
        </a:p>
      </dgm:t>
    </dgm:pt>
    <dgm:pt modelId="{9FF36A05-FA2F-4488-8150-AC2E1D0E133C}" type="pres">
      <dgm:prSet presAssocID="{186E38B5-BDF1-48F8-BDFB-D5747AA2BD7E}" presName="root" presStyleCnt="0">
        <dgm:presLayoutVars>
          <dgm:dir/>
          <dgm:resizeHandles val="exact"/>
        </dgm:presLayoutVars>
      </dgm:prSet>
      <dgm:spPr/>
    </dgm:pt>
    <dgm:pt modelId="{031C26E9-37CD-4801-A264-1219E1BFE7A7}" type="pres">
      <dgm:prSet presAssocID="{071A9348-18A4-429E-B88F-3EE092541A52}" presName="compNode" presStyleCnt="0"/>
      <dgm:spPr/>
    </dgm:pt>
    <dgm:pt modelId="{9798979B-8658-41B3-A47D-C82E5D875438}" type="pres">
      <dgm:prSet presAssocID="{071A9348-18A4-429E-B88F-3EE092541A5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rcher"/>
        </a:ext>
      </dgm:extLst>
    </dgm:pt>
    <dgm:pt modelId="{8F4B5DD4-F85B-43A1-882B-CFF1B8F36D50}" type="pres">
      <dgm:prSet presAssocID="{071A9348-18A4-429E-B88F-3EE092541A52}" presName="spaceRect" presStyleCnt="0"/>
      <dgm:spPr/>
    </dgm:pt>
    <dgm:pt modelId="{2F62F52C-ED5D-4EE3-9C06-1ACDA8E6CF1F}" type="pres">
      <dgm:prSet presAssocID="{071A9348-18A4-429E-B88F-3EE092541A52}" presName="textRect" presStyleLbl="revTx" presStyleIdx="0" presStyleCnt="2">
        <dgm:presLayoutVars>
          <dgm:chMax val="1"/>
          <dgm:chPref val="1"/>
        </dgm:presLayoutVars>
      </dgm:prSet>
      <dgm:spPr/>
    </dgm:pt>
    <dgm:pt modelId="{C676A416-B86C-4422-8B12-24A7A0F19CDE}" type="pres">
      <dgm:prSet presAssocID="{4AC72591-98DD-4F35-A1F6-DEC270ED0A09}" presName="sibTrans" presStyleCnt="0"/>
      <dgm:spPr/>
    </dgm:pt>
    <dgm:pt modelId="{970DCC7A-0A35-4010-888B-B3FAF70BDACE}" type="pres">
      <dgm:prSet presAssocID="{759240F0-2A26-40DD-B641-B860734C8153}" presName="compNode" presStyleCnt="0"/>
      <dgm:spPr/>
    </dgm:pt>
    <dgm:pt modelId="{8E4D4A70-ED08-43FD-A743-B91AB5A88CD4}" type="pres">
      <dgm:prSet presAssocID="{759240F0-2A26-40DD-B641-B860734C815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61FB2D56-0562-4E98-AF3A-F053BE7CAEC4}" type="pres">
      <dgm:prSet presAssocID="{759240F0-2A26-40DD-B641-B860734C8153}" presName="spaceRect" presStyleCnt="0"/>
      <dgm:spPr/>
    </dgm:pt>
    <dgm:pt modelId="{607E6AF2-7C54-4E80-9003-4DC7D289804F}" type="pres">
      <dgm:prSet presAssocID="{759240F0-2A26-40DD-B641-B860734C8153}" presName="textRect" presStyleLbl="revTx" presStyleIdx="1" presStyleCnt="2">
        <dgm:presLayoutVars>
          <dgm:chMax val="1"/>
          <dgm:chPref val="1"/>
        </dgm:presLayoutVars>
      </dgm:prSet>
      <dgm:spPr/>
    </dgm:pt>
  </dgm:ptLst>
  <dgm:cxnLst>
    <dgm:cxn modelId="{A5972225-E8BF-4EC3-9C30-5A05CF93A8D4}" type="presOf" srcId="{186E38B5-BDF1-48F8-BDFB-D5747AA2BD7E}" destId="{9FF36A05-FA2F-4488-8150-AC2E1D0E133C}" srcOrd="0" destOrd="0" presId="urn:microsoft.com/office/officeart/2018/2/layout/IconLabelList"/>
    <dgm:cxn modelId="{10088E5C-4909-4739-8C7E-6B57BED1EBE4}" srcId="{186E38B5-BDF1-48F8-BDFB-D5747AA2BD7E}" destId="{759240F0-2A26-40DD-B641-B860734C8153}" srcOrd="1" destOrd="0" parTransId="{C21DC693-EF51-4A62-88C6-321AC1F0605B}" sibTransId="{1D99891D-09F9-48C9-8E0B-4E62BC7FA9E7}"/>
    <dgm:cxn modelId="{9CB0415A-8C1F-4C1C-8B94-B01CDF56E41D}" type="presOf" srcId="{071A9348-18A4-429E-B88F-3EE092541A52}" destId="{2F62F52C-ED5D-4EE3-9C06-1ACDA8E6CF1F}" srcOrd="0" destOrd="0" presId="urn:microsoft.com/office/officeart/2018/2/layout/IconLabelList"/>
    <dgm:cxn modelId="{298FAA9B-8831-41ED-8DA0-CBA230F1626C}" type="presOf" srcId="{759240F0-2A26-40DD-B641-B860734C8153}" destId="{607E6AF2-7C54-4E80-9003-4DC7D289804F}" srcOrd="0" destOrd="0" presId="urn:microsoft.com/office/officeart/2018/2/layout/IconLabelList"/>
    <dgm:cxn modelId="{C0753BF3-D02F-431C-B96E-67AB6420FFD0}" srcId="{186E38B5-BDF1-48F8-BDFB-D5747AA2BD7E}" destId="{071A9348-18A4-429E-B88F-3EE092541A52}" srcOrd="0" destOrd="0" parTransId="{CAE7C665-125D-4AE0-908D-31361A754996}" sibTransId="{4AC72591-98DD-4F35-A1F6-DEC270ED0A09}"/>
    <dgm:cxn modelId="{0127580D-10B4-4994-A9C3-7C5EB1669522}" type="presParOf" srcId="{9FF36A05-FA2F-4488-8150-AC2E1D0E133C}" destId="{031C26E9-37CD-4801-A264-1219E1BFE7A7}" srcOrd="0" destOrd="0" presId="urn:microsoft.com/office/officeart/2018/2/layout/IconLabelList"/>
    <dgm:cxn modelId="{355155EB-3982-49EE-969F-779197BE6E61}" type="presParOf" srcId="{031C26E9-37CD-4801-A264-1219E1BFE7A7}" destId="{9798979B-8658-41B3-A47D-C82E5D875438}" srcOrd="0" destOrd="0" presId="urn:microsoft.com/office/officeart/2018/2/layout/IconLabelList"/>
    <dgm:cxn modelId="{1A6FD616-A439-4ED7-84E3-3C330076BE75}" type="presParOf" srcId="{031C26E9-37CD-4801-A264-1219E1BFE7A7}" destId="{8F4B5DD4-F85B-43A1-882B-CFF1B8F36D50}" srcOrd="1" destOrd="0" presId="urn:microsoft.com/office/officeart/2018/2/layout/IconLabelList"/>
    <dgm:cxn modelId="{011DA8E9-A737-4595-8A39-169EB6784C3A}" type="presParOf" srcId="{031C26E9-37CD-4801-A264-1219E1BFE7A7}" destId="{2F62F52C-ED5D-4EE3-9C06-1ACDA8E6CF1F}" srcOrd="2" destOrd="0" presId="urn:microsoft.com/office/officeart/2018/2/layout/IconLabelList"/>
    <dgm:cxn modelId="{AB8E25AF-199C-4DA7-BC92-4A257F8C4002}" type="presParOf" srcId="{9FF36A05-FA2F-4488-8150-AC2E1D0E133C}" destId="{C676A416-B86C-4422-8B12-24A7A0F19CDE}" srcOrd="1" destOrd="0" presId="urn:microsoft.com/office/officeart/2018/2/layout/IconLabelList"/>
    <dgm:cxn modelId="{0980D911-71B8-4536-9DE0-FD0F71BEEE9B}" type="presParOf" srcId="{9FF36A05-FA2F-4488-8150-AC2E1D0E133C}" destId="{970DCC7A-0A35-4010-888B-B3FAF70BDACE}" srcOrd="2" destOrd="0" presId="urn:microsoft.com/office/officeart/2018/2/layout/IconLabelList"/>
    <dgm:cxn modelId="{495F4F24-113F-4D85-9C4C-4756171BC7AF}" type="presParOf" srcId="{970DCC7A-0A35-4010-888B-B3FAF70BDACE}" destId="{8E4D4A70-ED08-43FD-A743-B91AB5A88CD4}" srcOrd="0" destOrd="0" presId="urn:microsoft.com/office/officeart/2018/2/layout/IconLabelList"/>
    <dgm:cxn modelId="{01E55871-DF03-4697-9445-BCDAF0A3A9F9}" type="presParOf" srcId="{970DCC7A-0A35-4010-888B-B3FAF70BDACE}" destId="{61FB2D56-0562-4E98-AF3A-F053BE7CAEC4}" srcOrd="1" destOrd="0" presId="urn:microsoft.com/office/officeart/2018/2/layout/IconLabelList"/>
    <dgm:cxn modelId="{9BD911D2-599B-4344-AF35-A00599CDFE2B}" type="presParOf" srcId="{970DCC7A-0A35-4010-888B-B3FAF70BDACE}" destId="{607E6AF2-7C54-4E80-9003-4DC7D289804F}"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722B6730-F802-424A-A7D1-6A3A65F99CFB}"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D3BBBB8B-EB87-4B25-A867-BE2063EEBE8F}">
      <dgm:prSet/>
      <dgm:spPr/>
      <dgm:t>
        <a:bodyPr/>
        <a:lstStyle/>
        <a:p>
          <a:r>
            <a:rPr lang="fr-FR" b="1"/>
            <a:t>1. Introduction : Qu’est-ce qu’un positionnement professionnel adapté ?</a:t>
          </a:r>
          <a:endParaRPr lang="en-US"/>
        </a:p>
      </dgm:t>
    </dgm:pt>
    <dgm:pt modelId="{B0E5AE6E-0D09-420B-A278-76ADE21FF9DD}" type="parTrans" cxnId="{1D7E171E-360E-401B-B6F8-AF445AB4DEAD}">
      <dgm:prSet/>
      <dgm:spPr/>
      <dgm:t>
        <a:bodyPr/>
        <a:lstStyle/>
        <a:p>
          <a:endParaRPr lang="en-US"/>
        </a:p>
      </dgm:t>
    </dgm:pt>
    <dgm:pt modelId="{F04A8EB0-D95E-42D8-B479-9A09DEE83877}" type="sibTrans" cxnId="{1D7E171E-360E-401B-B6F8-AF445AB4DEAD}">
      <dgm:prSet/>
      <dgm:spPr/>
      <dgm:t>
        <a:bodyPr/>
        <a:lstStyle/>
        <a:p>
          <a:endParaRPr lang="en-US"/>
        </a:p>
      </dgm:t>
    </dgm:pt>
    <dgm:pt modelId="{CDDDCCB7-9C53-4F32-B0E1-202131368C56}">
      <dgm:prSet/>
      <dgm:spPr/>
      <dgm:t>
        <a:bodyPr/>
        <a:lstStyle/>
        <a:p>
          <a:r>
            <a:rPr lang="fr-FR" b="1" u="sng" dirty="0"/>
            <a:t>Définition : </a:t>
          </a:r>
          <a:r>
            <a:rPr lang="fr-FR" b="1" dirty="0"/>
            <a:t>C</a:t>
          </a:r>
          <a:r>
            <a:rPr lang="fr-FR" dirty="0"/>
            <a:t>onsiste à adopter une attitude et des comportements conformes à l’éthique, aux valeurs de bientraitance et aux attentes du rôle professionnel.</a:t>
          </a:r>
          <a:endParaRPr lang="en-US" dirty="0"/>
        </a:p>
      </dgm:t>
    </dgm:pt>
    <dgm:pt modelId="{DA3A588D-E16B-4AD3-9A9D-0AFA30CED154}" type="parTrans" cxnId="{2B364BEB-388B-4FDC-9C0D-324A7E1510B0}">
      <dgm:prSet/>
      <dgm:spPr/>
      <dgm:t>
        <a:bodyPr/>
        <a:lstStyle/>
        <a:p>
          <a:endParaRPr lang="en-US"/>
        </a:p>
      </dgm:t>
    </dgm:pt>
    <dgm:pt modelId="{0F88C4FE-F85C-408F-9A42-BA6170A046FE}" type="sibTrans" cxnId="{2B364BEB-388B-4FDC-9C0D-324A7E1510B0}">
      <dgm:prSet/>
      <dgm:spPr/>
      <dgm:t>
        <a:bodyPr/>
        <a:lstStyle/>
        <a:p>
          <a:endParaRPr lang="en-US"/>
        </a:p>
      </dgm:t>
    </dgm:pt>
    <dgm:pt modelId="{94FAC3C7-6DF0-42BF-9BD4-519AC920D1D2}">
      <dgm:prSet/>
      <dgm:spPr/>
      <dgm:t>
        <a:bodyPr/>
        <a:lstStyle/>
        <a:p>
          <a:r>
            <a:rPr lang="fr-FR" b="1" u="sng" dirty="0"/>
            <a:t>Importance : </a:t>
          </a:r>
          <a:r>
            <a:rPr lang="fr-FR" dirty="0"/>
            <a:t>Un positionnement adapté garantit une réponse ajustée aux besoins des personnes accompagnées tout en respectant les cadres éthiques, </a:t>
          </a:r>
          <a:r>
            <a:rPr lang="fr-FR" b="1" u="sng" dirty="0"/>
            <a:t>légaux</a:t>
          </a:r>
          <a:r>
            <a:rPr lang="fr-FR" dirty="0"/>
            <a:t> et organisationnels.</a:t>
          </a:r>
          <a:endParaRPr lang="en-US" dirty="0"/>
        </a:p>
      </dgm:t>
    </dgm:pt>
    <dgm:pt modelId="{42D0C57B-4065-4858-896A-35B86B8399B5}" type="parTrans" cxnId="{640A37C7-0A90-4AEC-9DDA-4BA0A445F292}">
      <dgm:prSet/>
      <dgm:spPr/>
      <dgm:t>
        <a:bodyPr/>
        <a:lstStyle/>
        <a:p>
          <a:endParaRPr lang="en-US"/>
        </a:p>
      </dgm:t>
    </dgm:pt>
    <dgm:pt modelId="{7DCF2379-D3FE-45F4-9B24-A33CFA977883}" type="sibTrans" cxnId="{640A37C7-0A90-4AEC-9DDA-4BA0A445F292}">
      <dgm:prSet/>
      <dgm:spPr/>
      <dgm:t>
        <a:bodyPr/>
        <a:lstStyle/>
        <a:p>
          <a:endParaRPr lang="en-US"/>
        </a:p>
      </dgm:t>
    </dgm:pt>
    <dgm:pt modelId="{02731750-C4CD-4CD9-8586-E01DCE7A9971}" type="pres">
      <dgm:prSet presAssocID="{722B6730-F802-424A-A7D1-6A3A65F99CFB}" presName="vert0" presStyleCnt="0">
        <dgm:presLayoutVars>
          <dgm:dir/>
          <dgm:animOne val="branch"/>
          <dgm:animLvl val="lvl"/>
        </dgm:presLayoutVars>
      </dgm:prSet>
      <dgm:spPr/>
    </dgm:pt>
    <dgm:pt modelId="{68B1F747-320D-4E26-9BB0-0B8AE909133F}" type="pres">
      <dgm:prSet presAssocID="{D3BBBB8B-EB87-4B25-A867-BE2063EEBE8F}" presName="thickLine" presStyleLbl="alignNode1" presStyleIdx="0" presStyleCnt="3"/>
      <dgm:spPr/>
    </dgm:pt>
    <dgm:pt modelId="{7D729C94-605D-4FC9-8C7F-5BADF09C7942}" type="pres">
      <dgm:prSet presAssocID="{D3BBBB8B-EB87-4B25-A867-BE2063EEBE8F}" presName="horz1" presStyleCnt="0"/>
      <dgm:spPr/>
    </dgm:pt>
    <dgm:pt modelId="{6915389D-1F65-4DD3-9C94-D7A8DDB9C026}" type="pres">
      <dgm:prSet presAssocID="{D3BBBB8B-EB87-4B25-A867-BE2063EEBE8F}" presName="tx1" presStyleLbl="revTx" presStyleIdx="0" presStyleCnt="3"/>
      <dgm:spPr/>
    </dgm:pt>
    <dgm:pt modelId="{20537C2B-3B40-4C9A-9FE7-75A68990CCEE}" type="pres">
      <dgm:prSet presAssocID="{D3BBBB8B-EB87-4B25-A867-BE2063EEBE8F}" presName="vert1" presStyleCnt="0"/>
      <dgm:spPr/>
    </dgm:pt>
    <dgm:pt modelId="{F3995372-0304-4E7E-A225-230F59913DD5}" type="pres">
      <dgm:prSet presAssocID="{CDDDCCB7-9C53-4F32-B0E1-202131368C56}" presName="thickLine" presStyleLbl="alignNode1" presStyleIdx="1" presStyleCnt="3"/>
      <dgm:spPr/>
    </dgm:pt>
    <dgm:pt modelId="{E0B7E57B-9852-417A-8922-0B5E07CAB835}" type="pres">
      <dgm:prSet presAssocID="{CDDDCCB7-9C53-4F32-B0E1-202131368C56}" presName="horz1" presStyleCnt="0"/>
      <dgm:spPr/>
    </dgm:pt>
    <dgm:pt modelId="{84955D98-2182-4A85-8593-91DE0F4EC537}" type="pres">
      <dgm:prSet presAssocID="{CDDDCCB7-9C53-4F32-B0E1-202131368C56}" presName="tx1" presStyleLbl="revTx" presStyleIdx="1" presStyleCnt="3"/>
      <dgm:spPr/>
    </dgm:pt>
    <dgm:pt modelId="{DC293D2C-9318-4EAA-AA94-3A5477691CA8}" type="pres">
      <dgm:prSet presAssocID="{CDDDCCB7-9C53-4F32-B0E1-202131368C56}" presName="vert1" presStyleCnt="0"/>
      <dgm:spPr/>
    </dgm:pt>
    <dgm:pt modelId="{6112F2DC-344C-41EC-9C4A-D0EE021067BB}" type="pres">
      <dgm:prSet presAssocID="{94FAC3C7-6DF0-42BF-9BD4-519AC920D1D2}" presName="thickLine" presStyleLbl="alignNode1" presStyleIdx="2" presStyleCnt="3"/>
      <dgm:spPr/>
    </dgm:pt>
    <dgm:pt modelId="{F594238D-1B0C-490C-AB5D-D7CD87601190}" type="pres">
      <dgm:prSet presAssocID="{94FAC3C7-6DF0-42BF-9BD4-519AC920D1D2}" presName="horz1" presStyleCnt="0"/>
      <dgm:spPr/>
    </dgm:pt>
    <dgm:pt modelId="{59019D2B-4DDC-4996-BBF2-D805A3A31225}" type="pres">
      <dgm:prSet presAssocID="{94FAC3C7-6DF0-42BF-9BD4-519AC920D1D2}" presName="tx1" presStyleLbl="revTx" presStyleIdx="2" presStyleCnt="3"/>
      <dgm:spPr/>
    </dgm:pt>
    <dgm:pt modelId="{25D55F6A-C33E-4E34-A9A4-7FD0C1CB66A6}" type="pres">
      <dgm:prSet presAssocID="{94FAC3C7-6DF0-42BF-9BD4-519AC920D1D2}" presName="vert1" presStyleCnt="0"/>
      <dgm:spPr/>
    </dgm:pt>
  </dgm:ptLst>
  <dgm:cxnLst>
    <dgm:cxn modelId="{1D7E171E-360E-401B-B6F8-AF445AB4DEAD}" srcId="{722B6730-F802-424A-A7D1-6A3A65F99CFB}" destId="{D3BBBB8B-EB87-4B25-A867-BE2063EEBE8F}" srcOrd="0" destOrd="0" parTransId="{B0E5AE6E-0D09-420B-A278-76ADE21FF9DD}" sibTransId="{F04A8EB0-D95E-42D8-B479-9A09DEE83877}"/>
    <dgm:cxn modelId="{BAA8CC23-5E9B-44CC-A3C6-5F343872EB8E}" type="presOf" srcId="{D3BBBB8B-EB87-4B25-A867-BE2063EEBE8F}" destId="{6915389D-1F65-4DD3-9C94-D7A8DDB9C026}" srcOrd="0" destOrd="0" presId="urn:microsoft.com/office/officeart/2008/layout/LinedList"/>
    <dgm:cxn modelId="{2F01BEA5-454A-4D41-970D-788432BC8D1C}" type="presOf" srcId="{722B6730-F802-424A-A7D1-6A3A65F99CFB}" destId="{02731750-C4CD-4CD9-8586-E01DCE7A9971}" srcOrd="0" destOrd="0" presId="urn:microsoft.com/office/officeart/2008/layout/LinedList"/>
    <dgm:cxn modelId="{640A37C7-0A90-4AEC-9DDA-4BA0A445F292}" srcId="{722B6730-F802-424A-A7D1-6A3A65F99CFB}" destId="{94FAC3C7-6DF0-42BF-9BD4-519AC920D1D2}" srcOrd="2" destOrd="0" parTransId="{42D0C57B-4065-4858-896A-35B86B8399B5}" sibTransId="{7DCF2379-D3FE-45F4-9B24-A33CFA977883}"/>
    <dgm:cxn modelId="{ED4754DA-B0FA-4B22-9D63-21F7FB535B9B}" type="presOf" srcId="{CDDDCCB7-9C53-4F32-B0E1-202131368C56}" destId="{84955D98-2182-4A85-8593-91DE0F4EC537}" srcOrd="0" destOrd="0" presId="urn:microsoft.com/office/officeart/2008/layout/LinedList"/>
    <dgm:cxn modelId="{540D50DF-67E2-4121-B1C9-5A8F0A0279C5}" type="presOf" srcId="{94FAC3C7-6DF0-42BF-9BD4-519AC920D1D2}" destId="{59019D2B-4DDC-4996-BBF2-D805A3A31225}" srcOrd="0" destOrd="0" presId="urn:microsoft.com/office/officeart/2008/layout/LinedList"/>
    <dgm:cxn modelId="{2B364BEB-388B-4FDC-9C0D-324A7E1510B0}" srcId="{722B6730-F802-424A-A7D1-6A3A65F99CFB}" destId="{CDDDCCB7-9C53-4F32-B0E1-202131368C56}" srcOrd="1" destOrd="0" parTransId="{DA3A588D-E16B-4AD3-9A9D-0AFA30CED154}" sibTransId="{0F88C4FE-F85C-408F-9A42-BA6170A046FE}"/>
    <dgm:cxn modelId="{F802E639-1816-4946-9C1A-2EF3A54979C7}" type="presParOf" srcId="{02731750-C4CD-4CD9-8586-E01DCE7A9971}" destId="{68B1F747-320D-4E26-9BB0-0B8AE909133F}" srcOrd="0" destOrd="0" presId="urn:microsoft.com/office/officeart/2008/layout/LinedList"/>
    <dgm:cxn modelId="{B2C810FC-4E1C-478D-97EC-5348EDE57069}" type="presParOf" srcId="{02731750-C4CD-4CD9-8586-E01DCE7A9971}" destId="{7D729C94-605D-4FC9-8C7F-5BADF09C7942}" srcOrd="1" destOrd="0" presId="urn:microsoft.com/office/officeart/2008/layout/LinedList"/>
    <dgm:cxn modelId="{2162555B-7AB2-4641-BA69-89B536118ECF}" type="presParOf" srcId="{7D729C94-605D-4FC9-8C7F-5BADF09C7942}" destId="{6915389D-1F65-4DD3-9C94-D7A8DDB9C026}" srcOrd="0" destOrd="0" presId="urn:microsoft.com/office/officeart/2008/layout/LinedList"/>
    <dgm:cxn modelId="{82990B9D-A889-4B40-B984-BBB9EA18D72C}" type="presParOf" srcId="{7D729C94-605D-4FC9-8C7F-5BADF09C7942}" destId="{20537C2B-3B40-4C9A-9FE7-75A68990CCEE}" srcOrd="1" destOrd="0" presId="urn:microsoft.com/office/officeart/2008/layout/LinedList"/>
    <dgm:cxn modelId="{7C8AF498-1A19-4C4E-B11C-CF0972EAF181}" type="presParOf" srcId="{02731750-C4CD-4CD9-8586-E01DCE7A9971}" destId="{F3995372-0304-4E7E-A225-230F59913DD5}" srcOrd="2" destOrd="0" presId="urn:microsoft.com/office/officeart/2008/layout/LinedList"/>
    <dgm:cxn modelId="{45958906-FE5E-46C1-95D2-409DC61AA3B3}" type="presParOf" srcId="{02731750-C4CD-4CD9-8586-E01DCE7A9971}" destId="{E0B7E57B-9852-417A-8922-0B5E07CAB835}" srcOrd="3" destOrd="0" presId="urn:microsoft.com/office/officeart/2008/layout/LinedList"/>
    <dgm:cxn modelId="{78054F8D-D904-4A1E-85A2-BAA349DDF917}" type="presParOf" srcId="{E0B7E57B-9852-417A-8922-0B5E07CAB835}" destId="{84955D98-2182-4A85-8593-91DE0F4EC537}" srcOrd="0" destOrd="0" presId="urn:microsoft.com/office/officeart/2008/layout/LinedList"/>
    <dgm:cxn modelId="{BED923A1-4225-4937-B197-36536A7E9742}" type="presParOf" srcId="{E0B7E57B-9852-417A-8922-0B5E07CAB835}" destId="{DC293D2C-9318-4EAA-AA94-3A5477691CA8}" srcOrd="1" destOrd="0" presId="urn:microsoft.com/office/officeart/2008/layout/LinedList"/>
    <dgm:cxn modelId="{E83E236A-5388-4C8B-A90C-F016C976FF3D}" type="presParOf" srcId="{02731750-C4CD-4CD9-8586-E01DCE7A9971}" destId="{6112F2DC-344C-41EC-9C4A-D0EE021067BB}" srcOrd="4" destOrd="0" presId="urn:microsoft.com/office/officeart/2008/layout/LinedList"/>
    <dgm:cxn modelId="{4750909E-2F42-4AC5-8815-C14B1E152558}" type="presParOf" srcId="{02731750-C4CD-4CD9-8586-E01DCE7A9971}" destId="{F594238D-1B0C-490C-AB5D-D7CD87601190}" srcOrd="5" destOrd="0" presId="urn:microsoft.com/office/officeart/2008/layout/LinedList"/>
    <dgm:cxn modelId="{E9CE3E48-5CC7-4927-A6EF-23FA8319885B}" type="presParOf" srcId="{F594238D-1B0C-490C-AB5D-D7CD87601190}" destId="{59019D2B-4DDC-4996-BBF2-D805A3A31225}" srcOrd="0" destOrd="0" presId="urn:microsoft.com/office/officeart/2008/layout/LinedList"/>
    <dgm:cxn modelId="{BB5DD807-05A6-4EBC-8DDB-706705AE700A}" type="presParOf" srcId="{F594238D-1B0C-490C-AB5D-D7CD87601190}" destId="{25D55F6A-C33E-4E34-A9A4-7FD0C1CB66A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F4DE72FA-1082-40F9-B983-20DA7D3D47E4}"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D69655F0-07C3-4342-BDAE-987A1C1D5683}">
      <dgm:prSet/>
      <dgm:spPr/>
      <dgm:t>
        <a:bodyPr/>
        <a:lstStyle/>
        <a:p>
          <a:r>
            <a:rPr lang="fr-FR"/>
            <a:t>Connaissance de soi</a:t>
          </a:r>
          <a:endParaRPr lang="en-US"/>
        </a:p>
      </dgm:t>
    </dgm:pt>
    <dgm:pt modelId="{506B931F-61CF-47FB-B1E3-27B08F4AA328}" type="parTrans" cxnId="{6EEDE58B-C22A-488F-812E-1616FBA24F51}">
      <dgm:prSet/>
      <dgm:spPr/>
      <dgm:t>
        <a:bodyPr/>
        <a:lstStyle/>
        <a:p>
          <a:endParaRPr lang="en-US"/>
        </a:p>
      </dgm:t>
    </dgm:pt>
    <dgm:pt modelId="{1AF1C62C-F42B-423F-A5FC-B9D9C7014249}" type="sibTrans" cxnId="{6EEDE58B-C22A-488F-812E-1616FBA24F51}">
      <dgm:prSet/>
      <dgm:spPr/>
      <dgm:t>
        <a:bodyPr/>
        <a:lstStyle/>
        <a:p>
          <a:endParaRPr lang="en-US"/>
        </a:p>
      </dgm:t>
    </dgm:pt>
    <dgm:pt modelId="{706C7728-4593-4264-A73C-0D22FD379055}">
      <dgm:prSet/>
      <dgm:spPr/>
      <dgm:t>
        <a:bodyPr/>
        <a:lstStyle/>
        <a:p>
          <a:r>
            <a:rPr lang="fr-FR"/>
            <a:t>Respect de l’autre</a:t>
          </a:r>
          <a:endParaRPr lang="en-US"/>
        </a:p>
      </dgm:t>
    </dgm:pt>
    <dgm:pt modelId="{47285756-AA8F-45DC-BD04-A9CAB6D6FB82}" type="parTrans" cxnId="{C27E27F0-9FAC-44C4-8C86-4F6A213487F9}">
      <dgm:prSet/>
      <dgm:spPr/>
      <dgm:t>
        <a:bodyPr/>
        <a:lstStyle/>
        <a:p>
          <a:endParaRPr lang="en-US"/>
        </a:p>
      </dgm:t>
    </dgm:pt>
    <dgm:pt modelId="{F781049D-1F40-457A-94A5-936911B3376B}" type="sibTrans" cxnId="{C27E27F0-9FAC-44C4-8C86-4F6A213487F9}">
      <dgm:prSet/>
      <dgm:spPr/>
      <dgm:t>
        <a:bodyPr/>
        <a:lstStyle/>
        <a:p>
          <a:endParaRPr lang="en-US"/>
        </a:p>
      </dgm:t>
    </dgm:pt>
    <dgm:pt modelId="{2A41083D-DF04-483B-8167-17D683114A5D}">
      <dgm:prSet/>
      <dgm:spPr/>
      <dgm:t>
        <a:bodyPr/>
        <a:lstStyle/>
        <a:p>
          <a:r>
            <a:rPr lang="fr-FR"/>
            <a:t>Neutralité bienveillante</a:t>
          </a:r>
          <a:endParaRPr lang="en-US"/>
        </a:p>
      </dgm:t>
    </dgm:pt>
    <dgm:pt modelId="{88DAECBA-C883-40D7-8F4D-E16D57C4E215}" type="parTrans" cxnId="{BC3ADB3C-D917-48E8-82CC-0B09DAEC29E5}">
      <dgm:prSet/>
      <dgm:spPr/>
      <dgm:t>
        <a:bodyPr/>
        <a:lstStyle/>
        <a:p>
          <a:endParaRPr lang="en-US"/>
        </a:p>
      </dgm:t>
    </dgm:pt>
    <dgm:pt modelId="{97650387-F619-40EA-A458-02E62AA95002}" type="sibTrans" cxnId="{BC3ADB3C-D917-48E8-82CC-0B09DAEC29E5}">
      <dgm:prSet/>
      <dgm:spPr/>
      <dgm:t>
        <a:bodyPr/>
        <a:lstStyle/>
        <a:p>
          <a:endParaRPr lang="en-US"/>
        </a:p>
      </dgm:t>
    </dgm:pt>
    <dgm:pt modelId="{BB8FFC77-12B0-43BD-8503-138F8985EB2F}">
      <dgm:prSet/>
      <dgm:spPr/>
      <dgm:t>
        <a:bodyPr/>
        <a:lstStyle/>
        <a:p>
          <a:r>
            <a:rPr lang="fr-FR"/>
            <a:t>Responsabilité et professionnalisme</a:t>
          </a:r>
          <a:endParaRPr lang="en-US"/>
        </a:p>
      </dgm:t>
    </dgm:pt>
    <dgm:pt modelId="{257BF6C5-D845-43E8-8F0B-EEB34A1BCA1F}" type="parTrans" cxnId="{F7C9746F-6FD7-4F4C-B7E7-A93D40F733CE}">
      <dgm:prSet/>
      <dgm:spPr/>
      <dgm:t>
        <a:bodyPr/>
        <a:lstStyle/>
        <a:p>
          <a:endParaRPr lang="en-US"/>
        </a:p>
      </dgm:t>
    </dgm:pt>
    <dgm:pt modelId="{C71D71F7-6994-4D5F-AFC4-DEE9C6477570}" type="sibTrans" cxnId="{F7C9746F-6FD7-4F4C-B7E7-A93D40F733CE}">
      <dgm:prSet/>
      <dgm:spPr/>
      <dgm:t>
        <a:bodyPr/>
        <a:lstStyle/>
        <a:p>
          <a:endParaRPr lang="en-US"/>
        </a:p>
      </dgm:t>
    </dgm:pt>
    <dgm:pt modelId="{F2FEC870-25FD-4A99-99ED-5A820056CB7F}">
      <dgm:prSet/>
      <dgm:spPr/>
      <dgm:t>
        <a:bodyPr/>
        <a:lstStyle/>
        <a:p>
          <a:r>
            <a:rPr lang="fr-FR"/>
            <a:t>Collaboration avec l’équipe et l’entourage</a:t>
          </a:r>
          <a:endParaRPr lang="en-US"/>
        </a:p>
      </dgm:t>
    </dgm:pt>
    <dgm:pt modelId="{B52539BD-12DB-414D-99A4-EB6EE22EBAF7}" type="parTrans" cxnId="{1515AEBA-2F5E-4356-9604-71F1FBC1C5D1}">
      <dgm:prSet/>
      <dgm:spPr/>
      <dgm:t>
        <a:bodyPr/>
        <a:lstStyle/>
        <a:p>
          <a:endParaRPr lang="en-US"/>
        </a:p>
      </dgm:t>
    </dgm:pt>
    <dgm:pt modelId="{813E9AF0-2BC6-4C71-B882-FED980734531}" type="sibTrans" cxnId="{1515AEBA-2F5E-4356-9604-71F1FBC1C5D1}">
      <dgm:prSet/>
      <dgm:spPr/>
      <dgm:t>
        <a:bodyPr/>
        <a:lstStyle/>
        <a:p>
          <a:endParaRPr lang="en-US"/>
        </a:p>
      </dgm:t>
    </dgm:pt>
    <dgm:pt modelId="{4F21BC59-92FA-43D2-B3D4-277042FDD88D}" type="pres">
      <dgm:prSet presAssocID="{F4DE72FA-1082-40F9-B983-20DA7D3D47E4}" presName="root" presStyleCnt="0">
        <dgm:presLayoutVars>
          <dgm:dir/>
          <dgm:resizeHandles val="exact"/>
        </dgm:presLayoutVars>
      </dgm:prSet>
      <dgm:spPr/>
    </dgm:pt>
    <dgm:pt modelId="{66949B30-8028-4F92-87C4-A0F4537DCF9E}" type="pres">
      <dgm:prSet presAssocID="{D69655F0-07C3-4342-BDAE-987A1C1D5683}" presName="compNode" presStyleCnt="0"/>
      <dgm:spPr/>
    </dgm:pt>
    <dgm:pt modelId="{3B686886-2EE2-40CB-9783-5E1B2E26CB8E}" type="pres">
      <dgm:prSet presAssocID="{D69655F0-07C3-4342-BDAE-987A1C1D5683}"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CA4E15BD-4BEF-4868-B18A-39DBAEB50DBC}" type="pres">
      <dgm:prSet presAssocID="{D69655F0-07C3-4342-BDAE-987A1C1D5683}" presName="spaceRect" presStyleCnt="0"/>
      <dgm:spPr/>
    </dgm:pt>
    <dgm:pt modelId="{54AB1210-6D57-48BA-ACC1-36F82390C60A}" type="pres">
      <dgm:prSet presAssocID="{D69655F0-07C3-4342-BDAE-987A1C1D5683}" presName="textRect" presStyleLbl="revTx" presStyleIdx="0" presStyleCnt="5">
        <dgm:presLayoutVars>
          <dgm:chMax val="1"/>
          <dgm:chPref val="1"/>
        </dgm:presLayoutVars>
      </dgm:prSet>
      <dgm:spPr/>
    </dgm:pt>
    <dgm:pt modelId="{909165A7-C017-4DD9-B797-BC8799B9C7E7}" type="pres">
      <dgm:prSet presAssocID="{1AF1C62C-F42B-423F-A5FC-B9D9C7014249}" presName="sibTrans" presStyleCnt="0"/>
      <dgm:spPr/>
    </dgm:pt>
    <dgm:pt modelId="{54C166FC-32C1-4024-8C45-493848670FF4}" type="pres">
      <dgm:prSet presAssocID="{706C7728-4593-4264-A73C-0D22FD379055}" presName="compNode" presStyleCnt="0"/>
      <dgm:spPr/>
    </dgm:pt>
    <dgm:pt modelId="{283B70CD-43DB-4045-9840-936588EE9513}" type="pres">
      <dgm:prSet presAssocID="{706C7728-4593-4264-A73C-0D22FD379055}"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che"/>
        </a:ext>
      </dgm:extLst>
    </dgm:pt>
    <dgm:pt modelId="{BE21D36B-3FF1-45E1-AB65-1668EC4B68E2}" type="pres">
      <dgm:prSet presAssocID="{706C7728-4593-4264-A73C-0D22FD379055}" presName="spaceRect" presStyleCnt="0"/>
      <dgm:spPr/>
    </dgm:pt>
    <dgm:pt modelId="{D5324AA8-C272-4B9C-ADA8-9DCE371A1B18}" type="pres">
      <dgm:prSet presAssocID="{706C7728-4593-4264-A73C-0D22FD379055}" presName="textRect" presStyleLbl="revTx" presStyleIdx="1" presStyleCnt="5">
        <dgm:presLayoutVars>
          <dgm:chMax val="1"/>
          <dgm:chPref val="1"/>
        </dgm:presLayoutVars>
      </dgm:prSet>
      <dgm:spPr/>
    </dgm:pt>
    <dgm:pt modelId="{EA85BB89-AEC2-4EE1-80EA-D35ECBB5AEF6}" type="pres">
      <dgm:prSet presAssocID="{F781049D-1F40-457A-94A5-936911B3376B}" presName="sibTrans" presStyleCnt="0"/>
      <dgm:spPr/>
    </dgm:pt>
    <dgm:pt modelId="{778450B3-1B8B-4E99-833B-03B4E3812EFA}" type="pres">
      <dgm:prSet presAssocID="{2A41083D-DF04-483B-8167-17D683114A5D}" presName="compNode" presStyleCnt="0"/>
      <dgm:spPr/>
    </dgm:pt>
    <dgm:pt modelId="{7493104A-27E3-46C8-88BF-2E67E8009D84}" type="pres">
      <dgm:prSet presAssocID="{2A41083D-DF04-483B-8167-17D683114A5D}"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cales of Justice"/>
        </a:ext>
      </dgm:extLst>
    </dgm:pt>
    <dgm:pt modelId="{CF360046-F28B-423D-A1F3-F17BC15544AD}" type="pres">
      <dgm:prSet presAssocID="{2A41083D-DF04-483B-8167-17D683114A5D}" presName="spaceRect" presStyleCnt="0"/>
      <dgm:spPr/>
    </dgm:pt>
    <dgm:pt modelId="{E1E5F66C-5636-4F9A-AD46-005AC10BD8D7}" type="pres">
      <dgm:prSet presAssocID="{2A41083D-DF04-483B-8167-17D683114A5D}" presName="textRect" presStyleLbl="revTx" presStyleIdx="2" presStyleCnt="5">
        <dgm:presLayoutVars>
          <dgm:chMax val="1"/>
          <dgm:chPref val="1"/>
        </dgm:presLayoutVars>
      </dgm:prSet>
      <dgm:spPr/>
    </dgm:pt>
    <dgm:pt modelId="{65672474-0FEF-4176-B1D7-C73124F47B4B}" type="pres">
      <dgm:prSet presAssocID="{97650387-F619-40EA-A458-02E62AA95002}" presName="sibTrans" presStyleCnt="0"/>
      <dgm:spPr/>
    </dgm:pt>
    <dgm:pt modelId="{9B1BEFBD-37FD-4270-9FD1-73F0105DCE17}" type="pres">
      <dgm:prSet presAssocID="{BB8FFC77-12B0-43BD-8503-138F8985EB2F}" presName="compNode" presStyleCnt="0"/>
      <dgm:spPr/>
    </dgm:pt>
    <dgm:pt modelId="{EDE66908-CA8B-4A29-A771-3208415314DC}" type="pres">
      <dgm:prSet presAssocID="{BB8FFC77-12B0-43BD-8503-138F8985EB2F}"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Avertissement"/>
        </a:ext>
      </dgm:extLst>
    </dgm:pt>
    <dgm:pt modelId="{F0EEAEF9-0B50-449B-AEE4-D3055D42B3CE}" type="pres">
      <dgm:prSet presAssocID="{BB8FFC77-12B0-43BD-8503-138F8985EB2F}" presName="spaceRect" presStyleCnt="0"/>
      <dgm:spPr/>
    </dgm:pt>
    <dgm:pt modelId="{1BC24CAE-310A-40E8-977E-56DAEF4F675C}" type="pres">
      <dgm:prSet presAssocID="{BB8FFC77-12B0-43BD-8503-138F8985EB2F}" presName="textRect" presStyleLbl="revTx" presStyleIdx="3" presStyleCnt="5">
        <dgm:presLayoutVars>
          <dgm:chMax val="1"/>
          <dgm:chPref val="1"/>
        </dgm:presLayoutVars>
      </dgm:prSet>
      <dgm:spPr/>
    </dgm:pt>
    <dgm:pt modelId="{2B413F36-8EFE-4652-B07A-A4E54A7A1D71}" type="pres">
      <dgm:prSet presAssocID="{C71D71F7-6994-4D5F-AFC4-DEE9C6477570}" presName="sibTrans" presStyleCnt="0"/>
      <dgm:spPr/>
    </dgm:pt>
    <dgm:pt modelId="{0E7C62D3-826A-4A19-AE64-510099673F28}" type="pres">
      <dgm:prSet presAssocID="{F2FEC870-25FD-4A99-99ED-5A820056CB7F}" presName="compNode" presStyleCnt="0"/>
      <dgm:spPr/>
    </dgm:pt>
    <dgm:pt modelId="{0546ADBE-5597-4688-BFFD-2F6C329D5770}" type="pres">
      <dgm:prSet presAssocID="{F2FEC870-25FD-4A99-99ED-5A820056CB7F}"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Poignée de main"/>
        </a:ext>
      </dgm:extLst>
    </dgm:pt>
    <dgm:pt modelId="{2A6A7CE6-2B1F-44F6-A959-B8DD24E0C9BA}" type="pres">
      <dgm:prSet presAssocID="{F2FEC870-25FD-4A99-99ED-5A820056CB7F}" presName="spaceRect" presStyleCnt="0"/>
      <dgm:spPr/>
    </dgm:pt>
    <dgm:pt modelId="{4D6B7D2E-8EFB-49BB-BF34-7A719E981B61}" type="pres">
      <dgm:prSet presAssocID="{F2FEC870-25FD-4A99-99ED-5A820056CB7F}" presName="textRect" presStyleLbl="revTx" presStyleIdx="4" presStyleCnt="5">
        <dgm:presLayoutVars>
          <dgm:chMax val="1"/>
          <dgm:chPref val="1"/>
        </dgm:presLayoutVars>
      </dgm:prSet>
      <dgm:spPr/>
    </dgm:pt>
  </dgm:ptLst>
  <dgm:cxnLst>
    <dgm:cxn modelId="{34689A27-0361-4016-B0AB-5437977F27B6}" type="presOf" srcId="{2A41083D-DF04-483B-8167-17D683114A5D}" destId="{E1E5F66C-5636-4F9A-AD46-005AC10BD8D7}" srcOrd="0" destOrd="0" presId="urn:microsoft.com/office/officeart/2018/2/layout/IconLabelList"/>
    <dgm:cxn modelId="{30FA123A-AC78-4BF8-99BC-68EB66767638}" type="presOf" srcId="{BB8FFC77-12B0-43BD-8503-138F8985EB2F}" destId="{1BC24CAE-310A-40E8-977E-56DAEF4F675C}" srcOrd="0" destOrd="0" presId="urn:microsoft.com/office/officeart/2018/2/layout/IconLabelList"/>
    <dgm:cxn modelId="{BC3ADB3C-D917-48E8-82CC-0B09DAEC29E5}" srcId="{F4DE72FA-1082-40F9-B983-20DA7D3D47E4}" destId="{2A41083D-DF04-483B-8167-17D683114A5D}" srcOrd="2" destOrd="0" parTransId="{88DAECBA-C883-40D7-8F4D-E16D57C4E215}" sibTransId="{97650387-F619-40EA-A458-02E62AA95002}"/>
    <dgm:cxn modelId="{F7C9746F-6FD7-4F4C-B7E7-A93D40F733CE}" srcId="{F4DE72FA-1082-40F9-B983-20DA7D3D47E4}" destId="{BB8FFC77-12B0-43BD-8503-138F8985EB2F}" srcOrd="3" destOrd="0" parTransId="{257BF6C5-D845-43E8-8F0B-EEB34A1BCA1F}" sibTransId="{C71D71F7-6994-4D5F-AFC4-DEE9C6477570}"/>
    <dgm:cxn modelId="{E28AAF50-05F4-4801-ABE3-2AC0EDE0D277}" type="presOf" srcId="{F4DE72FA-1082-40F9-B983-20DA7D3D47E4}" destId="{4F21BC59-92FA-43D2-B3D4-277042FDD88D}" srcOrd="0" destOrd="0" presId="urn:microsoft.com/office/officeart/2018/2/layout/IconLabelList"/>
    <dgm:cxn modelId="{6EEDE58B-C22A-488F-812E-1616FBA24F51}" srcId="{F4DE72FA-1082-40F9-B983-20DA7D3D47E4}" destId="{D69655F0-07C3-4342-BDAE-987A1C1D5683}" srcOrd="0" destOrd="0" parTransId="{506B931F-61CF-47FB-B1E3-27B08F4AA328}" sibTransId="{1AF1C62C-F42B-423F-A5FC-B9D9C7014249}"/>
    <dgm:cxn modelId="{1515AEBA-2F5E-4356-9604-71F1FBC1C5D1}" srcId="{F4DE72FA-1082-40F9-B983-20DA7D3D47E4}" destId="{F2FEC870-25FD-4A99-99ED-5A820056CB7F}" srcOrd="4" destOrd="0" parTransId="{B52539BD-12DB-414D-99A4-EB6EE22EBAF7}" sibTransId="{813E9AF0-2BC6-4C71-B882-FED980734531}"/>
    <dgm:cxn modelId="{41C97ADB-1153-4D0E-B237-CDDA95DEFD5F}" type="presOf" srcId="{706C7728-4593-4264-A73C-0D22FD379055}" destId="{D5324AA8-C272-4B9C-ADA8-9DCE371A1B18}" srcOrd="0" destOrd="0" presId="urn:microsoft.com/office/officeart/2018/2/layout/IconLabelList"/>
    <dgm:cxn modelId="{09C810EA-7A9A-489B-BA91-490F8D2A4DBE}" type="presOf" srcId="{D69655F0-07C3-4342-BDAE-987A1C1D5683}" destId="{54AB1210-6D57-48BA-ACC1-36F82390C60A}" srcOrd="0" destOrd="0" presId="urn:microsoft.com/office/officeart/2018/2/layout/IconLabelList"/>
    <dgm:cxn modelId="{C27E27F0-9FAC-44C4-8C86-4F6A213487F9}" srcId="{F4DE72FA-1082-40F9-B983-20DA7D3D47E4}" destId="{706C7728-4593-4264-A73C-0D22FD379055}" srcOrd="1" destOrd="0" parTransId="{47285756-AA8F-45DC-BD04-A9CAB6D6FB82}" sibTransId="{F781049D-1F40-457A-94A5-936911B3376B}"/>
    <dgm:cxn modelId="{FFB325F2-56EA-4713-B081-5B002C0AEE87}" type="presOf" srcId="{F2FEC870-25FD-4A99-99ED-5A820056CB7F}" destId="{4D6B7D2E-8EFB-49BB-BF34-7A719E981B61}" srcOrd="0" destOrd="0" presId="urn:microsoft.com/office/officeart/2018/2/layout/IconLabelList"/>
    <dgm:cxn modelId="{44BBBB60-CF27-45BF-82E4-BDD2E0B19DB3}" type="presParOf" srcId="{4F21BC59-92FA-43D2-B3D4-277042FDD88D}" destId="{66949B30-8028-4F92-87C4-A0F4537DCF9E}" srcOrd="0" destOrd="0" presId="urn:microsoft.com/office/officeart/2018/2/layout/IconLabelList"/>
    <dgm:cxn modelId="{6DBAAEAE-7DA7-4EAC-85C2-79051324BBDD}" type="presParOf" srcId="{66949B30-8028-4F92-87C4-A0F4537DCF9E}" destId="{3B686886-2EE2-40CB-9783-5E1B2E26CB8E}" srcOrd="0" destOrd="0" presId="urn:microsoft.com/office/officeart/2018/2/layout/IconLabelList"/>
    <dgm:cxn modelId="{98A1C854-5794-4079-BDB8-2EAFAC0ECAFD}" type="presParOf" srcId="{66949B30-8028-4F92-87C4-A0F4537DCF9E}" destId="{CA4E15BD-4BEF-4868-B18A-39DBAEB50DBC}" srcOrd="1" destOrd="0" presId="urn:microsoft.com/office/officeart/2018/2/layout/IconLabelList"/>
    <dgm:cxn modelId="{D3B065F1-161D-42E1-8BAF-EA725C7B29A1}" type="presParOf" srcId="{66949B30-8028-4F92-87C4-A0F4537DCF9E}" destId="{54AB1210-6D57-48BA-ACC1-36F82390C60A}" srcOrd="2" destOrd="0" presId="urn:microsoft.com/office/officeart/2018/2/layout/IconLabelList"/>
    <dgm:cxn modelId="{3C7607C2-0CE4-4751-BB68-9216EF9E7917}" type="presParOf" srcId="{4F21BC59-92FA-43D2-B3D4-277042FDD88D}" destId="{909165A7-C017-4DD9-B797-BC8799B9C7E7}" srcOrd="1" destOrd="0" presId="urn:microsoft.com/office/officeart/2018/2/layout/IconLabelList"/>
    <dgm:cxn modelId="{5139D4C0-B138-4397-B640-AE1CB3804323}" type="presParOf" srcId="{4F21BC59-92FA-43D2-B3D4-277042FDD88D}" destId="{54C166FC-32C1-4024-8C45-493848670FF4}" srcOrd="2" destOrd="0" presId="urn:microsoft.com/office/officeart/2018/2/layout/IconLabelList"/>
    <dgm:cxn modelId="{E1BFB8E4-9B3F-47D2-B948-CE0E65ADD4AB}" type="presParOf" srcId="{54C166FC-32C1-4024-8C45-493848670FF4}" destId="{283B70CD-43DB-4045-9840-936588EE9513}" srcOrd="0" destOrd="0" presId="urn:microsoft.com/office/officeart/2018/2/layout/IconLabelList"/>
    <dgm:cxn modelId="{FEC180A8-353E-4B95-AA3A-D9D1ADC02232}" type="presParOf" srcId="{54C166FC-32C1-4024-8C45-493848670FF4}" destId="{BE21D36B-3FF1-45E1-AB65-1668EC4B68E2}" srcOrd="1" destOrd="0" presId="urn:microsoft.com/office/officeart/2018/2/layout/IconLabelList"/>
    <dgm:cxn modelId="{8BCE38F1-A287-4C79-859E-BC44B10B90EF}" type="presParOf" srcId="{54C166FC-32C1-4024-8C45-493848670FF4}" destId="{D5324AA8-C272-4B9C-ADA8-9DCE371A1B18}" srcOrd="2" destOrd="0" presId="urn:microsoft.com/office/officeart/2018/2/layout/IconLabelList"/>
    <dgm:cxn modelId="{4B68DD11-35E4-4623-9D08-22BD382BE53B}" type="presParOf" srcId="{4F21BC59-92FA-43D2-B3D4-277042FDD88D}" destId="{EA85BB89-AEC2-4EE1-80EA-D35ECBB5AEF6}" srcOrd="3" destOrd="0" presId="urn:microsoft.com/office/officeart/2018/2/layout/IconLabelList"/>
    <dgm:cxn modelId="{8D3CCBD4-9C92-4003-B5B0-F093B2CEB136}" type="presParOf" srcId="{4F21BC59-92FA-43D2-B3D4-277042FDD88D}" destId="{778450B3-1B8B-4E99-833B-03B4E3812EFA}" srcOrd="4" destOrd="0" presId="urn:microsoft.com/office/officeart/2018/2/layout/IconLabelList"/>
    <dgm:cxn modelId="{6E5775E9-89CC-43DE-A726-8FAA6BD8AFA4}" type="presParOf" srcId="{778450B3-1B8B-4E99-833B-03B4E3812EFA}" destId="{7493104A-27E3-46C8-88BF-2E67E8009D84}" srcOrd="0" destOrd="0" presId="urn:microsoft.com/office/officeart/2018/2/layout/IconLabelList"/>
    <dgm:cxn modelId="{0B837F8C-E4BA-4D07-A084-8B0D8F393968}" type="presParOf" srcId="{778450B3-1B8B-4E99-833B-03B4E3812EFA}" destId="{CF360046-F28B-423D-A1F3-F17BC15544AD}" srcOrd="1" destOrd="0" presId="urn:microsoft.com/office/officeart/2018/2/layout/IconLabelList"/>
    <dgm:cxn modelId="{393F6B3F-2992-437F-AA85-B01D7F9792FF}" type="presParOf" srcId="{778450B3-1B8B-4E99-833B-03B4E3812EFA}" destId="{E1E5F66C-5636-4F9A-AD46-005AC10BD8D7}" srcOrd="2" destOrd="0" presId="urn:microsoft.com/office/officeart/2018/2/layout/IconLabelList"/>
    <dgm:cxn modelId="{2B32AB53-D0F2-4D12-ABEE-6E142460E182}" type="presParOf" srcId="{4F21BC59-92FA-43D2-B3D4-277042FDD88D}" destId="{65672474-0FEF-4176-B1D7-C73124F47B4B}" srcOrd="5" destOrd="0" presId="urn:microsoft.com/office/officeart/2018/2/layout/IconLabelList"/>
    <dgm:cxn modelId="{F81EEAB4-6F77-47D0-A69B-0CFF9B5771B2}" type="presParOf" srcId="{4F21BC59-92FA-43D2-B3D4-277042FDD88D}" destId="{9B1BEFBD-37FD-4270-9FD1-73F0105DCE17}" srcOrd="6" destOrd="0" presId="urn:microsoft.com/office/officeart/2018/2/layout/IconLabelList"/>
    <dgm:cxn modelId="{6707A87A-F405-4C74-B443-F379283B856E}" type="presParOf" srcId="{9B1BEFBD-37FD-4270-9FD1-73F0105DCE17}" destId="{EDE66908-CA8B-4A29-A771-3208415314DC}" srcOrd="0" destOrd="0" presId="urn:microsoft.com/office/officeart/2018/2/layout/IconLabelList"/>
    <dgm:cxn modelId="{A95866BD-AE3E-4710-AC9A-37099F212C98}" type="presParOf" srcId="{9B1BEFBD-37FD-4270-9FD1-73F0105DCE17}" destId="{F0EEAEF9-0B50-449B-AEE4-D3055D42B3CE}" srcOrd="1" destOrd="0" presId="urn:microsoft.com/office/officeart/2018/2/layout/IconLabelList"/>
    <dgm:cxn modelId="{83F5E531-36EE-4243-8499-1D04458F7343}" type="presParOf" srcId="{9B1BEFBD-37FD-4270-9FD1-73F0105DCE17}" destId="{1BC24CAE-310A-40E8-977E-56DAEF4F675C}" srcOrd="2" destOrd="0" presId="urn:microsoft.com/office/officeart/2018/2/layout/IconLabelList"/>
    <dgm:cxn modelId="{9138DDC2-7638-41DC-8D0F-E01230A95738}" type="presParOf" srcId="{4F21BC59-92FA-43D2-B3D4-277042FDD88D}" destId="{2B413F36-8EFE-4652-B07A-A4E54A7A1D71}" srcOrd="7" destOrd="0" presId="urn:microsoft.com/office/officeart/2018/2/layout/IconLabelList"/>
    <dgm:cxn modelId="{E98F5B12-8C05-4B94-B3B2-128F528B65EF}" type="presParOf" srcId="{4F21BC59-92FA-43D2-B3D4-277042FDD88D}" destId="{0E7C62D3-826A-4A19-AE64-510099673F28}" srcOrd="8" destOrd="0" presId="urn:microsoft.com/office/officeart/2018/2/layout/IconLabelList"/>
    <dgm:cxn modelId="{51FEB5BD-B417-4021-9024-DF3D0DC1DA6F}" type="presParOf" srcId="{0E7C62D3-826A-4A19-AE64-510099673F28}" destId="{0546ADBE-5597-4688-BFFD-2F6C329D5770}" srcOrd="0" destOrd="0" presId="urn:microsoft.com/office/officeart/2018/2/layout/IconLabelList"/>
    <dgm:cxn modelId="{1BBDC139-AAF2-45F6-9F79-CFDB087668AF}" type="presParOf" srcId="{0E7C62D3-826A-4A19-AE64-510099673F28}" destId="{2A6A7CE6-2B1F-44F6-A959-B8DD24E0C9BA}" srcOrd="1" destOrd="0" presId="urn:microsoft.com/office/officeart/2018/2/layout/IconLabelList"/>
    <dgm:cxn modelId="{A89B4EA5-FEA8-4935-B28F-A881AC47671B}" type="presParOf" srcId="{0E7C62D3-826A-4A19-AE64-510099673F28}" destId="{4D6B7D2E-8EFB-49BB-BF34-7A719E981B61}"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15AC75D7-D230-43B2-AF85-B43814CA1ADC}" type="doc">
      <dgm:prSet loTypeId="urn:microsoft.com/office/officeart/2016/7/layout/RepeatingBendingProcessNew" loCatId="process" qsTypeId="urn:microsoft.com/office/officeart/2005/8/quickstyle/simple1" qsCatId="simple" csTypeId="urn:microsoft.com/office/officeart/2005/8/colors/colorful2" csCatId="colorful" phldr="1"/>
      <dgm:spPr/>
      <dgm:t>
        <a:bodyPr/>
        <a:lstStyle/>
        <a:p>
          <a:endParaRPr lang="en-US"/>
        </a:p>
      </dgm:t>
    </dgm:pt>
    <dgm:pt modelId="{72C68D67-7C16-4E4B-86F8-11702B66BFD5}">
      <dgm:prSet/>
      <dgm:spPr>
        <a:solidFill>
          <a:schemeClr val="accent4"/>
        </a:solidFill>
        <a:ln w="38100">
          <a:solidFill>
            <a:schemeClr val="tx1"/>
          </a:solidFill>
        </a:ln>
      </dgm:spPr>
      <dgm:t>
        <a:bodyPr/>
        <a:lstStyle/>
        <a:p>
          <a:r>
            <a:rPr lang="fr-FR" b="1" dirty="0">
              <a:solidFill>
                <a:schemeClr val="tx1"/>
              </a:solidFill>
            </a:rPr>
            <a:t>Connaissance de soi</a:t>
          </a:r>
          <a:endParaRPr lang="en-US" dirty="0">
            <a:solidFill>
              <a:schemeClr val="tx1"/>
            </a:solidFill>
          </a:endParaRPr>
        </a:p>
      </dgm:t>
    </dgm:pt>
    <dgm:pt modelId="{6550AF9F-73AC-4760-9FA0-EE6B04DE85B5}" type="parTrans" cxnId="{144F5FD8-A3E0-4F1F-877A-20D97AA869B1}">
      <dgm:prSet/>
      <dgm:spPr/>
      <dgm:t>
        <a:bodyPr/>
        <a:lstStyle/>
        <a:p>
          <a:endParaRPr lang="en-US"/>
        </a:p>
      </dgm:t>
    </dgm:pt>
    <dgm:pt modelId="{1E5E99B7-5D34-4B36-8980-3840CEF00A5A}" type="sibTrans" cxnId="{144F5FD8-A3E0-4F1F-877A-20D97AA869B1}">
      <dgm:prSet/>
      <dgm:spPr/>
      <dgm:t>
        <a:bodyPr/>
        <a:lstStyle/>
        <a:p>
          <a:endParaRPr lang="en-US"/>
        </a:p>
      </dgm:t>
    </dgm:pt>
    <dgm:pt modelId="{9D62B697-8810-425D-9797-0B8F2E632887}">
      <dgm:prSet/>
      <dgm:spPr>
        <a:solidFill>
          <a:schemeClr val="accent4"/>
        </a:solidFill>
      </dgm:spPr>
      <dgm:t>
        <a:bodyPr/>
        <a:lstStyle/>
        <a:p>
          <a:r>
            <a:rPr lang="fr-FR" dirty="0"/>
            <a:t>Identifier ses propres valeurs, croyances et limites pour ne pas les projeter sur les personnes accompagnées.</a:t>
          </a:r>
          <a:endParaRPr lang="en-US" dirty="0"/>
        </a:p>
      </dgm:t>
    </dgm:pt>
    <dgm:pt modelId="{14548D8E-A828-4793-9E1E-F4A4C6E252F4}" type="parTrans" cxnId="{89456A7C-1D2A-423C-9FE3-6DAF64A7A14A}">
      <dgm:prSet/>
      <dgm:spPr/>
      <dgm:t>
        <a:bodyPr/>
        <a:lstStyle/>
        <a:p>
          <a:endParaRPr lang="en-US"/>
        </a:p>
      </dgm:t>
    </dgm:pt>
    <dgm:pt modelId="{442DDF6C-ED21-4FA4-AB84-086364892702}" type="sibTrans" cxnId="{89456A7C-1D2A-423C-9FE3-6DAF64A7A14A}">
      <dgm:prSet/>
      <dgm:spPr/>
      <dgm:t>
        <a:bodyPr/>
        <a:lstStyle/>
        <a:p>
          <a:endParaRPr lang="en-US"/>
        </a:p>
      </dgm:t>
    </dgm:pt>
    <dgm:pt modelId="{375539A2-BB8E-4306-8754-9B33B8C3C7CC}">
      <dgm:prSet/>
      <dgm:spPr>
        <a:solidFill>
          <a:schemeClr val="accent4"/>
        </a:solidFill>
      </dgm:spPr>
      <dgm:t>
        <a:bodyPr/>
        <a:lstStyle/>
        <a:p>
          <a:r>
            <a:rPr lang="fr-FR"/>
            <a:t>Être conscient de ses émotions et savoir les gérer dans un cadre professionnel.</a:t>
          </a:r>
          <a:endParaRPr lang="en-US"/>
        </a:p>
      </dgm:t>
    </dgm:pt>
    <dgm:pt modelId="{42D66745-4E81-4386-9515-5675C9E2C468}" type="parTrans" cxnId="{D12081FF-9741-47B2-A714-D10FFE0A2916}">
      <dgm:prSet/>
      <dgm:spPr/>
      <dgm:t>
        <a:bodyPr/>
        <a:lstStyle/>
        <a:p>
          <a:endParaRPr lang="en-US"/>
        </a:p>
      </dgm:t>
    </dgm:pt>
    <dgm:pt modelId="{432EAF2F-0775-4DDB-9DF5-C543CA9D7B5D}" type="sibTrans" cxnId="{D12081FF-9741-47B2-A714-D10FFE0A2916}">
      <dgm:prSet/>
      <dgm:spPr/>
      <dgm:t>
        <a:bodyPr/>
        <a:lstStyle/>
        <a:p>
          <a:endParaRPr lang="en-US"/>
        </a:p>
      </dgm:t>
    </dgm:pt>
    <dgm:pt modelId="{C9B7B0AE-E249-4C8B-9376-B572501723FF}">
      <dgm:prSet/>
      <dgm:spPr>
        <a:solidFill>
          <a:srgbClr val="00B050"/>
        </a:solidFill>
        <a:ln w="38100">
          <a:solidFill>
            <a:schemeClr val="tx1"/>
          </a:solidFill>
        </a:ln>
      </dgm:spPr>
      <dgm:t>
        <a:bodyPr/>
        <a:lstStyle/>
        <a:p>
          <a:r>
            <a:rPr lang="fr-FR" b="1" dirty="0">
              <a:solidFill>
                <a:schemeClr val="tx1"/>
              </a:solidFill>
            </a:rPr>
            <a:t>Respect de l’autre</a:t>
          </a:r>
          <a:endParaRPr lang="en-US" dirty="0">
            <a:solidFill>
              <a:schemeClr val="tx1"/>
            </a:solidFill>
          </a:endParaRPr>
        </a:p>
      </dgm:t>
    </dgm:pt>
    <dgm:pt modelId="{B0D99598-0D23-4697-94B1-FD8F10E3A07D}" type="parTrans" cxnId="{22CB2FD2-F71D-42E0-8BC8-5E0455077179}">
      <dgm:prSet/>
      <dgm:spPr/>
      <dgm:t>
        <a:bodyPr/>
        <a:lstStyle/>
        <a:p>
          <a:endParaRPr lang="en-US"/>
        </a:p>
      </dgm:t>
    </dgm:pt>
    <dgm:pt modelId="{CAD4B786-D4E9-4FA3-BA93-7C49F3D8A41B}" type="sibTrans" cxnId="{22CB2FD2-F71D-42E0-8BC8-5E0455077179}">
      <dgm:prSet/>
      <dgm:spPr/>
      <dgm:t>
        <a:bodyPr/>
        <a:lstStyle/>
        <a:p>
          <a:endParaRPr lang="en-US"/>
        </a:p>
      </dgm:t>
    </dgm:pt>
    <dgm:pt modelId="{29E5CA52-BAE2-4C12-94D7-92DB3A05BB68}">
      <dgm:prSet/>
      <dgm:spPr>
        <a:solidFill>
          <a:srgbClr val="00B050"/>
        </a:solidFill>
      </dgm:spPr>
      <dgm:t>
        <a:bodyPr/>
        <a:lstStyle/>
        <a:p>
          <a:r>
            <a:rPr lang="fr-FR"/>
            <a:t>Reconnaître et respecter la singularité de chaque personne : ses besoins, son rythme, ses choix.</a:t>
          </a:r>
          <a:endParaRPr lang="en-US"/>
        </a:p>
      </dgm:t>
    </dgm:pt>
    <dgm:pt modelId="{169A0E70-4A58-42FD-87F7-FDA3228F8352}" type="parTrans" cxnId="{3880ECEB-91E7-4A33-9CA1-14B992176751}">
      <dgm:prSet/>
      <dgm:spPr/>
      <dgm:t>
        <a:bodyPr/>
        <a:lstStyle/>
        <a:p>
          <a:endParaRPr lang="en-US"/>
        </a:p>
      </dgm:t>
    </dgm:pt>
    <dgm:pt modelId="{7CEA5789-E3A7-4E3E-8ECD-2533259922E8}" type="sibTrans" cxnId="{3880ECEB-91E7-4A33-9CA1-14B992176751}">
      <dgm:prSet/>
      <dgm:spPr/>
      <dgm:t>
        <a:bodyPr/>
        <a:lstStyle/>
        <a:p>
          <a:endParaRPr lang="en-US"/>
        </a:p>
      </dgm:t>
    </dgm:pt>
    <dgm:pt modelId="{3D04BB15-C236-4B9B-B958-FEBA38C101C1}">
      <dgm:prSet/>
      <dgm:spPr>
        <a:solidFill>
          <a:srgbClr val="00B050"/>
        </a:solidFill>
      </dgm:spPr>
      <dgm:t>
        <a:bodyPr/>
        <a:lstStyle/>
        <a:p>
          <a:r>
            <a:rPr lang="fr-FR"/>
            <a:t>Pratiquer une écoute active et non jugeante pour comprendre la personne dans sa globalité.</a:t>
          </a:r>
          <a:endParaRPr lang="en-US"/>
        </a:p>
      </dgm:t>
    </dgm:pt>
    <dgm:pt modelId="{D71FA151-2B61-4B18-AC0D-DB52FFFB01BC}" type="parTrans" cxnId="{0C962856-43EF-4569-9AE2-68F28E0D11EC}">
      <dgm:prSet/>
      <dgm:spPr/>
      <dgm:t>
        <a:bodyPr/>
        <a:lstStyle/>
        <a:p>
          <a:endParaRPr lang="en-US"/>
        </a:p>
      </dgm:t>
    </dgm:pt>
    <dgm:pt modelId="{716570A1-275B-44B2-AC79-CD4CEF8BA53D}" type="sibTrans" cxnId="{0C962856-43EF-4569-9AE2-68F28E0D11EC}">
      <dgm:prSet/>
      <dgm:spPr/>
      <dgm:t>
        <a:bodyPr/>
        <a:lstStyle/>
        <a:p>
          <a:endParaRPr lang="en-US"/>
        </a:p>
      </dgm:t>
    </dgm:pt>
    <dgm:pt modelId="{1622A9CA-9B2F-4222-9E40-1E219333EDAE}" type="pres">
      <dgm:prSet presAssocID="{15AC75D7-D230-43B2-AF85-B43814CA1ADC}" presName="Name0" presStyleCnt="0">
        <dgm:presLayoutVars>
          <dgm:dir/>
          <dgm:resizeHandles val="exact"/>
        </dgm:presLayoutVars>
      </dgm:prSet>
      <dgm:spPr/>
    </dgm:pt>
    <dgm:pt modelId="{E8B8393E-754D-4E59-9BBB-7FBDE6FA9B54}" type="pres">
      <dgm:prSet presAssocID="{72C68D67-7C16-4E4B-86F8-11702B66BFD5}" presName="node" presStyleLbl="node1" presStyleIdx="0" presStyleCnt="6">
        <dgm:presLayoutVars>
          <dgm:bulletEnabled val="1"/>
        </dgm:presLayoutVars>
      </dgm:prSet>
      <dgm:spPr/>
    </dgm:pt>
    <dgm:pt modelId="{D14D2777-69CF-477F-A79C-CEC4BBCDECD0}" type="pres">
      <dgm:prSet presAssocID="{1E5E99B7-5D34-4B36-8980-3840CEF00A5A}" presName="sibTrans" presStyleLbl="sibTrans1D1" presStyleIdx="0" presStyleCnt="5"/>
      <dgm:spPr/>
    </dgm:pt>
    <dgm:pt modelId="{47282C3A-2222-491E-9285-8ADBF534A139}" type="pres">
      <dgm:prSet presAssocID="{1E5E99B7-5D34-4B36-8980-3840CEF00A5A}" presName="connectorText" presStyleLbl="sibTrans1D1" presStyleIdx="0" presStyleCnt="5"/>
      <dgm:spPr/>
    </dgm:pt>
    <dgm:pt modelId="{5B72D2C3-38B4-48CD-B5BE-1169869B64FA}" type="pres">
      <dgm:prSet presAssocID="{9D62B697-8810-425D-9797-0B8F2E632887}" presName="node" presStyleLbl="node1" presStyleIdx="1" presStyleCnt="6">
        <dgm:presLayoutVars>
          <dgm:bulletEnabled val="1"/>
        </dgm:presLayoutVars>
      </dgm:prSet>
      <dgm:spPr/>
    </dgm:pt>
    <dgm:pt modelId="{162CB8A8-EA5C-4E22-91B3-05618C82EEFA}" type="pres">
      <dgm:prSet presAssocID="{442DDF6C-ED21-4FA4-AB84-086364892702}" presName="sibTrans" presStyleLbl="sibTrans1D1" presStyleIdx="1" presStyleCnt="5"/>
      <dgm:spPr/>
    </dgm:pt>
    <dgm:pt modelId="{8146DC9B-9458-41C6-ABF0-0D3069693737}" type="pres">
      <dgm:prSet presAssocID="{442DDF6C-ED21-4FA4-AB84-086364892702}" presName="connectorText" presStyleLbl="sibTrans1D1" presStyleIdx="1" presStyleCnt="5"/>
      <dgm:spPr/>
    </dgm:pt>
    <dgm:pt modelId="{335F3BE6-1E9E-4594-8B02-21CBE6E58924}" type="pres">
      <dgm:prSet presAssocID="{375539A2-BB8E-4306-8754-9B33B8C3C7CC}" presName="node" presStyleLbl="node1" presStyleIdx="2" presStyleCnt="6">
        <dgm:presLayoutVars>
          <dgm:bulletEnabled val="1"/>
        </dgm:presLayoutVars>
      </dgm:prSet>
      <dgm:spPr/>
    </dgm:pt>
    <dgm:pt modelId="{4E2DD19E-9609-41E6-82F7-887D949E8A59}" type="pres">
      <dgm:prSet presAssocID="{432EAF2F-0775-4DDB-9DF5-C543CA9D7B5D}" presName="sibTrans" presStyleLbl="sibTrans1D1" presStyleIdx="2" presStyleCnt="5"/>
      <dgm:spPr/>
    </dgm:pt>
    <dgm:pt modelId="{4E59CFE2-EB3B-4AE7-98F8-F7B42A9E70EA}" type="pres">
      <dgm:prSet presAssocID="{432EAF2F-0775-4DDB-9DF5-C543CA9D7B5D}" presName="connectorText" presStyleLbl="sibTrans1D1" presStyleIdx="2" presStyleCnt="5"/>
      <dgm:spPr/>
    </dgm:pt>
    <dgm:pt modelId="{4076DC84-D3D7-44C6-AB12-CD75752A0B3B}" type="pres">
      <dgm:prSet presAssocID="{C9B7B0AE-E249-4C8B-9376-B572501723FF}" presName="node" presStyleLbl="node1" presStyleIdx="3" presStyleCnt="6">
        <dgm:presLayoutVars>
          <dgm:bulletEnabled val="1"/>
        </dgm:presLayoutVars>
      </dgm:prSet>
      <dgm:spPr/>
    </dgm:pt>
    <dgm:pt modelId="{C25B8C5C-2A18-468C-B890-561F3F7EB7EF}" type="pres">
      <dgm:prSet presAssocID="{CAD4B786-D4E9-4FA3-BA93-7C49F3D8A41B}" presName="sibTrans" presStyleLbl="sibTrans1D1" presStyleIdx="3" presStyleCnt="5"/>
      <dgm:spPr/>
    </dgm:pt>
    <dgm:pt modelId="{DBDEDEF2-7BF8-4290-8D53-E40D8B31E3DD}" type="pres">
      <dgm:prSet presAssocID="{CAD4B786-D4E9-4FA3-BA93-7C49F3D8A41B}" presName="connectorText" presStyleLbl="sibTrans1D1" presStyleIdx="3" presStyleCnt="5"/>
      <dgm:spPr/>
    </dgm:pt>
    <dgm:pt modelId="{4C78C324-0091-4B01-AE4A-060F130A5DE5}" type="pres">
      <dgm:prSet presAssocID="{29E5CA52-BAE2-4C12-94D7-92DB3A05BB68}" presName="node" presStyleLbl="node1" presStyleIdx="4" presStyleCnt="6">
        <dgm:presLayoutVars>
          <dgm:bulletEnabled val="1"/>
        </dgm:presLayoutVars>
      </dgm:prSet>
      <dgm:spPr/>
    </dgm:pt>
    <dgm:pt modelId="{28442A3D-D19D-43B8-BB3F-4BFF09BAA16F}" type="pres">
      <dgm:prSet presAssocID="{7CEA5789-E3A7-4E3E-8ECD-2533259922E8}" presName="sibTrans" presStyleLbl="sibTrans1D1" presStyleIdx="4" presStyleCnt="5"/>
      <dgm:spPr/>
    </dgm:pt>
    <dgm:pt modelId="{BFD45FD7-24A7-4371-805C-BCC1EA032FBC}" type="pres">
      <dgm:prSet presAssocID="{7CEA5789-E3A7-4E3E-8ECD-2533259922E8}" presName="connectorText" presStyleLbl="sibTrans1D1" presStyleIdx="4" presStyleCnt="5"/>
      <dgm:spPr/>
    </dgm:pt>
    <dgm:pt modelId="{A5B4E2EA-AE6D-4F5F-B603-82C7E1748C04}" type="pres">
      <dgm:prSet presAssocID="{3D04BB15-C236-4B9B-B958-FEBA38C101C1}" presName="node" presStyleLbl="node1" presStyleIdx="5" presStyleCnt="6">
        <dgm:presLayoutVars>
          <dgm:bulletEnabled val="1"/>
        </dgm:presLayoutVars>
      </dgm:prSet>
      <dgm:spPr/>
    </dgm:pt>
  </dgm:ptLst>
  <dgm:cxnLst>
    <dgm:cxn modelId="{B947342B-C533-4FE6-A901-2CE994B11F8D}" type="presOf" srcId="{C9B7B0AE-E249-4C8B-9376-B572501723FF}" destId="{4076DC84-D3D7-44C6-AB12-CD75752A0B3B}" srcOrd="0" destOrd="0" presId="urn:microsoft.com/office/officeart/2016/7/layout/RepeatingBendingProcessNew"/>
    <dgm:cxn modelId="{6B63AF2F-5B9D-45EC-B0A8-333E3DE5395D}" type="presOf" srcId="{3D04BB15-C236-4B9B-B958-FEBA38C101C1}" destId="{A5B4E2EA-AE6D-4F5F-B603-82C7E1748C04}" srcOrd="0" destOrd="0" presId="urn:microsoft.com/office/officeart/2016/7/layout/RepeatingBendingProcessNew"/>
    <dgm:cxn modelId="{499CD163-AC5E-4D4E-9051-63A71C5DEE2E}" type="presOf" srcId="{CAD4B786-D4E9-4FA3-BA93-7C49F3D8A41B}" destId="{DBDEDEF2-7BF8-4290-8D53-E40D8B31E3DD}" srcOrd="1" destOrd="0" presId="urn:microsoft.com/office/officeart/2016/7/layout/RepeatingBendingProcessNew"/>
    <dgm:cxn modelId="{B36D2C6B-FDD5-40EE-8D59-B28174B2720E}" type="presOf" srcId="{CAD4B786-D4E9-4FA3-BA93-7C49F3D8A41B}" destId="{C25B8C5C-2A18-468C-B890-561F3F7EB7EF}" srcOrd="0" destOrd="0" presId="urn:microsoft.com/office/officeart/2016/7/layout/RepeatingBendingProcessNew"/>
    <dgm:cxn modelId="{A5387D6C-172A-4F99-8098-56C3460C510D}" type="presOf" srcId="{9D62B697-8810-425D-9797-0B8F2E632887}" destId="{5B72D2C3-38B4-48CD-B5BE-1169869B64FA}" srcOrd="0" destOrd="0" presId="urn:microsoft.com/office/officeart/2016/7/layout/RepeatingBendingProcessNew"/>
    <dgm:cxn modelId="{D03B7955-F584-4CD8-A23A-138DFC552CB5}" type="presOf" srcId="{442DDF6C-ED21-4FA4-AB84-086364892702}" destId="{8146DC9B-9458-41C6-ABF0-0D3069693737}" srcOrd="1" destOrd="0" presId="urn:microsoft.com/office/officeart/2016/7/layout/RepeatingBendingProcessNew"/>
    <dgm:cxn modelId="{0C962856-43EF-4569-9AE2-68F28E0D11EC}" srcId="{15AC75D7-D230-43B2-AF85-B43814CA1ADC}" destId="{3D04BB15-C236-4B9B-B958-FEBA38C101C1}" srcOrd="5" destOrd="0" parTransId="{D71FA151-2B61-4B18-AC0D-DB52FFFB01BC}" sibTransId="{716570A1-275B-44B2-AC79-CD4CEF8BA53D}"/>
    <dgm:cxn modelId="{03D4C057-CF97-42C6-A197-337156444EF5}" type="presOf" srcId="{432EAF2F-0775-4DDB-9DF5-C543CA9D7B5D}" destId="{4E2DD19E-9609-41E6-82F7-887D949E8A59}" srcOrd="0" destOrd="0" presId="urn:microsoft.com/office/officeart/2016/7/layout/RepeatingBendingProcessNew"/>
    <dgm:cxn modelId="{89456A7C-1D2A-423C-9FE3-6DAF64A7A14A}" srcId="{15AC75D7-D230-43B2-AF85-B43814CA1ADC}" destId="{9D62B697-8810-425D-9797-0B8F2E632887}" srcOrd="1" destOrd="0" parTransId="{14548D8E-A828-4793-9E1E-F4A4C6E252F4}" sibTransId="{442DDF6C-ED21-4FA4-AB84-086364892702}"/>
    <dgm:cxn modelId="{9BBBC980-44E1-4446-96C7-E55AB0A5121A}" type="presOf" srcId="{15AC75D7-D230-43B2-AF85-B43814CA1ADC}" destId="{1622A9CA-9B2F-4222-9E40-1E219333EDAE}" srcOrd="0" destOrd="0" presId="urn:microsoft.com/office/officeart/2016/7/layout/RepeatingBendingProcessNew"/>
    <dgm:cxn modelId="{64E9FCA2-D478-4428-94CD-BF5D47EAF943}" type="presOf" srcId="{7CEA5789-E3A7-4E3E-8ECD-2533259922E8}" destId="{28442A3D-D19D-43B8-BB3F-4BFF09BAA16F}" srcOrd="0" destOrd="0" presId="urn:microsoft.com/office/officeart/2016/7/layout/RepeatingBendingProcessNew"/>
    <dgm:cxn modelId="{5AB183BC-E4F6-4C21-A57F-AEC16C2EAD6A}" type="presOf" srcId="{1E5E99B7-5D34-4B36-8980-3840CEF00A5A}" destId="{D14D2777-69CF-477F-A79C-CEC4BBCDECD0}" srcOrd="0" destOrd="0" presId="urn:microsoft.com/office/officeart/2016/7/layout/RepeatingBendingProcessNew"/>
    <dgm:cxn modelId="{0704DCD0-FDE8-473C-BBF1-230D2582D897}" type="presOf" srcId="{29E5CA52-BAE2-4C12-94D7-92DB3A05BB68}" destId="{4C78C324-0091-4B01-AE4A-060F130A5DE5}" srcOrd="0" destOrd="0" presId="urn:microsoft.com/office/officeart/2016/7/layout/RepeatingBendingProcessNew"/>
    <dgm:cxn modelId="{22CB2FD2-F71D-42E0-8BC8-5E0455077179}" srcId="{15AC75D7-D230-43B2-AF85-B43814CA1ADC}" destId="{C9B7B0AE-E249-4C8B-9376-B572501723FF}" srcOrd="3" destOrd="0" parTransId="{B0D99598-0D23-4697-94B1-FD8F10E3A07D}" sibTransId="{CAD4B786-D4E9-4FA3-BA93-7C49F3D8A41B}"/>
    <dgm:cxn modelId="{144F5FD8-A3E0-4F1F-877A-20D97AA869B1}" srcId="{15AC75D7-D230-43B2-AF85-B43814CA1ADC}" destId="{72C68D67-7C16-4E4B-86F8-11702B66BFD5}" srcOrd="0" destOrd="0" parTransId="{6550AF9F-73AC-4760-9FA0-EE6B04DE85B5}" sibTransId="{1E5E99B7-5D34-4B36-8980-3840CEF00A5A}"/>
    <dgm:cxn modelId="{095ADFDC-9519-4B7D-B00C-26C8AC6EAB97}" type="presOf" srcId="{1E5E99B7-5D34-4B36-8980-3840CEF00A5A}" destId="{47282C3A-2222-491E-9285-8ADBF534A139}" srcOrd="1" destOrd="0" presId="urn:microsoft.com/office/officeart/2016/7/layout/RepeatingBendingProcessNew"/>
    <dgm:cxn modelId="{A78A47E0-42DC-422C-8F4F-80F92FBCCBE5}" type="presOf" srcId="{7CEA5789-E3A7-4E3E-8ECD-2533259922E8}" destId="{BFD45FD7-24A7-4371-805C-BCC1EA032FBC}" srcOrd="1" destOrd="0" presId="urn:microsoft.com/office/officeart/2016/7/layout/RepeatingBendingProcessNew"/>
    <dgm:cxn modelId="{E7F78AE5-183B-4576-9CBD-A7C0F30F4FD1}" type="presOf" srcId="{432EAF2F-0775-4DDB-9DF5-C543CA9D7B5D}" destId="{4E59CFE2-EB3B-4AE7-98F8-F7B42A9E70EA}" srcOrd="1" destOrd="0" presId="urn:microsoft.com/office/officeart/2016/7/layout/RepeatingBendingProcessNew"/>
    <dgm:cxn modelId="{3880ECEB-91E7-4A33-9CA1-14B992176751}" srcId="{15AC75D7-D230-43B2-AF85-B43814CA1ADC}" destId="{29E5CA52-BAE2-4C12-94D7-92DB3A05BB68}" srcOrd="4" destOrd="0" parTransId="{169A0E70-4A58-42FD-87F7-FDA3228F8352}" sibTransId="{7CEA5789-E3A7-4E3E-8ECD-2533259922E8}"/>
    <dgm:cxn modelId="{1FC553F0-2C79-42D0-941D-B824365315DF}" type="presOf" srcId="{442DDF6C-ED21-4FA4-AB84-086364892702}" destId="{162CB8A8-EA5C-4E22-91B3-05618C82EEFA}" srcOrd="0" destOrd="0" presId="urn:microsoft.com/office/officeart/2016/7/layout/RepeatingBendingProcessNew"/>
    <dgm:cxn modelId="{DD6FC1FE-79E1-43A5-A0DC-D94F0CCA2D80}" type="presOf" srcId="{72C68D67-7C16-4E4B-86F8-11702B66BFD5}" destId="{E8B8393E-754D-4E59-9BBB-7FBDE6FA9B54}" srcOrd="0" destOrd="0" presId="urn:microsoft.com/office/officeart/2016/7/layout/RepeatingBendingProcessNew"/>
    <dgm:cxn modelId="{D12081FF-9741-47B2-A714-D10FFE0A2916}" srcId="{15AC75D7-D230-43B2-AF85-B43814CA1ADC}" destId="{375539A2-BB8E-4306-8754-9B33B8C3C7CC}" srcOrd="2" destOrd="0" parTransId="{42D66745-4E81-4386-9515-5675C9E2C468}" sibTransId="{432EAF2F-0775-4DDB-9DF5-C543CA9D7B5D}"/>
    <dgm:cxn modelId="{55AAFEFF-7EEB-4F05-B435-137ED4D57D37}" type="presOf" srcId="{375539A2-BB8E-4306-8754-9B33B8C3C7CC}" destId="{335F3BE6-1E9E-4594-8B02-21CBE6E58924}" srcOrd="0" destOrd="0" presId="urn:microsoft.com/office/officeart/2016/7/layout/RepeatingBendingProcessNew"/>
    <dgm:cxn modelId="{F5D71583-E5BC-4472-8CB2-52766E20F596}" type="presParOf" srcId="{1622A9CA-9B2F-4222-9E40-1E219333EDAE}" destId="{E8B8393E-754D-4E59-9BBB-7FBDE6FA9B54}" srcOrd="0" destOrd="0" presId="urn:microsoft.com/office/officeart/2016/7/layout/RepeatingBendingProcessNew"/>
    <dgm:cxn modelId="{59305837-B915-40AA-93D5-DCB3F37D0613}" type="presParOf" srcId="{1622A9CA-9B2F-4222-9E40-1E219333EDAE}" destId="{D14D2777-69CF-477F-A79C-CEC4BBCDECD0}" srcOrd="1" destOrd="0" presId="urn:microsoft.com/office/officeart/2016/7/layout/RepeatingBendingProcessNew"/>
    <dgm:cxn modelId="{5B8B7419-B438-4952-BB12-5D71B7713851}" type="presParOf" srcId="{D14D2777-69CF-477F-A79C-CEC4BBCDECD0}" destId="{47282C3A-2222-491E-9285-8ADBF534A139}" srcOrd="0" destOrd="0" presId="urn:microsoft.com/office/officeart/2016/7/layout/RepeatingBendingProcessNew"/>
    <dgm:cxn modelId="{36E51B37-4D5C-4D03-B17E-0BF56EFE2735}" type="presParOf" srcId="{1622A9CA-9B2F-4222-9E40-1E219333EDAE}" destId="{5B72D2C3-38B4-48CD-B5BE-1169869B64FA}" srcOrd="2" destOrd="0" presId="urn:microsoft.com/office/officeart/2016/7/layout/RepeatingBendingProcessNew"/>
    <dgm:cxn modelId="{4DCC7384-FD4A-4952-B08E-CF486605466D}" type="presParOf" srcId="{1622A9CA-9B2F-4222-9E40-1E219333EDAE}" destId="{162CB8A8-EA5C-4E22-91B3-05618C82EEFA}" srcOrd="3" destOrd="0" presId="urn:microsoft.com/office/officeart/2016/7/layout/RepeatingBendingProcessNew"/>
    <dgm:cxn modelId="{D35A3F00-A064-4991-81ED-876877E23A70}" type="presParOf" srcId="{162CB8A8-EA5C-4E22-91B3-05618C82EEFA}" destId="{8146DC9B-9458-41C6-ABF0-0D3069693737}" srcOrd="0" destOrd="0" presId="urn:microsoft.com/office/officeart/2016/7/layout/RepeatingBendingProcessNew"/>
    <dgm:cxn modelId="{4D35DCBD-5211-4C1E-A048-C09D52AA4927}" type="presParOf" srcId="{1622A9CA-9B2F-4222-9E40-1E219333EDAE}" destId="{335F3BE6-1E9E-4594-8B02-21CBE6E58924}" srcOrd="4" destOrd="0" presId="urn:microsoft.com/office/officeart/2016/7/layout/RepeatingBendingProcessNew"/>
    <dgm:cxn modelId="{0DD902AA-38E2-492C-BE50-E7A7F66CA268}" type="presParOf" srcId="{1622A9CA-9B2F-4222-9E40-1E219333EDAE}" destId="{4E2DD19E-9609-41E6-82F7-887D949E8A59}" srcOrd="5" destOrd="0" presId="urn:microsoft.com/office/officeart/2016/7/layout/RepeatingBendingProcessNew"/>
    <dgm:cxn modelId="{BD1ACB1F-5247-4306-BDAE-1A0447DF813D}" type="presParOf" srcId="{4E2DD19E-9609-41E6-82F7-887D949E8A59}" destId="{4E59CFE2-EB3B-4AE7-98F8-F7B42A9E70EA}" srcOrd="0" destOrd="0" presId="urn:microsoft.com/office/officeart/2016/7/layout/RepeatingBendingProcessNew"/>
    <dgm:cxn modelId="{B2471AC3-E900-4EFF-B5E1-170D116AF978}" type="presParOf" srcId="{1622A9CA-9B2F-4222-9E40-1E219333EDAE}" destId="{4076DC84-D3D7-44C6-AB12-CD75752A0B3B}" srcOrd="6" destOrd="0" presId="urn:microsoft.com/office/officeart/2016/7/layout/RepeatingBendingProcessNew"/>
    <dgm:cxn modelId="{5FEC966E-E75E-4AAC-9E79-AEC21A1D48DF}" type="presParOf" srcId="{1622A9CA-9B2F-4222-9E40-1E219333EDAE}" destId="{C25B8C5C-2A18-468C-B890-561F3F7EB7EF}" srcOrd="7" destOrd="0" presId="urn:microsoft.com/office/officeart/2016/7/layout/RepeatingBendingProcessNew"/>
    <dgm:cxn modelId="{D21E77FD-21E4-48DD-9A22-CAD54830728A}" type="presParOf" srcId="{C25B8C5C-2A18-468C-B890-561F3F7EB7EF}" destId="{DBDEDEF2-7BF8-4290-8D53-E40D8B31E3DD}" srcOrd="0" destOrd="0" presId="urn:microsoft.com/office/officeart/2016/7/layout/RepeatingBendingProcessNew"/>
    <dgm:cxn modelId="{DB4A0826-5256-424F-9352-2952F6439728}" type="presParOf" srcId="{1622A9CA-9B2F-4222-9E40-1E219333EDAE}" destId="{4C78C324-0091-4B01-AE4A-060F130A5DE5}" srcOrd="8" destOrd="0" presId="urn:microsoft.com/office/officeart/2016/7/layout/RepeatingBendingProcessNew"/>
    <dgm:cxn modelId="{F63249E9-0808-4437-A39E-DCCA2362280C}" type="presParOf" srcId="{1622A9CA-9B2F-4222-9E40-1E219333EDAE}" destId="{28442A3D-D19D-43B8-BB3F-4BFF09BAA16F}" srcOrd="9" destOrd="0" presId="urn:microsoft.com/office/officeart/2016/7/layout/RepeatingBendingProcessNew"/>
    <dgm:cxn modelId="{127B19D7-E7E4-45A8-B39A-0CA1470E2B5B}" type="presParOf" srcId="{28442A3D-D19D-43B8-BB3F-4BFF09BAA16F}" destId="{BFD45FD7-24A7-4371-805C-BCC1EA032FBC}" srcOrd="0" destOrd="0" presId="urn:microsoft.com/office/officeart/2016/7/layout/RepeatingBendingProcessNew"/>
    <dgm:cxn modelId="{7FE615AA-7B18-4F24-B21B-23653CF8E551}" type="presParOf" srcId="{1622A9CA-9B2F-4222-9E40-1E219333EDAE}" destId="{A5B4E2EA-AE6D-4F5F-B603-82C7E1748C04}"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CCA71459-A039-4E7C-9C33-6C3B4BF0B9BA}" type="doc">
      <dgm:prSet loTypeId="urn:microsoft.com/office/officeart/2016/7/layout/RepeatingBendingProcessNew" loCatId="process" qsTypeId="urn:microsoft.com/office/officeart/2005/8/quickstyle/simple1" qsCatId="simple" csTypeId="urn:microsoft.com/office/officeart/2005/8/colors/colorful2" csCatId="colorful" phldr="1"/>
      <dgm:spPr/>
      <dgm:t>
        <a:bodyPr/>
        <a:lstStyle/>
        <a:p>
          <a:endParaRPr lang="en-US"/>
        </a:p>
      </dgm:t>
    </dgm:pt>
    <dgm:pt modelId="{B5060401-F136-4E31-BDA7-2A6694A85EDB}">
      <dgm:prSet/>
      <dgm:spPr>
        <a:solidFill>
          <a:schemeClr val="bg2"/>
        </a:solidFill>
        <a:ln w="38100"/>
      </dgm:spPr>
      <dgm:t>
        <a:bodyPr/>
        <a:lstStyle/>
        <a:p>
          <a:r>
            <a:rPr lang="fr-FR" b="1" dirty="0">
              <a:solidFill>
                <a:schemeClr val="tx1"/>
              </a:solidFill>
            </a:rPr>
            <a:t>Neutralité bienveillante</a:t>
          </a:r>
          <a:endParaRPr lang="en-US" dirty="0">
            <a:solidFill>
              <a:schemeClr val="tx1"/>
            </a:solidFill>
          </a:endParaRPr>
        </a:p>
      </dgm:t>
    </dgm:pt>
    <dgm:pt modelId="{6356D322-4526-4AE0-9CA4-5374BB4C281C}" type="parTrans" cxnId="{6796DDBD-5BC0-4B68-BC3E-8901FB16D9C9}">
      <dgm:prSet/>
      <dgm:spPr/>
      <dgm:t>
        <a:bodyPr/>
        <a:lstStyle/>
        <a:p>
          <a:endParaRPr lang="en-US"/>
        </a:p>
      </dgm:t>
    </dgm:pt>
    <dgm:pt modelId="{A6C405BC-3D5E-4E34-A6FF-B6407DDEA531}" type="sibTrans" cxnId="{6796DDBD-5BC0-4B68-BC3E-8901FB16D9C9}">
      <dgm:prSet/>
      <dgm:spPr/>
      <dgm:t>
        <a:bodyPr/>
        <a:lstStyle/>
        <a:p>
          <a:endParaRPr lang="en-US"/>
        </a:p>
      </dgm:t>
    </dgm:pt>
    <dgm:pt modelId="{391BAD8D-B4D9-4B22-8B30-655CAD97223B}">
      <dgm:prSet/>
      <dgm:spPr>
        <a:solidFill>
          <a:schemeClr val="bg2"/>
        </a:solidFill>
      </dgm:spPr>
      <dgm:t>
        <a:bodyPr/>
        <a:lstStyle/>
        <a:p>
          <a:r>
            <a:rPr lang="fr-FR"/>
            <a:t>Adopter une posture équilibrée entre empathie et distance professionnelle.</a:t>
          </a:r>
          <a:endParaRPr lang="en-US"/>
        </a:p>
      </dgm:t>
    </dgm:pt>
    <dgm:pt modelId="{9A12F200-9925-40E1-830F-FCE1EBD6945A}" type="parTrans" cxnId="{AE85C2B9-7249-445B-8C2B-92D22E9C7C53}">
      <dgm:prSet/>
      <dgm:spPr/>
      <dgm:t>
        <a:bodyPr/>
        <a:lstStyle/>
        <a:p>
          <a:endParaRPr lang="en-US"/>
        </a:p>
      </dgm:t>
    </dgm:pt>
    <dgm:pt modelId="{07961407-87DF-44FD-A156-A18B360C8E3C}" type="sibTrans" cxnId="{AE85C2B9-7249-445B-8C2B-92D22E9C7C53}">
      <dgm:prSet/>
      <dgm:spPr/>
      <dgm:t>
        <a:bodyPr/>
        <a:lstStyle/>
        <a:p>
          <a:endParaRPr lang="en-US"/>
        </a:p>
      </dgm:t>
    </dgm:pt>
    <dgm:pt modelId="{3BD0032E-16F9-4A01-90D1-92F30B04AA13}">
      <dgm:prSet/>
      <dgm:spPr>
        <a:solidFill>
          <a:schemeClr val="bg2"/>
        </a:solidFill>
      </dgm:spPr>
      <dgm:t>
        <a:bodyPr/>
        <a:lstStyle/>
        <a:p>
          <a:r>
            <a:rPr lang="fr-FR"/>
            <a:t>Éviter les attitudes paternalistes ou intrusives.</a:t>
          </a:r>
          <a:endParaRPr lang="en-US"/>
        </a:p>
      </dgm:t>
    </dgm:pt>
    <dgm:pt modelId="{69E23667-5F8C-4D63-B7D9-9E9403658F75}" type="parTrans" cxnId="{4A53F864-4B95-449F-A89F-558B6F92FEF9}">
      <dgm:prSet/>
      <dgm:spPr/>
      <dgm:t>
        <a:bodyPr/>
        <a:lstStyle/>
        <a:p>
          <a:endParaRPr lang="en-US"/>
        </a:p>
      </dgm:t>
    </dgm:pt>
    <dgm:pt modelId="{02EF415C-8EEC-4ACB-BCAD-BC6CAEA22602}" type="sibTrans" cxnId="{4A53F864-4B95-449F-A89F-558B6F92FEF9}">
      <dgm:prSet/>
      <dgm:spPr/>
      <dgm:t>
        <a:bodyPr/>
        <a:lstStyle/>
        <a:p>
          <a:endParaRPr lang="en-US"/>
        </a:p>
      </dgm:t>
    </dgm:pt>
    <dgm:pt modelId="{5ECFFB7B-3E36-4102-B440-995000F5C2C8}">
      <dgm:prSet/>
      <dgm:spPr>
        <a:solidFill>
          <a:srgbClr val="CC0000"/>
        </a:solidFill>
        <a:ln w="38100"/>
      </dgm:spPr>
      <dgm:t>
        <a:bodyPr/>
        <a:lstStyle/>
        <a:p>
          <a:r>
            <a:rPr lang="fr-FR" b="1" dirty="0">
              <a:solidFill>
                <a:schemeClr val="tx1"/>
              </a:solidFill>
            </a:rPr>
            <a:t>Responsabilité et professionnalisme</a:t>
          </a:r>
          <a:endParaRPr lang="en-US" dirty="0">
            <a:solidFill>
              <a:schemeClr val="tx1"/>
            </a:solidFill>
          </a:endParaRPr>
        </a:p>
      </dgm:t>
    </dgm:pt>
    <dgm:pt modelId="{8030A157-016A-4EFC-A912-BDB73A7B634D}" type="parTrans" cxnId="{C9138891-035B-48F3-9281-99C035552ADA}">
      <dgm:prSet/>
      <dgm:spPr/>
      <dgm:t>
        <a:bodyPr/>
        <a:lstStyle/>
        <a:p>
          <a:endParaRPr lang="en-US"/>
        </a:p>
      </dgm:t>
    </dgm:pt>
    <dgm:pt modelId="{65AB74EF-7A25-4428-91E1-35D03E88DAD9}" type="sibTrans" cxnId="{C9138891-035B-48F3-9281-99C035552ADA}">
      <dgm:prSet/>
      <dgm:spPr/>
      <dgm:t>
        <a:bodyPr/>
        <a:lstStyle/>
        <a:p>
          <a:endParaRPr lang="en-US"/>
        </a:p>
      </dgm:t>
    </dgm:pt>
    <dgm:pt modelId="{D4A74942-B586-45EB-B31F-133BD58C0603}">
      <dgm:prSet/>
      <dgm:spPr>
        <a:solidFill>
          <a:srgbClr val="CC0000"/>
        </a:solidFill>
      </dgm:spPr>
      <dgm:t>
        <a:bodyPr/>
        <a:lstStyle/>
        <a:p>
          <a:r>
            <a:rPr lang="fr-FR"/>
            <a:t>Assumer ses actes et décisions dans une démarche de bientraitance.</a:t>
          </a:r>
          <a:endParaRPr lang="en-US"/>
        </a:p>
      </dgm:t>
    </dgm:pt>
    <dgm:pt modelId="{2873A6BB-4670-4A5F-AA39-AA36950DDB6C}" type="parTrans" cxnId="{9E8C6029-40BD-406D-B932-DFBC18743E33}">
      <dgm:prSet/>
      <dgm:spPr/>
      <dgm:t>
        <a:bodyPr/>
        <a:lstStyle/>
        <a:p>
          <a:endParaRPr lang="en-US"/>
        </a:p>
      </dgm:t>
    </dgm:pt>
    <dgm:pt modelId="{1CAD9AB5-7C5B-4CEF-A57D-63E2B8720B1B}" type="sibTrans" cxnId="{9E8C6029-40BD-406D-B932-DFBC18743E33}">
      <dgm:prSet/>
      <dgm:spPr/>
      <dgm:t>
        <a:bodyPr/>
        <a:lstStyle/>
        <a:p>
          <a:endParaRPr lang="en-US"/>
        </a:p>
      </dgm:t>
    </dgm:pt>
    <dgm:pt modelId="{359F12DF-D527-47AC-B9BF-4D0355ACB06A}">
      <dgm:prSet/>
      <dgm:spPr>
        <a:solidFill>
          <a:srgbClr val="CC0000"/>
        </a:solidFill>
      </dgm:spPr>
      <dgm:t>
        <a:bodyPr/>
        <a:lstStyle/>
        <a:p>
          <a:r>
            <a:rPr lang="fr-FR" dirty="0"/>
            <a:t>S'appuyer sur les bonnes pratiques, la législation et les recommandations professionnelles (HAS, SFGG, etc.).</a:t>
          </a:r>
          <a:endParaRPr lang="en-US" dirty="0"/>
        </a:p>
      </dgm:t>
    </dgm:pt>
    <dgm:pt modelId="{7BFA59EB-3577-4EB6-B454-C08A7D189A97}" type="parTrans" cxnId="{B1B5F500-34B5-44F3-981A-B1F1F57DFF8D}">
      <dgm:prSet/>
      <dgm:spPr/>
      <dgm:t>
        <a:bodyPr/>
        <a:lstStyle/>
        <a:p>
          <a:endParaRPr lang="en-US"/>
        </a:p>
      </dgm:t>
    </dgm:pt>
    <dgm:pt modelId="{5EC691F5-5DBE-47DE-BA40-74932586899F}" type="sibTrans" cxnId="{B1B5F500-34B5-44F3-981A-B1F1F57DFF8D}">
      <dgm:prSet/>
      <dgm:spPr/>
      <dgm:t>
        <a:bodyPr/>
        <a:lstStyle/>
        <a:p>
          <a:endParaRPr lang="en-US"/>
        </a:p>
      </dgm:t>
    </dgm:pt>
    <dgm:pt modelId="{6043865E-E399-40C9-B08F-4987C193B1FF}">
      <dgm:prSet/>
      <dgm:spPr>
        <a:solidFill>
          <a:srgbClr val="00B0F0"/>
        </a:solidFill>
        <a:ln w="38100"/>
      </dgm:spPr>
      <dgm:t>
        <a:bodyPr/>
        <a:lstStyle/>
        <a:p>
          <a:r>
            <a:rPr lang="fr-FR" b="1" dirty="0">
              <a:solidFill>
                <a:schemeClr val="tx1"/>
              </a:solidFill>
            </a:rPr>
            <a:t>Collaboration avec l’équipe et l’entourage</a:t>
          </a:r>
          <a:endParaRPr lang="en-US" dirty="0">
            <a:solidFill>
              <a:schemeClr val="tx1"/>
            </a:solidFill>
          </a:endParaRPr>
        </a:p>
      </dgm:t>
    </dgm:pt>
    <dgm:pt modelId="{6023B59B-E82A-4D90-A5FD-CA06005D2439}" type="parTrans" cxnId="{82C90FA7-DB08-46D3-A04D-7C049AA68973}">
      <dgm:prSet/>
      <dgm:spPr/>
      <dgm:t>
        <a:bodyPr/>
        <a:lstStyle/>
        <a:p>
          <a:endParaRPr lang="en-US"/>
        </a:p>
      </dgm:t>
    </dgm:pt>
    <dgm:pt modelId="{17FD9C11-38B9-4088-A38F-52A136899BE5}" type="sibTrans" cxnId="{82C90FA7-DB08-46D3-A04D-7C049AA68973}">
      <dgm:prSet/>
      <dgm:spPr/>
      <dgm:t>
        <a:bodyPr/>
        <a:lstStyle/>
        <a:p>
          <a:endParaRPr lang="en-US"/>
        </a:p>
      </dgm:t>
    </dgm:pt>
    <dgm:pt modelId="{E48028A4-C427-4C52-A32D-761DE2D15790}">
      <dgm:prSet/>
      <dgm:spPr>
        <a:solidFill>
          <a:srgbClr val="00B0F0"/>
        </a:solidFill>
      </dgm:spPr>
      <dgm:t>
        <a:bodyPr/>
        <a:lstStyle/>
        <a:p>
          <a:r>
            <a:rPr lang="fr-FR"/>
            <a:t>Travailler en cohérence avec les autres professionnels pour offrir une réponse collective et coordonnée.</a:t>
          </a:r>
          <a:endParaRPr lang="en-US"/>
        </a:p>
      </dgm:t>
    </dgm:pt>
    <dgm:pt modelId="{76D9675E-D07B-4D9C-96A8-482D4D3D8479}" type="parTrans" cxnId="{9B63C31A-1B01-4D46-96ED-3E4F091CA1FB}">
      <dgm:prSet/>
      <dgm:spPr/>
      <dgm:t>
        <a:bodyPr/>
        <a:lstStyle/>
        <a:p>
          <a:endParaRPr lang="en-US"/>
        </a:p>
      </dgm:t>
    </dgm:pt>
    <dgm:pt modelId="{2DAD3A53-9173-41FF-81B3-48250FB842EA}" type="sibTrans" cxnId="{9B63C31A-1B01-4D46-96ED-3E4F091CA1FB}">
      <dgm:prSet/>
      <dgm:spPr/>
      <dgm:t>
        <a:bodyPr/>
        <a:lstStyle/>
        <a:p>
          <a:endParaRPr lang="en-US"/>
        </a:p>
      </dgm:t>
    </dgm:pt>
    <dgm:pt modelId="{E4550EE9-AFA5-42EE-AB7D-A2B256303874}">
      <dgm:prSet/>
      <dgm:spPr>
        <a:solidFill>
          <a:srgbClr val="00B0F0"/>
        </a:solidFill>
      </dgm:spPr>
      <dgm:t>
        <a:bodyPr/>
        <a:lstStyle/>
        <a:p>
          <a:r>
            <a:rPr lang="fr-FR"/>
            <a:t>Respecter le rôle et les responsabilités de chaque acteur dans la prise en charge.</a:t>
          </a:r>
          <a:endParaRPr lang="en-US"/>
        </a:p>
      </dgm:t>
    </dgm:pt>
    <dgm:pt modelId="{BEB82431-AD4D-4501-A3BE-FCA113CE10CB}" type="parTrans" cxnId="{FD43BE46-EA3B-4035-8E1A-4C72875C2C3D}">
      <dgm:prSet/>
      <dgm:spPr/>
      <dgm:t>
        <a:bodyPr/>
        <a:lstStyle/>
        <a:p>
          <a:endParaRPr lang="en-US"/>
        </a:p>
      </dgm:t>
    </dgm:pt>
    <dgm:pt modelId="{4D584DF0-24A4-475C-B0DA-3EECDCAAAFBB}" type="sibTrans" cxnId="{FD43BE46-EA3B-4035-8E1A-4C72875C2C3D}">
      <dgm:prSet/>
      <dgm:spPr/>
      <dgm:t>
        <a:bodyPr/>
        <a:lstStyle/>
        <a:p>
          <a:endParaRPr lang="en-US"/>
        </a:p>
      </dgm:t>
    </dgm:pt>
    <dgm:pt modelId="{B4E699BB-37A2-4B84-B54B-3AB1B2D6665C}" type="pres">
      <dgm:prSet presAssocID="{CCA71459-A039-4E7C-9C33-6C3B4BF0B9BA}" presName="Name0" presStyleCnt="0">
        <dgm:presLayoutVars>
          <dgm:dir/>
          <dgm:resizeHandles val="exact"/>
        </dgm:presLayoutVars>
      </dgm:prSet>
      <dgm:spPr/>
    </dgm:pt>
    <dgm:pt modelId="{C2831B4E-57DA-4A40-861D-B546936CA7A2}" type="pres">
      <dgm:prSet presAssocID="{B5060401-F136-4E31-BDA7-2A6694A85EDB}" presName="node" presStyleLbl="node1" presStyleIdx="0" presStyleCnt="9">
        <dgm:presLayoutVars>
          <dgm:bulletEnabled val="1"/>
        </dgm:presLayoutVars>
      </dgm:prSet>
      <dgm:spPr/>
    </dgm:pt>
    <dgm:pt modelId="{E7045381-2D66-4016-B2B1-741EFFE2F21B}" type="pres">
      <dgm:prSet presAssocID="{A6C405BC-3D5E-4E34-A6FF-B6407DDEA531}" presName="sibTrans" presStyleLbl="sibTrans1D1" presStyleIdx="0" presStyleCnt="8"/>
      <dgm:spPr/>
    </dgm:pt>
    <dgm:pt modelId="{8DCD0B5D-3F1D-4ED7-A4AA-43FE1C069962}" type="pres">
      <dgm:prSet presAssocID="{A6C405BC-3D5E-4E34-A6FF-B6407DDEA531}" presName="connectorText" presStyleLbl="sibTrans1D1" presStyleIdx="0" presStyleCnt="8"/>
      <dgm:spPr/>
    </dgm:pt>
    <dgm:pt modelId="{89F320A1-598E-4036-A26A-8E95A3BCFC27}" type="pres">
      <dgm:prSet presAssocID="{391BAD8D-B4D9-4B22-8B30-655CAD97223B}" presName="node" presStyleLbl="node1" presStyleIdx="1" presStyleCnt="9">
        <dgm:presLayoutVars>
          <dgm:bulletEnabled val="1"/>
        </dgm:presLayoutVars>
      </dgm:prSet>
      <dgm:spPr/>
    </dgm:pt>
    <dgm:pt modelId="{E04D8646-B582-4768-A16E-ABF71ECF8D74}" type="pres">
      <dgm:prSet presAssocID="{07961407-87DF-44FD-A156-A18B360C8E3C}" presName="sibTrans" presStyleLbl="sibTrans1D1" presStyleIdx="1" presStyleCnt="8"/>
      <dgm:spPr/>
    </dgm:pt>
    <dgm:pt modelId="{CFD38306-EEBD-4448-A191-1871C985D880}" type="pres">
      <dgm:prSet presAssocID="{07961407-87DF-44FD-A156-A18B360C8E3C}" presName="connectorText" presStyleLbl="sibTrans1D1" presStyleIdx="1" presStyleCnt="8"/>
      <dgm:spPr/>
    </dgm:pt>
    <dgm:pt modelId="{A87E557C-A36D-4FEC-8581-DBA0B800909C}" type="pres">
      <dgm:prSet presAssocID="{3BD0032E-16F9-4A01-90D1-92F30B04AA13}" presName="node" presStyleLbl="node1" presStyleIdx="2" presStyleCnt="9">
        <dgm:presLayoutVars>
          <dgm:bulletEnabled val="1"/>
        </dgm:presLayoutVars>
      </dgm:prSet>
      <dgm:spPr/>
    </dgm:pt>
    <dgm:pt modelId="{6D571677-621B-4854-888F-55010C748B1F}" type="pres">
      <dgm:prSet presAssocID="{02EF415C-8EEC-4ACB-BCAD-BC6CAEA22602}" presName="sibTrans" presStyleLbl="sibTrans1D1" presStyleIdx="2" presStyleCnt="8"/>
      <dgm:spPr/>
    </dgm:pt>
    <dgm:pt modelId="{4A5D0A0B-B8E6-4B15-9F78-7DA2BA149799}" type="pres">
      <dgm:prSet presAssocID="{02EF415C-8EEC-4ACB-BCAD-BC6CAEA22602}" presName="connectorText" presStyleLbl="sibTrans1D1" presStyleIdx="2" presStyleCnt="8"/>
      <dgm:spPr/>
    </dgm:pt>
    <dgm:pt modelId="{387681EA-2C7E-4B36-8B24-1C7D107397F9}" type="pres">
      <dgm:prSet presAssocID="{5ECFFB7B-3E36-4102-B440-995000F5C2C8}" presName="node" presStyleLbl="node1" presStyleIdx="3" presStyleCnt="9">
        <dgm:presLayoutVars>
          <dgm:bulletEnabled val="1"/>
        </dgm:presLayoutVars>
      </dgm:prSet>
      <dgm:spPr/>
    </dgm:pt>
    <dgm:pt modelId="{765892A2-ABD0-4B97-AF69-FDEB57ECFE6D}" type="pres">
      <dgm:prSet presAssocID="{65AB74EF-7A25-4428-91E1-35D03E88DAD9}" presName="sibTrans" presStyleLbl="sibTrans1D1" presStyleIdx="3" presStyleCnt="8"/>
      <dgm:spPr/>
    </dgm:pt>
    <dgm:pt modelId="{90A99ADF-3BA4-4016-B001-5981D02C11CE}" type="pres">
      <dgm:prSet presAssocID="{65AB74EF-7A25-4428-91E1-35D03E88DAD9}" presName="connectorText" presStyleLbl="sibTrans1D1" presStyleIdx="3" presStyleCnt="8"/>
      <dgm:spPr/>
    </dgm:pt>
    <dgm:pt modelId="{B023DA95-72E3-4017-BDE1-39A38B65B994}" type="pres">
      <dgm:prSet presAssocID="{D4A74942-B586-45EB-B31F-133BD58C0603}" presName="node" presStyleLbl="node1" presStyleIdx="4" presStyleCnt="9">
        <dgm:presLayoutVars>
          <dgm:bulletEnabled val="1"/>
        </dgm:presLayoutVars>
      </dgm:prSet>
      <dgm:spPr/>
    </dgm:pt>
    <dgm:pt modelId="{A08243FA-A924-447A-A838-E992C2614EE3}" type="pres">
      <dgm:prSet presAssocID="{1CAD9AB5-7C5B-4CEF-A57D-63E2B8720B1B}" presName="sibTrans" presStyleLbl="sibTrans1D1" presStyleIdx="4" presStyleCnt="8"/>
      <dgm:spPr/>
    </dgm:pt>
    <dgm:pt modelId="{ECF65AA4-5283-49AF-9DBB-4E3BFC10D025}" type="pres">
      <dgm:prSet presAssocID="{1CAD9AB5-7C5B-4CEF-A57D-63E2B8720B1B}" presName="connectorText" presStyleLbl="sibTrans1D1" presStyleIdx="4" presStyleCnt="8"/>
      <dgm:spPr/>
    </dgm:pt>
    <dgm:pt modelId="{A08D7CBD-B421-488F-9B25-4F58449DBC53}" type="pres">
      <dgm:prSet presAssocID="{359F12DF-D527-47AC-B9BF-4D0355ACB06A}" presName="node" presStyleLbl="node1" presStyleIdx="5" presStyleCnt="9">
        <dgm:presLayoutVars>
          <dgm:bulletEnabled val="1"/>
        </dgm:presLayoutVars>
      </dgm:prSet>
      <dgm:spPr/>
    </dgm:pt>
    <dgm:pt modelId="{D182B6B9-747C-49F9-9B28-2693F59ACDA2}" type="pres">
      <dgm:prSet presAssocID="{5EC691F5-5DBE-47DE-BA40-74932586899F}" presName="sibTrans" presStyleLbl="sibTrans1D1" presStyleIdx="5" presStyleCnt="8"/>
      <dgm:spPr/>
    </dgm:pt>
    <dgm:pt modelId="{7A646367-0D53-4575-BB07-072F5C4EED82}" type="pres">
      <dgm:prSet presAssocID="{5EC691F5-5DBE-47DE-BA40-74932586899F}" presName="connectorText" presStyleLbl="sibTrans1D1" presStyleIdx="5" presStyleCnt="8"/>
      <dgm:spPr/>
    </dgm:pt>
    <dgm:pt modelId="{786B279F-31C4-41D0-B828-07BF137E901E}" type="pres">
      <dgm:prSet presAssocID="{6043865E-E399-40C9-B08F-4987C193B1FF}" presName="node" presStyleLbl="node1" presStyleIdx="6" presStyleCnt="9">
        <dgm:presLayoutVars>
          <dgm:bulletEnabled val="1"/>
        </dgm:presLayoutVars>
      </dgm:prSet>
      <dgm:spPr/>
    </dgm:pt>
    <dgm:pt modelId="{487FFFE7-6874-4233-8E37-59E81DBA24BD}" type="pres">
      <dgm:prSet presAssocID="{17FD9C11-38B9-4088-A38F-52A136899BE5}" presName="sibTrans" presStyleLbl="sibTrans1D1" presStyleIdx="6" presStyleCnt="8"/>
      <dgm:spPr/>
    </dgm:pt>
    <dgm:pt modelId="{E7E49076-0F22-4E4B-985A-1830F7208338}" type="pres">
      <dgm:prSet presAssocID="{17FD9C11-38B9-4088-A38F-52A136899BE5}" presName="connectorText" presStyleLbl="sibTrans1D1" presStyleIdx="6" presStyleCnt="8"/>
      <dgm:spPr/>
    </dgm:pt>
    <dgm:pt modelId="{5921CA6B-78A2-483B-80C2-D1B2D72642D5}" type="pres">
      <dgm:prSet presAssocID="{E48028A4-C427-4C52-A32D-761DE2D15790}" presName="node" presStyleLbl="node1" presStyleIdx="7" presStyleCnt="9">
        <dgm:presLayoutVars>
          <dgm:bulletEnabled val="1"/>
        </dgm:presLayoutVars>
      </dgm:prSet>
      <dgm:spPr/>
    </dgm:pt>
    <dgm:pt modelId="{F70710BC-C7E2-4F1A-AE26-DB0B2CA554D0}" type="pres">
      <dgm:prSet presAssocID="{2DAD3A53-9173-41FF-81B3-48250FB842EA}" presName="sibTrans" presStyleLbl="sibTrans1D1" presStyleIdx="7" presStyleCnt="8"/>
      <dgm:spPr/>
    </dgm:pt>
    <dgm:pt modelId="{07C18272-1260-4912-89C9-C218DDB7424E}" type="pres">
      <dgm:prSet presAssocID="{2DAD3A53-9173-41FF-81B3-48250FB842EA}" presName="connectorText" presStyleLbl="sibTrans1D1" presStyleIdx="7" presStyleCnt="8"/>
      <dgm:spPr/>
    </dgm:pt>
    <dgm:pt modelId="{663F3104-4D3D-48BC-9C69-FA698AEA5B33}" type="pres">
      <dgm:prSet presAssocID="{E4550EE9-AFA5-42EE-AB7D-A2B256303874}" presName="node" presStyleLbl="node1" presStyleIdx="8" presStyleCnt="9">
        <dgm:presLayoutVars>
          <dgm:bulletEnabled val="1"/>
        </dgm:presLayoutVars>
      </dgm:prSet>
      <dgm:spPr/>
    </dgm:pt>
  </dgm:ptLst>
  <dgm:cxnLst>
    <dgm:cxn modelId="{B1B5F500-34B5-44F3-981A-B1F1F57DFF8D}" srcId="{CCA71459-A039-4E7C-9C33-6C3B4BF0B9BA}" destId="{359F12DF-D527-47AC-B9BF-4D0355ACB06A}" srcOrd="5" destOrd="0" parTransId="{7BFA59EB-3577-4EB6-B454-C08A7D189A97}" sibTransId="{5EC691F5-5DBE-47DE-BA40-74932586899F}"/>
    <dgm:cxn modelId="{31B09A03-E75C-4CC5-A92A-16A8EDE5B6B5}" type="presOf" srcId="{65AB74EF-7A25-4428-91E1-35D03E88DAD9}" destId="{765892A2-ABD0-4B97-AF69-FDEB57ECFE6D}" srcOrd="0" destOrd="0" presId="urn:microsoft.com/office/officeart/2016/7/layout/RepeatingBendingProcessNew"/>
    <dgm:cxn modelId="{74031E0C-C4AE-4408-86F1-C2E6E13A218B}" type="presOf" srcId="{2DAD3A53-9173-41FF-81B3-48250FB842EA}" destId="{07C18272-1260-4912-89C9-C218DDB7424E}" srcOrd="1" destOrd="0" presId="urn:microsoft.com/office/officeart/2016/7/layout/RepeatingBendingProcessNew"/>
    <dgm:cxn modelId="{47029411-E28E-4492-A1E9-4A8F00697396}" type="presOf" srcId="{65AB74EF-7A25-4428-91E1-35D03E88DAD9}" destId="{90A99ADF-3BA4-4016-B001-5981D02C11CE}" srcOrd="1" destOrd="0" presId="urn:microsoft.com/office/officeart/2016/7/layout/RepeatingBendingProcessNew"/>
    <dgm:cxn modelId="{9B63C31A-1B01-4D46-96ED-3E4F091CA1FB}" srcId="{CCA71459-A039-4E7C-9C33-6C3B4BF0B9BA}" destId="{E48028A4-C427-4C52-A32D-761DE2D15790}" srcOrd="7" destOrd="0" parTransId="{76D9675E-D07B-4D9C-96A8-482D4D3D8479}" sibTransId="{2DAD3A53-9173-41FF-81B3-48250FB842EA}"/>
    <dgm:cxn modelId="{72094322-69CD-4EA7-97CF-278BDC8E91BC}" type="presOf" srcId="{359F12DF-D527-47AC-B9BF-4D0355ACB06A}" destId="{A08D7CBD-B421-488F-9B25-4F58449DBC53}" srcOrd="0" destOrd="0" presId="urn:microsoft.com/office/officeart/2016/7/layout/RepeatingBendingProcessNew"/>
    <dgm:cxn modelId="{25B9D222-8AA9-45EC-9532-31F4868AF3AD}" type="presOf" srcId="{07961407-87DF-44FD-A156-A18B360C8E3C}" destId="{CFD38306-EEBD-4448-A191-1871C985D880}" srcOrd="1" destOrd="0" presId="urn:microsoft.com/office/officeart/2016/7/layout/RepeatingBendingProcessNew"/>
    <dgm:cxn modelId="{7A993025-878C-489B-B772-27FCCE0088F0}" type="presOf" srcId="{6043865E-E399-40C9-B08F-4987C193B1FF}" destId="{786B279F-31C4-41D0-B828-07BF137E901E}" srcOrd="0" destOrd="0" presId="urn:microsoft.com/office/officeart/2016/7/layout/RepeatingBendingProcessNew"/>
    <dgm:cxn modelId="{9E8C6029-40BD-406D-B932-DFBC18743E33}" srcId="{CCA71459-A039-4E7C-9C33-6C3B4BF0B9BA}" destId="{D4A74942-B586-45EB-B31F-133BD58C0603}" srcOrd="4" destOrd="0" parTransId="{2873A6BB-4670-4A5F-AA39-AA36950DDB6C}" sibTransId="{1CAD9AB5-7C5B-4CEF-A57D-63E2B8720B1B}"/>
    <dgm:cxn modelId="{6424602C-ED90-4AFF-A138-7FECB4F779B4}" type="presOf" srcId="{5EC691F5-5DBE-47DE-BA40-74932586899F}" destId="{7A646367-0D53-4575-BB07-072F5C4EED82}" srcOrd="1" destOrd="0" presId="urn:microsoft.com/office/officeart/2016/7/layout/RepeatingBendingProcessNew"/>
    <dgm:cxn modelId="{D30E732F-6FD5-47F9-AF38-AF9FF78C84F2}" type="presOf" srcId="{B5060401-F136-4E31-BDA7-2A6694A85EDB}" destId="{C2831B4E-57DA-4A40-861D-B546936CA7A2}" srcOrd="0" destOrd="0" presId="urn:microsoft.com/office/officeart/2016/7/layout/RepeatingBendingProcessNew"/>
    <dgm:cxn modelId="{44F6E436-FBC9-4EDE-BE98-809B77BE889A}" type="presOf" srcId="{02EF415C-8EEC-4ACB-BCAD-BC6CAEA22602}" destId="{4A5D0A0B-B8E6-4B15-9F78-7DA2BA149799}" srcOrd="1" destOrd="0" presId="urn:microsoft.com/office/officeart/2016/7/layout/RepeatingBendingProcessNew"/>
    <dgm:cxn modelId="{AC9E6744-4329-41E4-8BB9-E5FD588436D7}" type="presOf" srcId="{2DAD3A53-9173-41FF-81B3-48250FB842EA}" destId="{F70710BC-C7E2-4F1A-AE26-DB0B2CA554D0}" srcOrd="0" destOrd="0" presId="urn:microsoft.com/office/officeart/2016/7/layout/RepeatingBendingProcessNew"/>
    <dgm:cxn modelId="{4A53F864-4B95-449F-A89F-558B6F92FEF9}" srcId="{CCA71459-A039-4E7C-9C33-6C3B4BF0B9BA}" destId="{3BD0032E-16F9-4A01-90D1-92F30B04AA13}" srcOrd="2" destOrd="0" parTransId="{69E23667-5F8C-4D63-B7D9-9E9403658F75}" sibTransId="{02EF415C-8EEC-4ACB-BCAD-BC6CAEA22602}"/>
    <dgm:cxn modelId="{FD43BE46-EA3B-4035-8E1A-4C72875C2C3D}" srcId="{CCA71459-A039-4E7C-9C33-6C3B4BF0B9BA}" destId="{E4550EE9-AFA5-42EE-AB7D-A2B256303874}" srcOrd="8" destOrd="0" parTransId="{BEB82431-AD4D-4501-A3BE-FCA113CE10CB}" sibTransId="{4D584DF0-24A4-475C-B0DA-3EECDCAAAFBB}"/>
    <dgm:cxn modelId="{7D78CF66-8A9E-4A68-BB93-8F428C5BBE43}" type="presOf" srcId="{391BAD8D-B4D9-4B22-8B30-655CAD97223B}" destId="{89F320A1-598E-4036-A26A-8E95A3BCFC27}" srcOrd="0" destOrd="0" presId="urn:microsoft.com/office/officeart/2016/7/layout/RepeatingBendingProcessNew"/>
    <dgm:cxn modelId="{4379BF47-6B1C-4FD5-A900-AE5E0C8FB994}" type="presOf" srcId="{1CAD9AB5-7C5B-4CEF-A57D-63E2B8720B1B}" destId="{A08243FA-A924-447A-A838-E992C2614EE3}" srcOrd="0" destOrd="0" presId="urn:microsoft.com/office/officeart/2016/7/layout/RepeatingBendingProcessNew"/>
    <dgm:cxn modelId="{D917D273-F403-454D-94BA-89E9571FB637}" type="presOf" srcId="{D4A74942-B586-45EB-B31F-133BD58C0603}" destId="{B023DA95-72E3-4017-BDE1-39A38B65B994}" srcOrd="0" destOrd="0" presId="urn:microsoft.com/office/officeart/2016/7/layout/RepeatingBendingProcessNew"/>
    <dgm:cxn modelId="{01C8B983-0386-40D1-A76C-4DB3FF780526}" type="presOf" srcId="{02EF415C-8EEC-4ACB-BCAD-BC6CAEA22602}" destId="{6D571677-621B-4854-888F-55010C748B1F}" srcOrd="0" destOrd="0" presId="urn:microsoft.com/office/officeart/2016/7/layout/RepeatingBendingProcessNew"/>
    <dgm:cxn modelId="{C82F5F86-EE92-486E-8D31-FCA7B312D72A}" type="presOf" srcId="{07961407-87DF-44FD-A156-A18B360C8E3C}" destId="{E04D8646-B582-4768-A16E-ABF71ECF8D74}" srcOrd="0" destOrd="0" presId="urn:microsoft.com/office/officeart/2016/7/layout/RepeatingBendingProcessNew"/>
    <dgm:cxn modelId="{C9138891-035B-48F3-9281-99C035552ADA}" srcId="{CCA71459-A039-4E7C-9C33-6C3B4BF0B9BA}" destId="{5ECFFB7B-3E36-4102-B440-995000F5C2C8}" srcOrd="3" destOrd="0" parTransId="{8030A157-016A-4EFC-A912-BDB73A7B634D}" sibTransId="{65AB74EF-7A25-4428-91E1-35D03E88DAD9}"/>
    <dgm:cxn modelId="{EC07E6A5-E7A3-48B4-B3E7-EE534793A3CD}" type="presOf" srcId="{17FD9C11-38B9-4088-A38F-52A136899BE5}" destId="{487FFFE7-6874-4233-8E37-59E81DBA24BD}" srcOrd="0" destOrd="0" presId="urn:microsoft.com/office/officeart/2016/7/layout/RepeatingBendingProcessNew"/>
    <dgm:cxn modelId="{82C90FA7-DB08-46D3-A04D-7C049AA68973}" srcId="{CCA71459-A039-4E7C-9C33-6C3B4BF0B9BA}" destId="{6043865E-E399-40C9-B08F-4987C193B1FF}" srcOrd="6" destOrd="0" parTransId="{6023B59B-E82A-4D90-A5FD-CA06005D2439}" sibTransId="{17FD9C11-38B9-4088-A38F-52A136899BE5}"/>
    <dgm:cxn modelId="{A683C4AE-7308-495F-8471-979D9382CFF9}" type="presOf" srcId="{5ECFFB7B-3E36-4102-B440-995000F5C2C8}" destId="{387681EA-2C7E-4B36-8B24-1C7D107397F9}" srcOrd="0" destOrd="0" presId="urn:microsoft.com/office/officeart/2016/7/layout/RepeatingBendingProcessNew"/>
    <dgm:cxn modelId="{CBE5F1B3-99BA-4212-8E30-EAC421B50166}" type="presOf" srcId="{1CAD9AB5-7C5B-4CEF-A57D-63E2B8720B1B}" destId="{ECF65AA4-5283-49AF-9DBB-4E3BFC10D025}" srcOrd="1" destOrd="0" presId="urn:microsoft.com/office/officeart/2016/7/layout/RepeatingBendingProcessNew"/>
    <dgm:cxn modelId="{82226AB7-A8C1-4D19-A1AF-3AD7146F446F}" type="presOf" srcId="{5EC691F5-5DBE-47DE-BA40-74932586899F}" destId="{D182B6B9-747C-49F9-9B28-2693F59ACDA2}" srcOrd="0" destOrd="0" presId="urn:microsoft.com/office/officeart/2016/7/layout/RepeatingBendingProcessNew"/>
    <dgm:cxn modelId="{2D4200B8-FD24-48B5-80A4-85BA44E42853}" type="presOf" srcId="{CCA71459-A039-4E7C-9C33-6C3B4BF0B9BA}" destId="{B4E699BB-37A2-4B84-B54B-3AB1B2D6665C}" srcOrd="0" destOrd="0" presId="urn:microsoft.com/office/officeart/2016/7/layout/RepeatingBendingProcessNew"/>
    <dgm:cxn modelId="{AE85C2B9-7249-445B-8C2B-92D22E9C7C53}" srcId="{CCA71459-A039-4E7C-9C33-6C3B4BF0B9BA}" destId="{391BAD8D-B4D9-4B22-8B30-655CAD97223B}" srcOrd="1" destOrd="0" parTransId="{9A12F200-9925-40E1-830F-FCE1EBD6945A}" sibTransId="{07961407-87DF-44FD-A156-A18B360C8E3C}"/>
    <dgm:cxn modelId="{6796DDBD-5BC0-4B68-BC3E-8901FB16D9C9}" srcId="{CCA71459-A039-4E7C-9C33-6C3B4BF0B9BA}" destId="{B5060401-F136-4E31-BDA7-2A6694A85EDB}" srcOrd="0" destOrd="0" parTransId="{6356D322-4526-4AE0-9CA4-5374BB4C281C}" sibTransId="{A6C405BC-3D5E-4E34-A6FF-B6407DDEA531}"/>
    <dgm:cxn modelId="{1B3CF6CE-901E-4E07-A92F-85F10779AF41}" type="presOf" srcId="{17FD9C11-38B9-4088-A38F-52A136899BE5}" destId="{E7E49076-0F22-4E4B-985A-1830F7208338}" srcOrd="1" destOrd="0" presId="urn:microsoft.com/office/officeart/2016/7/layout/RepeatingBendingProcessNew"/>
    <dgm:cxn modelId="{A82468E2-AB41-4357-8499-2D42D8157A97}" type="presOf" srcId="{A6C405BC-3D5E-4E34-A6FF-B6407DDEA531}" destId="{8DCD0B5D-3F1D-4ED7-A4AA-43FE1C069962}" srcOrd="1" destOrd="0" presId="urn:microsoft.com/office/officeart/2016/7/layout/RepeatingBendingProcessNew"/>
    <dgm:cxn modelId="{C195A0EA-79ED-426F-93ED-E15CE864F11E}" type="presOf" srcId="{E48028A4-C427-4C52-A32D-761DE2D15790}" destId="{5921CA6B-78A2-483B-80C2-D1B2D72642D5}" srcOrd="0" destOrd="0" presId="urn:microsoft.com/office/officeart/2016/7/layout/RepeatingBendingProcessNew"/>
    <dgm:cxn modelId="{C156F7F4-8F37-41BA-8FAA-8FE6DAA8BDC8}" type="presOf" srcId="{A6C405BC-3D5E-4E34-A6FF-B6407DDEA531}" destId="{E7045381-2D66-4016-B2B1-741EFFE2F21B}" srcOrd="0" destOrd="0" presId="urn:microsoft.com/office/officeart/2016/7/layout/RepeatingBendingProcessNew"/>
    <dgm:cxn modelId="{AFF471F9-6066-4B9F-86C3-E9BF7B2EAC3E}" type="presOf" srcId="{3BD0032E-16F9-4A01-90D1-92F30B04AA13}" destId="{A87E557C-A36D-4FEC-8581-DBA0B800909C}" srcOrd="0" destOrd="0" presId="urn:microsoft.com/office/officeart/2016/7/layout/RepeatingBendingProcessNew"/>
    <dgm:cxn modelId="{1C7913FF-9916-4843-9151-74079FAF1229}" type="presOf" srcId="{E4550EE9-AFA5-42EE-AB7D-A2B256303874}" destId="{663F3104-4D3D-48BC-9C69-FA698AEA5B33}" srcOrd="0" destOrd="0" presId="urn:microsoft.com/office/officeart/2016/7/layout/RepeatingBendingProcessNew"/>
    <dgm:cxn modelId="{A1BD4711-DDAF-43C1-8D0D-9BD16A803508}" type="presParOf" srcId="{B4E699BB-37A2-4B84-B54B-3AB1B2D6665C}" destId="{C2831B4E-57DA-4A40-861D-B546936CA7A2}" srcOrd="0" destOrd="0" presId="urn:microsoft.com/office/officeart/2016/7/layout/RepeatingBendingProcessNew"/>
    <dgm:cxn modelId="{F07731B7-A3F7-4676-8F9E-4F64DC0782C1}" type="presParOf" srcId="{B4E699BB-37A2-4B84-B54B-3AB1B2D6665C}" destId="{E7045381-2D66-4016-B2B1-741EFFE2F21B}" srcOrd="1" destOrd="0" presId="urn:microsoft.com/office/officeart/2016/7/layout/RepeatingBendingProcessNew"/>
    <dgm:cxn modelId="{FE365C66-10A9-44E2-BC24-891703042540}" type="presParOf" srcId="{E7045381-2D66-4016-B2B1-741EFFE2F21B}" destId="{8DCD0B5D-3F1D-4ED7-A4AA-43FE1C069962}" srcOrd="0" destOrd="0" presId="urn:microsoft.com/office/officeart/2016/7/layout/RepeatingBendingProcessNew"/>
    <dgm:cxn modelId="{17BC4D45-102A-487C-8DBE-C82CCE23AC4A}" type="presParOf" srcId="{B4E699BB-37A2-4B84-B54B-3AB1B2D6665C}" destId="{89F320A1-598E-4036-A26A-8E95A3BCFC27}" srcOrd="2" destOrd="0" presId="urn:microsoft.com/office/officeart/2016/7/layout/RepeatingBendingProcessNew"/>
    <dgm:cxn modelId="{7369E733-DE6B-444F-91DE-89257D9F36A3}" type="presParOf" srcId="{B4E699BB-37A2-4B84-B54B-3AB1B2D6665C}" destId="{E04D8646-B582-4768-A16E-ABF71ECF8D74}" srcOrd="3" destOrd="0" presId="urn:microsoft.com/office/officeart/2016/7/layout/RepeatingBendingProcessNew"/>
    <dgm:cxn modelId="{C96F5668-5237-4633-A884-76F911B9BC42}" type="presParOf" srcId="{E04D8646-B582-4768-A16E-ABF71ECF8D74}" destId="{CFD38306-EEBD-4448-A191-1871C985D880}" srcOrd="0" destOrd="0" presId="urn:microsoft.com/office/officeart/2016/7/layout/RepeatingBendingProcessNew"/>
    <dgm:cxn modelId="{62DD687A-F4C2-43A4-BD00-1976762A409D}" type="presParOf" srcId="{B4E699BB-37A2-4B84-B54B-3AB1B2D6665C}" destId="{A87E557C-A36D-4FEC-8581-DBA0B800909C}" srcOrd="4" destOrd="0" presId="urn:microsoft.com/office/officeart/2016/7/layout/RepeatingBendingProcessNew"/>
    <dgm:cxn modelId="{AADC3970-E03F-4003-9BED-A01EF66779B2}" type="presParOf" srcId="{B4E699BB-37A2-4B84-B54B-3AB1B2D6665C}" destId="{6D571677-621B-4854-888F-55010C748B1F}" srcOrd="5" destOrd="0" presId="urn:microsoft.com/office/officeart/2016/7/layout/RepeatingBendingProcessNew"/>
    <dgm:cxn modelId="{6A37AA61-17F1-4168-8DEB-11072F3FDE47}" type="presParOf" srcId="{6D571677-621B-4854-888F-55010C748B1F}" destId="{4A5D0A0B-B8E6-4B15-9F78-7DA2BA149799}" srcOrd="0" destOrd="0" presId="urn:microsoft.com/office/officeart/2016/7/layout/RepeatingBendingProcessNew"/>
    <dgm:cxn modelId="{42C80DF5-95B1-4F6E-ADCD-7F1D64656357}" type="presParOf" srcId="{B4E699BB-37A2-4B84-B54B-3AB1B2D6665C}" destId="{387681EA-2C7E-4B36-8B24-1C7D107397F9}" srcOrd="6" destOrd="0" presId="urn:microsoft.com/office/officeart/2016/7/layout/RepeatingBendingProcessNew"/>
    <dgm:cxn modelId="{0A080DC3-1E87-4062-970F-6042FAA9EBD0}" type="presParOf" srcId="{B4E699BB-37A2-4B84-B54B-3AB1B2D6665C}" destId="{765892A2-ABD0-4B97-AF69-FDEB57ECFE6D}" srcOrd="7" destOrd="0" presId="urn:microsoft.com/office/officeart/2016/7/layout/RepeatingBendingProcessNew"/>
    <dgm:cxn modelId="{D47C5471-569F-418F-8842-595723179F8B}" type="presParOf" srcId="{765892A2-ABD0-4B97-AF69-FDEB57ECFE6D}" destId="{90A99ADF-3BA4-4016-B001-5981D02C11CE}" srcOrd="0" destOrd="0" presId="urn:microsoft.com/office/officeart/2016/7/layout/RepeatingBendingProcessNew"/>
    <dgm:cxn modelId="{21762EF8-D454-4C33-907F-D8EB580BF49D}" type="presParOf" srcId="{B4E699BB-37A2-4B84-B54B-3AB1B2D6665C}" destId="{B023DA95-72E3-4017-BDE1-39A38B65B994}" srcOrd="8" destOrd="0" presId="urn:microsoft.com/office/officeart/2016/7/layout/RepeatingBendingProcessNew"/>
    <dgm:cxn modelId="{8E990D4C-7C7C-4BC1-A9BC-477B0C041C0A}" type="presParOf" srcId="{B4E699BB-37A2-4B84-B54B-3AB1B2D6665C}" destId="{A08243FA-A924-447A-A838-E992C2614EE3}" srcOrd="9" destOrd="0" presId="urn:microsoft.com/office/officeart/2016/7/layout/RepeatingBendingProcessNew"/>
    <dgm:cxn modelId="{CC220154-4093-4294-B276-2315D7DF2C65}" type="presParOf" srcId="{A08243FA-A924-447A-A838-E992C2614EE3}" destId="{ECF65AA4-5283-49AF-9DBB-4E3BFC10D025}" srcOrd="0" destOrd="0" presId="urn:microsoft.com/office/officeart/2016/7/layout/RepeatingBendingProcessNew"/>
    <dgm:cxn modelId="{3E8CBEFE-BFF1-4A9D-A0D6-F471E1B6DEBA}" type="presParOf" srcId="{B4E699BB-37A2-4B84-B54B-3AB1B2D6665C}" destId="{A08D7CBD-B421-488F-9B25-4F58449DBC53}" srcOrd="10" destOrd="0" presId="urn:microsoft.com/office/officeart/2016/7/layout/RepeatingBendingProcessNew"/>
    <dgm:cxn modelId="{988E6637-BD37-4027-9850-F2B565B215FB}" type="presParOf" srcId="{B4E699BB-37A2-4B84-B54B-3AB1B2D6665C}" destId="{D182B6B9-747C-49F9-9B28-2693F59ACDA2}" srcOrd="11" destOrd="0" presId="urn:microsoft.com/office/officeart/2016/7/layout/RepeatingBendingProcessNew"/>
    <dgm:cxn modelId="{635E3DEB-9456-4CFF-AB30-84FBA2084F92}" type="presParOf" srcId="{D182B6B9-747C-49F9-9B28-2693F59ACDA2}" destId="{7A646367-0D53-4575-BB07-072F5C4EED82}" srcOrd="0" destOrd="0" presId="urn:microsoft.com/office/officeart/2016/7/layout/RepeatingBendingProcessNew"/>
    <dgm:cxn modelId="{E2E67191-3041-4210-A0E4-32068E8ACE85}" type="presParOf" srcId="{B4E699BB-37A2-4B84-B54B-3AB1B2D6665C}" destId="{786B279F-31C4-41D0-B828-07BF137E901E}" srcOrd="12" destOrd="0" presId="urn:microsoft.com/office/officeart/2016/7/layout/RepeatingBendingProcessNew"/>
    <dgm:cxn modelId="{B35262C4-2F10-48E5-9103-F934D552BB12}" type="presParOf" srcId="{B4E699BB-37A2-4B84-B54B-3AB1B2D6665C}" destId="{487FFFE7-6874-4233-8E37-59E81DBA24BD}" srcOrd="13" destOrd="0" presId="urn:microsoft.com/office/officeart/2016/7/layout/RepeatingBendingProcessNew"/>
    <dgm:cxn modelId="{1627C906-8176-48F6-A415-4EBDF7AC0146}" type="presParOf" srcId="{487FFFE7-6874-4233-8E37-59E81DBA24BD}" destId="{E7E49076-0F22-4E4B-985A-1830F7208338}" srcOrd="0" destOrd="0" presId="urn:microsoft.com/office/officeart/2016/7/layout/RepeatingBendingProcessNew"/>
    <dgm:cxn modelId="{F1634D88-66AC-4FED-8254-03EB06240374}" type="presParOf" srcId="{B4E699BB-37A2-4B84-B54B-3AB1B2D6665C}" destId="{5921CA6B-78A2-483B-80C2-D1B2D72642D5}" srcOrd="14" destOrd="0" presId="urn:microsoft.com/office/officeart/2016/7/layout/RepeatingBendingProcessNew"/>
    <dgm:cxn modelId="{514F2E1F-B209-4BA1-8608-C38756268B10}" type="presParOf" srcId="{B4E699BB-37A2-4B84-B54B-3AB1B2D6665C}" destId="{F70710BC-C7E2-4F1A-AE26-DB0B2CA554D0}" srcOrd="15" destOrd="0" presId="urn:microsoft.com/office/officeart/2016/7/layout/RepeatingBendingProcessNew"/>
    <dgm:cxn modelId="{37DFEBDB-2A76-43FB-B8B1-836FBE1053CD}" type="presParOf" srcId="{F70710BC-C7E2-4F1A-AE26-DB0B2CA554D0}" destId="{07C18272-1260-4912-89C9-C218DDB7424E}" srcOrd="0" destOrd="0" presId="urn:microsoft.com/office/officeart/2016/7/layout/RepeatingBendingProcessNew"/>
    <dgm:cxn modelId="{E194D560-025D-4F4D-90CE-5F14C1E6A232}" type="presParOf" srcId="{B4E699BB-37A2-4B84-B54B-3AB1B2D6665C}" destId="{663F3104-4D3D-48BC-9C69-FA698AEA5B33}" srcOrd="16"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54A3D939-DB88-4251-8416-594FD841DF02}"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3967A040-D6D4-4928-9C0E-26867AB0BAAC}">
      <dgm:prSet/>
      <dgm:spPr/>
      <dgm:t>
        <a:bodyPr/>
        <a:lstStyle/>
        <a:p>
          <a:r>
            <a:rPr lang="fr-FR"/>
            <a:t>L’adaptation à chaque situation</a:t>
          </a:r>
          <a:endParaRPr lang="en-US"/>
        </a:p>
      </dgm:t>
    </dgm:pt>
    <dgm:pt modelId="{73141651-53BF-4A7E-96F7-DD4C08E46C5E}" type="parTrans" cxnId="{E97E371A-1711-44D7-96A9-AA5070F75DEA}">
      <dgm:prSet/>
      <dgm:spPr/>
      <dgm:t>
        <a:bodyPr/>
        <a:lstStyle/>
        <a:p>
          <a:endParaRPr lang="en-US"/>
        </a:p>
      </dgm:t>
    </dgm:pt>
    <dgm:pt modelId="{42B74401-2AC2-4720-B89C-3D423A886669}" type="sibTrans" cxnId="{E97E371A-1711-44D7-96A9-AA5070F75DEA}">
      <dgm:prSet/>
      <dgm:spPr/>
      <dgm:t>
        <a:bodyPr/>
        <a:lstStyle/>
        <a:p>
          <a:endParaRPr lang="en-US"/>
        </a:p>
      </dgm:t>
    </dgm:pt>
    <dgm:pt modelId="{7518D7FA-8D24-48D4-9910-7680EB4B734D}">
      <dgm:prSet/>
      <dgm:spPr/>
      <dgm:t>
        <a:bodyPr/>
        <a:lstStyle/>
        <a:p>
          <a:r>
            <a:rPr lang="fr-FR" dirty="0"/>
            <a:t>La communication</a:t>
          </a:r>
          <a:endParaRPr lang="en-US" dirty="0"/>
        </a:p>
      </dgm:t>
    </dgm:pt>
    <dgm:pt modelId="{FE55857D-B437-479E-B6CF-76AE237FF323}" type="parTrans" cxnId="{9D05826C-EB3E-472C-8350-8322D41CC490}">
      <dgm:prSet/>
      <dgm:spPr/>
      <dgm:t>
        <a:bodyPr/>
        <a:lstStyle/>
        <a:p>
          <a:endParaRPr lang="en-US"/>
        </a:p>
      </dgm:t>
    </dgm:pt>
    <dgm:pt modelId="{310E9225-D749-46E2-9378-7E5B7F57D4C9}" type="sibTrans" cxnId="{9D05826C-EB3E-472C-8350-8322D41CC490}">
      <dgm:prSet/>
      <dgm:spPr/>
      <dgm:t>
        <a:bodyPr/>
        <a:lstStyle/>
        <a:p>
          <a:endParaRPr lang="en-US"/>
        </a:p>
      </dgm:t>
    </dgm:pt>
    <dgm:pt modelId="{F8F28D9C-A430-4EDF-8722-831C3B7F4E05}">
      <dgm:prSet/>
      <dgm:spPr/>
      <dgm:t>
        <a:bodyPr/>
        <a:lstStyle/>
        <a:p>
          <a:r>
            <a:rPr lang="fr-FR"/>
            <a:t>La gestion des conflits</a:t>
          </a:r>
          <a:endParaRPr lang="en-US"/>
        </a:p>
      </dgm:t>
    </dgm:pt>
    <dgm:pt modelId="{AFBF0B1F-494A-46DA-B30C-1060F46D73C2}" type="parTrans" cxnId="{427CF0E8-A1DA-476E-BB30-2D23523DB2FB}">
      <dgm:prSet/>
      <dgm:spPr/>
      <dgm:t>
        <a:bodyPr/>
        <a:lstStyle/>
        <a:p>
          <a:endParaRPr lang="en-US"/>
        </a:p>
      </dgm:t>
    </dgm:pt>
    <dgm:pt modelId="{7F1A4CE8-9428-4F32-9212-8213A687E292}" type="sibTrans" cxnId="{427CF0E8-A1DA-476E-BB30-2D23523DB2FB}">
      <dgm:prSet/>
      <dgm:spPr/>
      <dgm:t>
        <a:bodyPr/>
        <a:lstStyle/>
        <a:p>
          <a:endParaRPr lang="en-US"/>
        </a:p>
      </dgm:t>
    </dgm:pt>
    <dgm:pt modelId="{814802C1-3910-4C91-9566-298066351C42}">
      <dgm:prSet/>
      <dgm:spPr/>
      <dgm:t>
        <a:bodyPr/>
        <a:lstStyle/>
        <a:p>
          <a:r>
            <a:rPr lang="fr-FR" dirty="0"/>
            <a:t>L’équilibre entre cadre et souplesse</a:t>
          </a:r>
          <a:endParaRPr lang="en-US" dirty="0"/>
        </a:p>
      </dgm:t>
    </dgm:pt>
    <dgm:pt modelId="{2BF2094A-B406-4643-B20A-07601BB5A530}" type="parTrans" cxnId="{496061CB-C1E2-4907-BE5D-BA56B603EBE9}">
      <dgm:prSet/>
      <dgm:spPr/>
      <dgm:t>
        <a:bodyPr/>
        <a:lstStyle/>
        <a:p>
          <a:endParaRPr lang="en-US"/>
        </a:p>
      </dgm:t>
    </dgm:pt>
    <dgm:pt modelId="{1266B300-0D77-4332-9C50-4386B1B8A9CC}" type="sibTrans" cxnId="{496061CB-C1E2-4907-BE5D-BA56B603EBE9}">
      <dgm:prSet/>
      <dgm:spPr/>
      <dgm:t>
        <a:bodyPr/>
        <a:lstStyle/>
        <a:p>
          <a:endParaRPr lang="en-US"/>
        </a:p>
      </dgm:t>
    </dgm:pt>
    <dgm:pt modelId="{88E7E671-C106-433E-A6CE-D71E76B6148E}" type="pres">
      <dgm:prSet presAssocID="{54A3D939-DB88-4251-8416-594FD841DF02}" presName="hierChild1" presStyleCnt="0">
        <dgm:presLayoutVars>
          <dgm:chPref val="1"/>
          <dgm:dir/>
          <dgm:animOne val="branch"/>
          <dgm:animLvl val="lvl"/>
          <dgm:resizeHandles/>
        </dgm:presLayoutVars>
      </dgm:prSet>
      <dgm:spPr/>
    </dgm:pt>
    <dgm:pt modelId="{1689B7B9-62C2-45E1-BA7F-A1BE3D9183D3}" type="pres">
      <dgm:prSet presAssocID="{3967A040-D6D4-4928-9C0E-26867AB0BAAC}" presName="hierRoot1" presStyleCnt="0"/>
      <dgm:spPr/>
    </dgm:pt>
    <dgm:pt modelId="{C1AEB449-DEC9-4E4C-9123-C5F0C401F660}" type="pres">
      <dgm:prSet presAssocID="{3967A040-D6D4-4928-9C0E-26867AB0BAAC}" presName="composite" presStyleCnt="0"/>
      <dgm:spPr/>
    </dgm:pt>
    <dgm:pt modelId="{9D4DC53A-41AE-4183-98F5-D3CCE27FD9BD}" type="pres">
      <dgm:prSet presAssocID="{3967A040-D6D4-4928-9C0E-26867AB0BAAC}" presName="background" presStyleLbl="node0" presStyleIdx="0" presStyleCnt="4"/>
      <dgm:spPr/>
    </dgm:pt>
    <dgm:pt modelId="{ADBF4E94-54DB-425D-B055-5195D176BAB8}" type="pres">
      <dgm:prSet presAssocID="{3967A040-D6D4-4928-9C0E-26867AB0BAAC}" presName="text" presStyleLbl="fgAcc0" presStyleIdx="0" presStyleCnt="4">
        <dgm:presLayoutVars>
          <dgm:chPref val="3"/>
        </dgm:presLayoutVars>
      </dgm:prSet>
      <dgm:spPr/>
    </dgm:pt>
    <dgm:pt modelId="{F9B51985-C865-408D-9548-4B513626C1EB}" type="pres">
      <dgm:prSet presAssocID="{3967A040-D6D4-4928-9C0E-26867AB0BAAC}" presName="hierChild2" presStyleCnt="0"/>
      <dgm:spPr/>
    </dgm:pt>
    <dgm:pt modelId="{17DBCE39-2D39-423E-AA16-7BEEC9F09B0D}" type="pres">
      <dgm:prSet presAssocID="{7518D7FA-8D24-48D4-9910-7680EB4B734D}" presName="hierRoot1" presStyleCnt="0"/>
      <dgm:spPr/>
    </dgm:pt>
    <dgm:pt modelId="{5CAF847F-D9DA-4457-85D2-63F27BC80403}" type="pres">
      <dgm:prSet presAssocID="{7518D7FA-8D24-48D4-9910-7680EB4B734D}" presName="composite" presStyleCnt="0"/>
      <dgm:spPr/>
    </dgm:pt>
    <dgm:pt modelId="{B7E9E0C3-7855-470F-873C-0DC831E534D9}" type="pres">
      <dgm:prSet presAssocID="{7518D7FA-8D24-48D4-9910-7680EB4B734D}" presName="background" presStyleLbl="node0" presStyleIdx="1" presStyleCnt="4"/>
      <dgm:spPr/>
    </dgm:pt>
    <dgm:pt modelId="{FC9FD6BC-57B8-4022-9BEA-11B5E32F6EA9}" type="pres">
      <dgm:prSet presAssocID="{7518D7FA-8D24-48D4-9910-7680EB4B734D}" presName="text" presStyleLbl="fgAcc0" presStyleIdx="1" presStyleCnt="4">
        <dgm:presLayoutVars>
          <dgm:chPref val="3"/>
        </dgm:presLayoutVars>
      </dgm:prSet>
      <dgm:spPr/>
    </dgm:pt>
    <dgm:pt modelId="{3B3D7E30-E59A-42AB-8856-B8467EE920BD}" type="pres">
      <dgm:prSet presAssocID="{7518D7FA-8D24-48D4-9910-7680EB4B734D}" presName="hierChild2" presStyleCnt="0"/>
      <dgm:spPr/>
    </dgm:pt>
    <dgm:pt modelId="{A887440E-FA62-4973-B143-1DC64D52F141}" type="pres">
      <dgm:prSet presAssocID="{F8F28D9C-A430-4EDF-8722-831C3B7F4E05}" presName="hierRoot1" presStyleCnt="0"/>
      <dgm:spPr/>
    </dgm:pt>
    <dgm:pt modelId="{30C68E21-8E34-459A-8D88-BBB0F9AC82B1}" type="pres">
      <dgm:prSet presAssocID="{F8F28D9C-A430-4EDF-8722-831C3B7F4E05}" presName="composite" presStyleCnt="0"/>
      <dgm:spPr/>
    </dgm:pt>
    <dgm:pt modelId="{DA70176A-A397-4052-A1B1-0584B6C3D3D0}" type="pres">
      <dgm:prSet presAssocID="{F8F28D9C-A430-4EDF-8722-831C3B7F4E05}" presName="background" presStyleLbl="node0" presStyleIdx="2" presStyleCnt="4"/>
      <dgm:spPr/>
    </dgm:pt>
    <dgm:pt modelId="{4C2304A9-BF93-4DC1-B4AE-9CBDC3D025DE}" type="pres">
      <dgm:prSet presAssocID="{F8F28D9C-A430-4EDF-8722-831C3B7F4E05}" presName="text" presStyleLbl="fgAcc0" presStyleIdx="2" presStyleCnt="4">
        <dgm:presLayoutVars>
          <dgm:chPref val="3"/>
        </dgm:presLayoutVars>
      </dgm:prSet>
      <dgm:spPr/>
    </dgm:pt>
    <dgm:pt modelId="{138D700B-1131-4DB4-BABC-62C1A1AFC21D}" type="pres">
      <dgm:prSet presAssocID="{F8F28D9C-A430-4EDF-8722-831C3B7F4E05}" presName="hierChild2" presStyleCnt="0"/>
      <dgm:spPr/>
    </dgm:pt>
    <dgm:pt modelId="{C722DF55-062D-473E-AF62-89225DCEBF26}" type="pres">
      <dgm:prSet presAssocID="{814802C1-3910-4C91-9566-298066351C42}" presName="hierRoot1" presStyleCnt="0"/>
      <dgm:spPr/>
    </dgm:pt>
    <dgm:pt modelId="{2DD38373-9DA1-41FB-8BE9-5CEFAC95BE1B}" type="pres">
      <dgm:prSet presAssocID="{814802C1-3910-4C91-9566-298066351C42}" presName="composite" presStyleCnt="0"/>
      <dgm:spPr/>
    </dgm:pt>
    <dgm:pt modelId="{C403BF1C-4B7E-4CCA-A606-E882BF8528C6}" type="pres">
      <dgm:prSet presAssocID="{814802C1-3910-4C91-9566-298066351C42}" presName="background" presStyleLbl="node0" presStyleIdx="3" presStyleCnt="4"/>
      <dgm:spPr/>
    </dgm:pt>
    <dgm:pt modelId="{E272B1AB-CBFA-4277-90E7-2049E8678ED0}" type="pres">
      <dgm:prSet presAssocID="{814802C1-3910-4C91-9566-298066351C42}" presName="text" presStyleLbl="fgAcc0" presStyleIdx="3" presStyleCnt="4">
        <dgm:presLayoutVars>
          <dgm:chPref val="3"/>
        </dgm:presLayoutVars>
      </dgm:prSet>
      <dgm:spPr/>
    </dgm:pt>
    <dgm:pt modelId="{48257497-ECC0-459B-B8A2-7E45D25C1A93}" type="pres">
      <dgm:prSet presAssocID="{814802C1-3910-4C91-9566-298066351C42}" presName="hierChild2" presStyleCnt="0"/>
      <dgm:spPr/>
    </dgm:pt>
  </dgm:ptLst>
  <dgm:cxnLst>
    <dgm:cxn modelId="{F2560F09-9C8D-47FB-97A6-697FB608FBA8}" type="presOf" srcId="{814802C1-3910-4C91-9566-298066351C42}" destId="{E272B1AB-CBFA-4277-90E7-2049E8678ED0}" srcOrd="0" destOrd="0" presId="urn:microsoft.com/office/officeart/2005/8/layout/hierarchy1"/>
    <dgm:cxn modelId="{29E9FE0F-4183-48ED-AFAC-1A3A4449C34A}" type="presOf" srcId="{7518D7FA-8D24-48D4-9910-7680EB4B734D}" destId="{FC9FD6BC-57B8-4022-9BEA-11B5E32F6EA9}" srcOrd="0" destOrd="0" presId="urn:microsoft.com/office/officeart/2005/8/layout/hierarchy1"/>
    <dgm:cxn modelId="{9ED6AC12-DB6F-47DF-A1D9-8BDA35C70439}" type="presOf" srcId="{3967A040-D6D4-4928-9C0E-26867AB0BAAC}" destId="{ADBF4E94-54DB-425D-B055-5195D176BAB8}" srcOrd="0" destOrd="0" presId="urn:microsoft.com/office/officeart/2005/8/layout/hierarchy1"/>
    <dgm:cxn modelId="{E97E371A-1711-44D7-96A9-AA5070F75DEA}" srcId="{54A3D939-DB88-4251-8416-594FD841DF02}" destId="{3967A040-D6D4-4928-9C0E-26867AB0BAAC}" srcOrd="0" destOrd="0" parTransId="{73141651-53BF-4A7E-96F7-DD4C08E46C5E}" sibTransId="{42B74401-2AC2-4720-B89C-3D423A886669}"/>
    <dgm:cxn modelId="{9D05826C-EB3E-472C-8350-8322D41CC490}" srcId="{54A3D939-DB88-4251-8416-594FD841DF02}" destId="{7518D7FA-8D24-48D4-9910-7680EB4B734D}" srcOrd="1" destOrd="0" parTransId="{FE55857D-B437-479E-B6CF-76AE237FF323}" sibTransId="{310E9225-D749-46E2-9378-7E5B7F57D4C9}"/>
    <dgm:cxn modelId="{68DDA59A-67A6-4619-AF47-2CF0855D407C}" type="presOf" srcId="{54A3D939-DB88-4251-8416-594FD841DF02}" destId="{88E7E671-C106-433E-A6CE-D71E76B6148E}" srcOrd="0" destOrd="0" presId="urn:microsoft.com/office/officeart/2005/8/layout/hierarchy1"/>
    <dgm:cxn modelId="{496061CB-C1E2-4907-BE5D-BA56B603EBE9}" srcId="{54A3D939-DB88-4251-8416-594FD841DF02}" destId="{814802C1-3910-4C91-9566-298066351C42}" srcOrd="3" destOrd="0" parTransId="{2BF2094A-B406-4643-B20A-07601BB5A530}" sibTransId="{1266B300-0D77-4332-9C50-4386B1B8A9CC}"/>
    <dgm:cxn modelId="{427CF0E8-A1DA-476E-BB30-2D23523DB2FB}" srcId="{54A3D939-DB88-4251-8416-594FD841DF02}" destId="{F8F28D9C-A430-4EDF-8722-831C3B7F4E05}" srcOrd="2" destOrd="0" parTransId="{AFBF0B1F-494A-46DA-B30C-1060F46D73C2}" sibTransId="{7F1A4CE8-9428-4F32-9212-8213A687E292}"/>
    <dgm:cxn modelId="{D0BFA3F2-B845-4CF3-8F91-C9AED92767C1}" type="presOf" srcId="{F8F28D9C-A430-4EDF-8722-831C3B7F4E05}" destId="{4C2304A9-BF93-4DC1-B4AE-9CBDC3D025DE}" srcOrd="0" destOrd="0" presId="urn:microsoft.com/office/officeart/2005/8/layout/hierarchy1"/>
    <dgm:cxn modelId="{A21D9D24-A669-4EBC-8457-F3C6511D8C8B}" type="presParOf" srcId="{88E7E671-C106-433E-A6CE-D71E76B6148E}" destId="{1689B7B9-62C2-45E1-BA7F-A1BE3D9183D3}" srcOrd="0" destOrd="0" presId="urn:microsoft.com/office/officeart/2005/8/layout/hierarchy1"/>
    <dgm:cxn modelId="{F0E06C23-45C9-4E3E-BCF5-B076D08F7C70}" type="presParOf" srcId="{1689B7B9-62C2-45E1-BA7F-A1BE3D9183D3}" destId="{C1AEB449-DEC9-4E4C-9123-C5F0C401F660}" srcOrd="0" destOrd="0" presId="urn:microsoft.com/office/officeart/2005/8/layout/hierarchy1"/>
    <dgm:cxn modelId="{2EE82775-4F9C-4B8A-A1F0-8D671B286111}" type="presParOf" srcId="{C1AEB449-DEC9-4E4C-9123-C5F0C401F660}" destId="{9D4DC53A-41AE-4183-98F5-D3CCE27FD9BD}" srcOrd="0" destOrd="0" presId="urn:microsoft.com/office/officeart/2005/8/layout/hierarchy1"/>
    <dgm:cxn modelId="{B1B1558D-1152-4092-A311-2A448CA723F4}" type="presParOf" srcId="{C1AEB449-DEC9-4E4C-9123-C5F0C401F660}" destId="{ADBF4E94-54DB-425D-B055-5195D176BAB8}" srcOrd="1" destOrd="0" presId="urn:microsoft.com/office/officeart/2005/8/layout/hierarchy1"/>
    <dgm:cxn modelId="{B96B8CA9-E385-40D9-AFAB-6DE56CCB57C1}" type="presParOf" srcId="{1689B7B9-62C2-45E1-BA7F-A1BE3D9183D3}" destId="{F9B51985-C865-408D-9548-4B513626C1EB}" srcOrd="1" destOrd="0" presId="urn:microsoft.com/office/officeart/2005/8/layout/hierarchy1"/>
    <dgm:cxn modelId="{4998F8CD-C693-48AB-A715-7202EF6C4579}" type="presParOf" srcId="{88E7E671-C106-433E-A6CE-D71E76B6148E}" destId="{17DBCE39-2D39-423E-AA16-7BEEC9F09B0D}" srcOrd="1" destOrd="0" presId="urn:microsoft.com/office/officeart/2005/8/layout/hierarchy1"/>
    <dgm:cxn modelId="{EB3D6C26-E70E-414A-AB44-3A5E24DB1C78}" type="presParOf" srcId="{17DBCE39-2D39-423E-AA16-7BEEC9F09B0D}" destId="{5CAF847F-D9DA-4457-85D2-63F27BC80403}" srcOrd="0" destOrd="0" presId="urn:microsoft.com/office/officeart/2005/8/layout/hierarchy1"/>
    <dgm:cxn modelId="{8EFF471B-C5CF-420D-B3B6-CB2BF2E312A4}" type="presParOf" srcId="{5CAF847F-D9DA-4457-85D2-63F27BC80403}" destId="{B7E9E0C3-7855-470F-873C-0DC831E534D9}" srcOrd="0" destOrd="0" presId="urn:microsoft.com/office/officeart/2005/8/layout/hierarchy1"/>
    <dgm:cxn modelId="{69AB4C9B-2DB7-49D5-B3A4-E8C506A09078}" type="presParOf" srcId="{5CAF847F-D9DA-4457-85D2-63F27BC80403}" destId="{FC9FD6BC-57B8-4022-9BEA-11B5E32F6EA9}" srcOrd="1" destOrd="0" presId="urn:microsoft.com/office/officeart/2005/8/layout/hierarchy1"/>
    <dgm:cxn modelId="{610E4BD0-75A7-4CA6-9DB6-D4498A07186C}" type="presParOf" srcId="{17DBCE39-2D39-423E-AA16-7BEEC9F09B0D}" destId="{3B3D7E30-E59A-42AB-8856-B8467EE920BD}" srcOrd="1" destOrd="0" presId="urn:microsoft.com/office/officeart/2005/8/layout/hierarchy1"/>
    <dgm:cxn modelId="{5F2564CE-B157-46D3-8A19-B556A50F0650}" type="presParOf" srcId="{88E7E671-C106-433E-A6CE-D71E76B6148E}" destId="{A887440E-FA62-4973-B143-1DC64D52F141}" srcOrd="2" destOrd="0" presId="urn:microsoft.com/office/officeart/2005/8/layout/hierarchy1"/>
    <dgm:cxn modelId="{E0C09321-3E55-42D6-8DDB-B568EAD850E7}" type="presParOf" srcId="{A887440E-FA62-4973-B143-1DC64D52F141}" destId="{30C68E21-8E34-459A-8D88-BBB0F9AC82B1}" srcOrd="0" destOrd="0" presId="urn:microsoft.com/office/officeart/2005/8/layout/hierarchy1"/>
    <dgm:cxn modelId="{118DAE31-24D1-47A0-94AE-0CFCDF05C82A}" type="presParOf" srcId="{30C68E21-8E34-459A-8D88-BBB0F9AC82B1}" destId="{DA70176A-A397-4052-A1B1-0584B6C3D3D0}" srcOrd="0" destOrd="0" presId="urn:microsoft.com/office/officeart/2005/8/layout/hierarchy1"/>
    <dgm:cxn modelId="{19FBAD7C-D413-41F4-A6E5-0E68B3D7E75D}" type="presParOf" srcId="{30C68E21-8E34-459A-8D88-BBB0F9AC82B1}" destId="{4C2304A9-BF93-4DC1-B4AE-9CBDC3D025DE}" srcOrd="1" destOrd="0" presId="urn:microsoft.com/office/officeart/2005/8/layout/hierarchy1"/>
    <dgm:cxn modelId="{17AF17E5-F46A-4C51-AE94-1EA4F0279CBC}" type="presParOf" srcId="{A887440E-FA62-4973-B143-1DC64D52F141}" destId="{138D700B-1131-4DB4-BABC-62C1A1AFC21D}" srcOrd="1" destOrd="0" presId="urn:microsoft.com/office/officeart/2005/8/layout/hierarchy1"/>
    <dgm:cxn modelId="{86E44689-F01A-49B3-B32C-578CE06AAEF0}" type="presParOf" srcId="{88E7E671-C106-433E-A6CE-D71E76B6148E}" destId="{C722DF55-062D-473E-AF62-89225DCEBF26}" srcOrd="3" destOrd="0" presId="urn:microsoft.com/office/officeart/2005/8/layout/hierarchy1"/>
    <dgm:cxn modelId="{1CCA2404-E8CB-4E81-A1FD-ACA5948D53DA}" type="presParOf" srcId="{C722DF55-062D-473E-AF62-89225DCEBF26}" destId="{2DD38373-9DA1-41FB-8BE9-5CEFAC95BE1B}" srcOrd="0" destOrd="0" presId="urn:microsoft.com/office/officeart/2005/8/layout/hierarchy1"/>
    <dgm:cxn modelId="{18F63F22-5AA3-4695-ABEE-E1460EC1C470}" type="presParOf" srcId="{2DD38373-9DA1-41FB-8BE9-5CEFAC95BE1B}" destId="{C403BF1C-4B7E-4CCA-A606-E882BF8528C6}" srcOrd="0" destOrd="0" presId="urn:microsoft.com/office/officeart/2005/8/layout/hierarchy1"/>
    <dgm:cxn modelId="{0B4D3B20-4BD2-40A9-8AAC-D855DDB7DB12}" type="presParOf" srcId="{2DD38373-9DA1-41FB-8BE9-5CEFAC95BE1B}" destId="{E272B1AB-CBFA-4277-90E7-2049E8678ED0}" srcOrd="1" destOrd="0" presId="urn:microsoft.com/office/officeart/2005/8/layout/hierarchy1"/>
    <dgm:cxn modelId="{7D1D828E-C8AE-4274-AB6E-82A0FA4B82D0}" type="presParOf" srcId="{C722DF55-062D-473E-AF62-89225DCEBF26}" destId="{48257497-ECC0-459B-B8A2-7E45D25C1A93}"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36F11688-8973-4A8A-A747-01FDC2B5489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BDAD780-4CF0-4EB4-9AD8-793BA457ECDC}">
      <dgm:prSet/>
      <dgm:spPr/>
      <dgm:t>
        <a:bodyPr/>
        <a:lstStyle/>
        <a:p>
          <a:r>
            <a:rPr lang="fr-FR"/>
            <a:t>Respecter l’individu</a:t>
          </a:r>
          <a:endParaRPr lang="en-US"/>
        </a:p>
      </dgm:t>
    </dgm:pt>
    <dgm:pt modelId="{A216ACFB-EB4F-44E0-B1EF-7DD3D2027CE4}" type="parTrans" cxnId="{6C2E4E51-212F-4D53-9178-B39DB115CBD6}">
      <dgm:prSet/>
      <dgm:spPr/>
      <dgm:t>
        <a:bodyPr/>
        <a:lstStyle/>
        <a:p>
          <a:endParaRPr lang="en-US"/>
        </a:p>
      </dgm:t>
    </dgm:pt>
    <dgm:pt modelId="{0BF0AAA0-AD7A-4998-9C31-ADCD53DE2B9E}" type="sibTrans" cxnId="{6C2E4E51-212F-4D53-9178-B39DB115CBD6}">
      <dgm:prSet/>
      <dgm:spPr/>
      <dgm:t>
        <a:bodyPr/>
        <a:lstStyle/>
        <a:p>
          <a:endParaRPr lang="en-US"/>
        </a:p>
      </dgm:t>
    </dgm:pt>
    <dgm:pt modelId="{FC9B8748-F8DB-47F5-8535-C4B423FC6BBB}">
      <dgm:prSet/>
      <dgm:spPr/>
      <dgm:t>
        <a:bodyPr/>
        <a:lstStyle/>
        <a:p>
          <a:r>
            <a:rPr lang="fr-FR"/>
            <a:t>Promouvoir l’autonomie</a:t>
          </a:r>
          <a:endParaRPr lang="en-US"/>
        </a:p>
      </dgm:t>
    </dgm:pt>
    <dgm:pt modelId="{CBBBE9C7-A48B-4689-8DFD-F7262C962109}" type="parTrans" cxnId="{964D69B1-C951-4F0B-A2A4-EF9CE57BD51D}">
      <dgm:prSet/>
      <dgm:spPr/>
      <dgm:t>
        <a:bodyPr/>
        <a:lstStyle/>
        <a:p>
          <a:endParaRPr lang="en-US"/>
        </a:p>
      </dgm:t>
    </dgm:pt>
    <dgm:pt modelId="{BF470C91-91AF-4A63-BAAB-3E3D0C8AD206}" type="sibTrans" cxnId="{964D69B1-C951-4F0B-A2A4-EF9CE57BD51D}">
      <dgm:prSet/>
      <dgm:spPr/>
      <dgm:t>
        <a:bodyPr/>
        <a:lstStyle/>
        <a:p>
          <a:endParaRPr lang="en-US"/>
        </a:p>
      </dgm:t>
    </dgm:pt>
    <dgm:pt modelId="{F8A76EFE-969B-44A9-B6DB-11D2A5F65CC0}">
      <dgm:prSet/>
      <dgm:spPr/>
      <dgm:t>
        <a:bodyPr/>
        <a:lstStyle/>
        <a:p>
          <a:r>
            <a:rPr lang="fr-FR"/>
            <a:t>Valoriser le quotidien</a:t>
          </a:r>
          <a:endParaRPr lang="en-US"/>
        </a:p>
      </dgm:t>
    </dgm:pt>
    <dgm:pt modelId="{FBD17EC4-8CF7-47E1-9663-AC50FFE849F2}" type="parTrans" cxnId="{AD827C58-8E59-49FC-8B15-69E808E07CF0}">
      <dgm:prSet/>
      <dgm:spPr/>
      <dgm:t>
        <a:bodyPr/>
        <a:lstStyle/>
        <a:p>
          <a:endParaRPr lang="en-US"/>
        </a:p>
      </dgm:t>
    </dgm:pt>
    <dgm:pt modelId="{D6CC2B06-B457-4460-894A-B168DB79896B}" type="sibTrans" cxnId="{AD827C58-8E59-49FC-8B15-69E808E07CF0}">
      <dgm:prSet/>
      <dgm:spPr/>
      <dgm:t>
        <a:bodyPr/>
        <a:lstStyle/>
        <a:p>
          <a:endParaRPr lang="en-US"/>
        </a:p>
      </dgm:t>
    </dgm:pt>
    <dgm:pt modelId="{2FFE0F6F-6572-4E4A-A519-AE7C58DB99D8}">
      <dgm:prSet/>
      <dgm:spPr/>
      <dgm:t>
        <a:bodyPr/>
        <a:lstStyle/>
        <a:p>
          <a:r>
            <a:rPr lang="fr-FR"/>
            <a:t>Adapter les pratiques</a:t>
          </a:r>
          <a:endParaRPr lang="en-US"/>
        </a:p>
      </dgm:t>
    </dgm:pt>
    <dgm:pt modelId="{FC774D0B-0FDF-41BB-8FD7-1D58920161C9}" type="parTrans" cxnId="{7505701C-45C5-4CBA-ADC4-34AA057CF3F3}">
      <dgm:prSet/>
      <dgm:spPr/>
      <dgm:t>
        <a:bodyPr/>
        <a:lstStyle/>
        <a:p>
          <a:endParaRPr lang="en-US"/>
        </a:p>
      </dgm:t>
    </dgm:pt>
    <dgm:pt modelId="{B35553B1-3049-420A-AD90-B94DB7EEAC7C}" type="sibTrans" cxnId="{7505701C-45C5-4CBA-ADC4-34AA057CF3F3}">
      <dgm:prSet/>
      <dgm:spPr/>
      <dgm:t>
        <a:bodyPr/>
        <a:lstStyle/>
        <a:p>
          <a:endParaRPr lang="en-US"/>
        </a:p>
      </dgm:t>
    </dgm:pt>
    <dgm:pt modelId="{14EB0612-4D67-42F3-BDFD-AF60CE0081B3}" type="pres">
      <dgm:prSet presAssocID="{36F11688-8973-4A8A-A747-01FDC2B54896}" presName="root" presStyleCnt="0">
        <dgm:presLayoutVars>
          <dgm:dir/>
          <dgm:resizeHandles val="exact"/>
        </dgm:presLayoutVars>
      </dgm:prSet>
      <dgm:spPr/>
    </dgm:pt>
    <dgm:pt modelId="{F0C21A46-577E-490A-86AA-4240144DDC40}" type="pres">
      <dgm:prSet presAssocID="{1BDAD780-4CF0-4EB4-9AD8-793BA457ECDC}" presName="compNode" presStyleCnt="0"/>
      <dgm:spPr/>
    </dgm:pt>
    <dgm:pt modelId="{E2DA085A-6FE1-4766-80FE-0C7486F7FBDB}" type="pres">
      <dgm:prSet presAssocID="{1BDAD780-4CF0-4EB4-9AD8-793BA457ECDC}" presName="bgRect" presStyleLbl="bgShp" presStyleIdx="0" presStyleCnt="4"/>
      <dgm:spPr/>
    </dgm:pt>
    <dgm:pt modelId="{8A4B130F-49D5-4131-B6EC-32494C509B83}" type="pres">
      <dgm:prSet presAssocID="{1BDAD780-4CF0-4EB4-9AD8-793BA457ECD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che"/>
        </a:ext>
      </dgm:extLst>
    </dgm:pt>
    <dgm:pt modelId="{C337CB65-16F4-4039-B57F-8D3FAFCC4415}" type="pres">
      <dgm:prSet presAssocID="{1BDAD780-4CF0-4EB4-9AD8-793BA457ECDC}" presName="spaceRect" presStyleCnt="0"/>
      <dgm:spPr/>
    </dgm:pt>
    <dgm:pt modelId="{9B723CBF-29BF-46A0-9E96-84300614ED3B}" type="pres">
      <dgm:prSet presAssocID="{1BDAD780-4CF0-4EB4-9AD8-793BA457ECDC}" presName="parTx" presStyleLbl="revTx" presStyleIdx="0" presStyleCnt="4">
        <dgm:presLayoutVars>
          <dgm:chMax val="0"/>
          <dgm:chPref val="0"/>
        </dgm:presLayoutVars>
      </dgm:prSet>
      <dgm:spPr/>
    </dgm:pt>
    <dgm:pt modelId="{137A9FFC-D495-4EE6-851D-F22F5A4CA10E}" type="pres">
      <dgm:prSet presAssocID="{0BF0AAA0-AD7A-4998-9C31-ADCD53DE2B9E}" presName="sibTrans" presStyleCnt="0"/>
      <dgm:spPr/>
    </dgm:pt>
    <dgm:pt modelId="{40880DE8-D1F2-468E-B362-D1D3078BC908}" type="pres">
      <dgm:prSet presAssocID="{FC9B8748-F8DB-47F5-8535-C4B423FC6BBB}" presName="compNode" presStyleCnt="0"/>
      <dgm:spPr/>
    </dgm:pt>
    <dgm:pt modelId="{F49E1429-1672-45D2-BE32-92B786C04ABC}" type="pres">
      <dgm:prSet presAssocID="{FC9B8748-F8DB-47F5-8535-C4B423FC6BBB}" presName="bgRect" presStyleLbl="bgShp" presStyleIdx="1" presStyleCnt="4"/>
      <dgm:spPr/>
    </dgm:pt>
    <dgm:pt modelId="{77D2629C-D67B-495B-AEF2-F32C9A2F056E}" type="pres">
      <dgm:prSet presAssocID="{FC9B8748-F8DB-47F5-8535-C4B423FC6BB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égaphone"/>
        </a:ext>
      </dgm:extLst>
    </dgm:pt>
    <dgm:pt modelId="{D767B18F-E818-479C-8C88-F53286B7162E}" type="pres">
      <dgm:prSet presAssocID="{FC9B8748-F8DB-47F5-8535-C4B423FC6BBB}" presName="spaceRect" presStyleCnt="0"/>
      <dgm:spPr/>
    </dgm:pt>
    <dgm:pt modelId="{BF91F73A-7EAE-4FBA-831A-10074FDF41F9}" type="pres">
      <dgm:prSet presAssocID="{FC9B8748-F8DB-47F5-8535-C4B423FC6BBB}" presName="parTx" presStyleLbl="revTx" presStyleIdx="1" presStyleCnt="4">
        <dgm:presLayoutVars>
          <dgm:chMax val="0"/>
          <dgm:chPref val="0"/>
        </dgm:presLayoutVars>
      </dgm:prSet>
      <dgm:spPr/>
    </dgm:pt>
    <dgm:pt modelId="{4088E91D-D7DA-4CD5-9009-EF74D91FC208}" type="pres">
      <dgm:prSet presAssocID="{BF470C91-91AF-4A63-BAAB-3E3D0C8AD206}" presName="sibTrans" presStyleCnt="0"/>
      <dgm:spPr/>
    </dgm:pt>
    <dgm:pt modelId="{B55575E5-A6AD-49EE-9B52-4C8119F65034}" type="pres">
      <dgm:prSet presAssocID="{F8A76EFE-969B-44A9-B6DB-11D2A5F65CC0}" presName="compNode" presStyleCnt="0"/>
      <dgm:spPr/>
    </dgm:pt>
    <dgm:pt modelId="{23BB4A4B-1903-455B-B41C-683B21E733CF}" type="pres">
      <dgm:prSet presAssocID="{F8A76EFE-969B-44A9-B6DB-11D2A5F65CC0}" presName="bgRect" presStyleLbl="bgShp" presStyleIdx="2" presStyleCnt="4"/>
      <dgm:spPr/>
    </dgm:pt>
    <dgm:pt modelId="{CDFD8D11-BCEB-462C-AE52-2B79857179F2}" type="pres">
      <dgm:prSet presAssocID="{F8A76EFE-969B-44A9-B6DB-11D2A5F65CC0}"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C3A2FAAF-EA6F-470D-858F-B2E926922AA8}" type="pres">
      <dgm:prSet presAssocID="{F8A76EFE-969B-44A9-B6DB-11D2A5F65CC0}" presName="spaceRect" presStyleCnt="0"/>
      <dgm:spPr/>
    </dgm:pt>
    <dgm:pt modelId="{77B8C3BC-C5CB-444C-B760-DC3CD72586AA}" type="pres">
      <dgm:prSet presAssocID="{F8A76EFE-969B-44A9-B6DB-11D2A5F65CC0}" presName="parTx" presStyleLbl="revTx" presStyleIdx="2" presStyleCnt="4">
        <dgm:presLayoutVars>
          <dgm:chMax val="0"/>
          <dgm:chPref val="0"/>
        </dgm:presLayoutVars>
      </dgm:prSet>
      <dgm:spPr/>
    </dgm:pt>
    <dgm:pt modelId="{9A7D2B0C-CA71-4FAF-9B56-02AFFF5B40AA}" type="pres">
      <dgm:prSet presAssocID="{D6CC2B06-B457-4460-894A-B168DB79896B}" presName="sibTrans" presStyleCnt="0"/>
      <dgm:spPr/>
    </dgm:pt>
    <dgm:pt modelId="{67C4E631-0AB4-41F8-9E5A-0915CAA95820}" type="pres">
      <dgm:prSet presAssocID="{2FFE0F6F-6572-4E4A-A519-AE7C58DB99D8}" presName="compNode" presStyleCnt="0"/>
      <dgm:spPr/>
    </dgm:pt>
    <dgm:pt modelId="{5108AE71-4A82-4614-9765-E26F2E58663E}" type="pres">
      <dgm:prSet presAssocID="{2FFE0F6F-6572-4E4A-A519-AE7C58DB99D8}" presName="bgRect" presStyleLbl="bgShp" presStyleIdx="3" presStyleCnt="4"/>
      <dgm:spPr/>
    </dgm:pt>
    <dgm:pt modelId="{D4B7392E-5F28-45D4-BBBB-23225051B3FA}" type="pres">
      <dgm:prSet presAssocID="{2FFE0F6F-6572-4E4A-A519-AE7C58DB99D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at"/>
        </a:ext>
      </dgm:extLst>
    </dgm:pt>
    <dgm:pt modelId="{258B70A0-0C31-49F9-9586-2AE4B884828C}" type="pres">
      <dgm:prSet presAssocID="{2FFE0F6F-6572-4E4A-A519-AE7C58DB99D8}" presName="spaceRect" presStyleCnt="0"/>
      <dgm:spPr/>
    </dgm:pt>
    <dgm:pt modelId="{7FF522CE-F92E-4699-A5D4-2A0D21B07C8F}" type="pres">
      <dgm:prSet presAssocID="{2FFE0F6F-6572-4E4A-A519-AE7C58DB99D8}" presName="parTx" presStyleLbl="revTx" presStyleIdx="3" presStyleCnt="4">
        <dgm:presLayoutVars>
          <dgm:chMax val="0"/>
          <dgm:chPref val="0"/>
        </dgm:presLayoutVars>
      </dgm:prSet>
      <dgm:spPr/>
    </dgm:pt>
  </dgm:ptLst>
  <dgm:cxnLst>
    <dgm:cxn modelId="{7505701C-45C5-4CBA-ADC4-34AA057CF3F3}" srcId="{36F11688-8973-4A8A-A747-01FDC2B54896}" destId="{2FFE0F6F-6572-4E4A-A519-AE7C58DB99D8}" srcOrd="3" destOrd="0" parTransId="{FC774D0B-0FDF-41BB-8FD7-1D58920161C9}" sibTransId="{B35553B1-3049-420A-AD90-B94DB7EEAC7C}"/>
    <dgm:cxn modelId="{4A8EAD20-B124-46E3-B417-DD91F048D8E4}" type="presOf" srcId="{2FFE0F6F-6572-4E4A-A519-AE7C58DB99D8}" destId="{7FF522CE-F92E-4699-A5D4-2A0D21B07C8F}" srcOrd="0" destOrd="0" presId="urn:microsoft.com/office/officeart/2018/2/layout/IconVerticalSolidList"/>
    <dgm:cxn modelId="{6C2E4E51-212F-4D53-9178-B39DB115CBD6}" srcId="{36F11688-8973-4A8A-A747-01FDC2B54896}" destId="{1BDAD780-4CF0-4EB4-9AD8-793BA457ECDC}" srcOrd="0" destOrd="0" parTransId="{A216ACFB-EB4F-44E0-B1EF-7DD3D2027CE4}" sibTransId="{0BF0AAA0-AD7A-4998-9C31-ADCD53DE2B9E}"/>
    <dgm:cxn modelId="{AD827C58-8E59-49FC-8B15-69E808E07CF0}" srcId="{36F11688-8973-4A8A-A747-01FDC2B54896}" destId="{F8A76EFE-969B-44A9-B6DB-11D2A5F65CC0}" srcOrd="2" destOrd="0" parTransId="{FBD17EC4-8CF7-47E1-9663-AC50FFE849F2}" sibTransId="{D6CC2B06-B457-4460-894A-B168DB79896B}"/>
    <dgm:cxn modelId="{0E74307E-96B2-449C-9A40-AC2E20CB7C75}" type="presOf" srcId="{F8A76EFE-969B-44A9-B6DB-11D2A5F65CC0}" destId="{77B8C3BC-C5CB-444C-B760-DC3CD72586AA}" srcOrd="0" destOrd="0" presId="urn:microsoft.com/office/officeart/2018/2/layout/IconVerticalSolidList"/>
    <dgm:cxn modelId="{96501680-FBCC-447F-9F03-DD0D4838FCB2}" type="presOf" srcId="{FC9B8748-F8DB-47F5-8535-C4B423FC6BBB}" destId="{BF91F73A-7EAE-4FBA-831A-10074FDF41F9}" srcOrd="0" destOrd="0" presId="urn:microsoft.com/office/officeart/2018/2/layout/IconVerticalSolidList"/>
    <dgm:cxn modelId="{964D69B1-C951-4F0B-A2A4-EF9CE57BD51D}" srcId="{36F11688-8973-4A8A-A747-01FDC2B54896}" destId="{FC9B8748-F8DB-47F5-8535-C4B423FC6BBB}" srcOrd="1" destOrd="0" parTransId="{CBBBE9C7-A48B-4689-8DFD-F7262C962109}" sibTransId="{BF470C91-91AF-4A63-BAAB-3E3D0C8AD206}"/>
    <dgm:cxn modelId="{C523D7D7-AED3-4531-8829-99DDBFBF0958}" type="presOf" srcId="{36F11688-8973-4A8A-A747-01FDC2B54896}" destId="{14EB0612-4D67-42F3-BDFD-AF60CE0081B3}" srcOrd="0" destOrd="0" presId="urn:microsoft.com/office/officeart/2018/2/layout/IconVerticalSolidList"/>
    <dgm:cxn modelId="{0D4D74FA-8263-46AF-A3B0-F185244B80EF}" type="presOf" srcId="{1BDAD780-4CF0-4EB4-9AD8-793BA457ECDC}" destId="{9B723CBF-29BF-46A0-9E96-84300614ED3B}" srcOrd="0" destOrd="0" presId="urn:microsoft.com/office/officeart/2018/2/layout/IconVerticalSolidList"/>
    <dgm:cxn modelId="{37603973-3D5A-4F0E-9784-E3DF06A7BE98}" type="presParOf" srcId="{14EB0612-4D67-42F3-BDFD-AF60CE0081B3}" destId="{F0C21A46-577E-490A-86AA-4240144DDC40}" srcOrd="0" destOrd="0" presId="urn:microsoft.com/office/officeart/2018/2/layout/IconVerticalSolidList"/>
    <dgm:cxn modelId="{CF5E7FC6-B3E7-4E6A-82B5-DDEA740B6AD3}" type="presParOf" srcId="{F0C21A46-577E-490A-86AA-4240144DDC40}" destId="{E2DA085A-6FE1-4766-80FE-0C7486F7FBDB}" srcOrd="0" destOrd="0" presId="urn:microsoft.com/office/officeart/2018/2/layout/IconVerticalSolidList"/>
    <dgm:cxn modelId="{921B0186-3D84-419C-A4C8-0CAF7E7ACA1A}" type="presParOf" srcId="{F0C21A46-577E-490A-86AA-4240144DDC40}" destId="{8A4B130F-49D5-4131-B6EC-32494C509B83}" srcOrd="1" destOrd="0" presId="urn:microsoft.com/office/officeart/2018/2/layout/IconVerticalSolidList"/>
    <dgm:cxn modelId="{6000DFCE-FE68-4236-851E-2F82098C4030}" type="presParOf" srcId="{F0C21A46-577E-490A-86AA-4240144DDC40}" destId="{C337CB65-16F4-4039-B57F-8D3FAFCC4415}" srcOrd="2" destOrd="0" presId="urn:microsoft.com/office/officeart/2018/2/layout/IconVerticalSolidList"/>
    <dgm:cxn modelId="{D021EABE-4DB7-49ED-A0E7-4124F7F590D4}" type="presParOf" srcId="{F0C21A46-577E-490A-86AA-4240144DDC40}" destId="{9B723CBF-29BF-46A0-9E96-84300614ED3B}" srcOrd="3" destOrd="0" presId="urn:microsoft.com/office/officeart/2018/2/layout/IconVerticalSolidList"/>
    <dgm:cxn modelId="{D038DCD6-28DF-4FEB-98D9-C601B9A67629}" type="presParOf" srcId="{14EB0612-4D67-42F3-BDFD-AF60CE0081B3}" destId="{137A9FFC-D495-4EE6-851D-F22F5A4CA10E}" srcOrd="1" destOrd="0" presId="urn:microsoft.com/office/officeart/2018/2/layout/IconVerticalSolidList"/>
    <dgm:cxn modelId="{357D94A6-818D-4E70-9469-058C04EA4FC1}" type="presParOf" srcId="{14EB0612-4D67-42F3-BDFD-AF60CE0081B3}" destId="{40880DE8-D1F2-468E-B362-D1D3078BC908}" srcOrd="2" destOrd="0" presId="urn:microsoft.com/office/officeart/2018/2/layout/IconVerticalSolidList"/>
    <dgm:cxn modelId="{596E4F23-DB83-4C2F-A896-06E096A3970B}" type="presParOf" srcId="{40880DE8-D1F2-468E-B362-D1D3078BC908}" destId="{F49E1429-1672-45D2-BE32-92B786C04ABC}" srcOrd="0" destOrd="0" presId="urn:microsoft.com/office/officeart/2018/2/layout/IconVerticalSolidList"/>
    <dgm:cxn modelId="{CF50B8F3-1541-4700-A58C-5D7E31AB8862}" type="presParOf" srcId="{40880DE8-D1F2-468E-B362-D1D3078BC908}" destId="{77D2629C-D67B-495B-AEF2-F32C9A2F056E}" srcOrd="1" destOrd="0" presId="urn:microsoft.com/office/officeart/2018/2/layout/IconVerticalSolidList"/>
    <dgm:cxn modelId="{76882275-54BD-4300-9C72-8F532F1174A7}" type="presParOf" srcId="{40880DE8-D1F2-468E-B362-D1D3078BC908}" destId="{D767B18F-E818-479C-8C88-F53286B7162E}" srcOrd="2" destOrd="0" presId="urn:microsoft.com/office/officeart/2018/2/layout/IconVerticalSolidList"/>
    <dgm:cxn modelId="{C63E4265-8C3A-4B99-8CF7-4D6373B4226B}" type="presParOf" srcId="{40880DE8-D1F2-468E-B362-D1D3078BC908}" destId="{BF91F73A-7EAE-4FBA-831A-10074FDF41F9}" srcOrd="3" destOrd="0" presId="urn:microsoft.com/office/officeart/2018/2/layout/IconVerticalSolidList"/>
    <dgm:cxn modelId="{035E7069-D12C-4F6E-AFD0-62EDCC32EB1B}" type="presParOf" srcId="{14EB0612-4D67-42F3-BDFD-AF60CE0081B3}" destId="{4088E91D-D7DA-4CD5-9009-EF74D91FC208}" srcOrd="3" destOrd="0" presId="urn:microsoft.com/office/officeart/2018/2/layout/IconVerticalSolidList"/>
    <dgm:cxn modelId="{B4F3084D-E6A2-4D1C-AEA8-2BD93E43F3C8}" type="presParOf" srcId="{14EB0612-4D67-42F3-BDFD-AF60CE0081B3}" destId="{B55575E5-A6AD-49EE-9B52-4C8119F65034}" srcOrd="4" destOrd="0" presId="urn:microsoft.com/office/officeart/2018/2/layout/IconVerticalSolidList"/>
    <dgm:cxn modelId="{E2C566EB-21C1-4013-BDC1-3B080ED7AD72}" type="presParOf" srcId="{B55575E5-A6AD-49EE-9B52-4C8119F65034}" destId="{23BB4A4B-1903-455B-B41C-683B21E733CF}" srcOrd="0" destOrd="0" presId="urn:microsoft.com/office/officeart/2018/2/layout/IconVerticalSolidList"/>
    <dgm:cxn modelId="{161123A1-8FF9-4F60-B442-8CE0BCBF49AB}" type="presParOf" srcId="{B55575E5-A6AD-49EE-9B52-4C8119F65034}" destId="{CDFD8D11-BCEB-462C-AE52-2B79857179F2}" srcOrd="1" destOrd="0" presId="urn:microsoft.com/office/officeart/2018/2/layout/IconVerticalSolidList"/>
    <dgm:cxn modelId="{089FB55E-AEBA-4DBA-B4BC-476F48B7DB13}" type="presParOf" srcId="{B55575E5-A6AD-49EE-9B52-4C8119F65034}" destId="{C3A2FAAF-EA6F-470D-858F-B2E926922AA8}" srcOrd="2" destOrd="0" presId="urn:microsoft.com/office/officeart/2018/2/layout/IconVerticalSolidList"/>
    <dgm:cxn modelId="{6CFD0B53-9E46-4A87-A4A6-DD08B5FE55C7}" type="presParOf" srcId="{B55575E5-A6AD-49EE-9B52-4C8119F65034}" destId="{77B8C3BC-C5CB-444C-B760-DC3CD72586AA}" srcOrd="3" destOrd="0" presId="urn:microsoft.com/office/officeart/2018/2/layout/IconVerticalSolidList"/>
    <dgm:cxn modelId="{D11EE6A5-5B74-462A-90F1-012528289A2C}" type="presParOf" srcId="{14EB0612-4D67-42F3-BDFD-AF60CE0081B3}" destId="{9A7D2B0C-CA71-4FAF-9B56-02AFFF5B40AA}" srcOrd="5" destOrd="0" presId="urn:microsoft.com/office/officeart/2018/2/layout/IconVerticalSolidList"/>
    <dgm:cxn modelId="{8889B013-9B3A-4BB0-A891-AC2788EDAC76}" type="presParOf" srcId="{14EB0612-4D67-42F3-BDFD-AF60CE0081B3}" destId="{67C4E631-0AB4-41F8-9E5A-0915CAA95820}" srcOrd="6" destOrd="0" presId="urn:microsoft.com/office/officeart/2018/2/layout/IconVerticalSolidList"/>
    <dgm:cxn modelId="{16C5303E-A305-4D34-A4AB-EE44D38FDA05}" type="presParOf" srcId="{67C4E631-0AB4-41F8-9E5A-0915CAA95820}" destId="{5108AE71-4A82-4614-9765-E26F2E58663E}" srcOrd="0" destOrd="0" presId="urn:microsoft.com/office/officeart/2018/2/layout/IconVerticalSolidList"/>
    <dgm:cxn modelId="{648B4EA5-4E59-46ED-A779-DA48B154D24B}" type="presParOf" srcId="{67C4E631-0AB4-41F8-9E5A-0915CAA95820}" destId="{D4B7392E-5F28-45D4-BBBB-23225051B3FA}" srcOrd="1" destOrd="0" presId="urn:microsoft.com/office/officeart/2018/2/layout/IconVerticalSolidList"/>
    <dgm:cxn modelId="{13AF1FE7-4DE4-4D5B-A0C9-EA677A8A16B1}" type="presParOf" srcId="{67C4E631-0AB4-41F8-9E5A-0915CAA95820}" destId="{258B70A0-0C31-49F9-9586-2AE4B884828C}" srcOrd="2" destOrd="0" presId="urn:microsoft.com/office/officeart/2018/2/layout/IconVerticalSolidList"/>
    <dgm:cxn modelId="{043EB3B7-F291-45A7-AB42-FC90119F4F6B}" type="presParOf" srcId="{67C4E631-0AB4-41F8-9E5A-0915CAA95820}" destId="{7FF522CE-F92E-4699-A5D4-2A0D21B07C8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0F448F8C-72E3-478D-98BD-A899E288ADE9}" type="doc">
      <dgm:prSet loTypeId="urn:microsoft.com/office/officeart/2005/8/layout/hierarchy1" loCatId="hierarchy" qsTypeId="urn:microsoft.com/office/officeart/2005/8/quickstyle/simple1" qsCatId="simple" csTypeId="urn:microsoft.com/office/officeart/2005/8/colors/colorful5" csCatId="colorful"/>
      <dgm:spPr/>
      <dgm:t>
        <a:bodyPr/>
        <a:lstStyle/>
        <a:p>
          <a:endParaRPr lang="en-US"/>
        </a:p>
      </dgm:t>
    </dgm:pt>
    <dgm:pt modelId="{C1D480E3-9D81-48D3-B3DE-6F31DAD559EF}">
      <dgm:prSet/>
      <dgm:spPr/>
      <dgm:t>
        <a:bodyPr/>
        <a:lstStyle/>
        <a:p>
          <a:r>
            <a:rPr lang="fr-FR" b="1"/>
            <a:t>Valoriser le quotidien</a:t>
          </a:r>
          <a:endParaRPr lang="en-US"/>
        </a:p>
      </dgm:t>
    </dgm:pt>
    <dgm:pt modelId="{43DC3764-C95A-4B50-8CBF-1CF8C434BF60}" type="parTrans" cxnId="{0D0E2031-2171-48D4-A46C-EA4D9FAA7FB7}">
      <dgm:prSet/>
      <dgm:spPr/>
      <dgm:t>
        <a:bodyPr/>
        <a:lstStyle/>
        <a:p>
          <a:endParaRPr lang="en-US"/>
        </a:p>
      </dgm:t>
    </dgm:pt>
    <dgm:pt modelId="{031A3E02-C805-408F-B3A2-84BD17A6BDDE}" type="sibTrans" cxnId="{0D0E2031-2171-48D4-A46C-EA4D9FAA7FB7}">
      <dgm:prSet/>
      <dgm:spPr/>
      <dgm:t>
        <a:bodyPr/>
        <a:lstStyle/>
        <a:p>
          <a:endParaRPr lang="en-US"/>
        </a:p>
      </dgm:t>
    </dgm:pt>
    <dgm:pt modelId="{0B802B00-9576-434A-84E5-46CBF54EA9B1}">
      <dgm:prSet/>
      <dgm:spPr/>
      <dgm:t>
        <a:bodyPr/>
        <a:lstStyle/>
        <a:p>
          <a:r>
            <a:rPr lang="fr-FR"/>
            <a:t>Voir les petites actions du quotidien (préparer un repas, ranger, accompagner à une promenade) comme des moments clés pour maintenir le bien-être global.</a:t>
          </a:r>
          <a:endParaRPr lang="en-US"/>
        </a:p>
      </dgm:t>
    </dgm:pt>
    <dgm:pt modelId="{92DA6FE3-E8CE-40DD-ABB0-79060695B916}" type="parTrans" cxnId="{49C268E5-2DCC-4621-9DD9-B63A2A32103D}">
      <dgm:prSet/>
      <dgm:spPr/>
      <dgm:t>
        <a:bodyPr/>
        <a:lstStyle/>
        <a:p>
          <a:endParaRPr lang="en-US"/>
        </a:p>
      </dgm:t>
    </dgm:pt>
    <dgm:pt modelId="{C2C7F2E1-28EA-461D-A60C-4844BA31C905}" type="sibTrans" cxnId="{49C268E5-2DCC-4621-9DD9-B63A2A32103D}">
      <dgm:prSet/>
      <dgm:spPr/>
      <dgm:t>
        <a:bodyPr/>
        <a:lstStyle/>
        <a:p>
          <a:endParaRPr lang="en-US"/>
        </a:p>
      </dgm:t>
    </dgm:pt>
    <dgm:pt modelId="{66641D94-CFB5-4C89-86F6-99F43ECA50E4}">
      <dgm:prSet/>
      <dgm:spPr/>
      <dgm:t>
        <a:bodyPr/>
        <a:lstStyle/>
        <a:p>
          <a:r>
            <a:rPr lang="fr-FR" dirty="0"/>
            <a:t>Donner une signification aux gestes : « Cette promenade vous aidera à rester en forme », « Ce plat est cuisiné comme vous l’aimez ».</a:t>
          </a:r>
          <a:endParaRPr lang="en-US" dirty="0"/>
        </a:p>
      </dgm:t>
    </dgm:pt>
    <dgm:pt modelId="{C143CFC9-35AC-4B5B-9CBA-1186BA7CD1F8}" type="parTrans" cxnId="{11236ED1-8CB1-4CBC-81F4-262958B5109E}">
      <dgm:prSet/>
      <dgm:spPr/>
      <dgm:t>
        <a:bodyPr/>
        <a:lstStyle/>
        <a:p>
          <a:endParaRPr lang="en-US"/>
        </a:p>
      </dgm:t>
    </dgm:pt>
    <dgm:pt modelId="{9E53AFA7-97CF-4D1B-9115-A27F939F738E}" type="sibTrans" cxnId="{11236ED1-8CB1-4CBC-81F4-262958B5109E}">
      <dgm:prSet/>
      <dgm:spPr/>
      <dgm:t>
        <a:bodyPr/>
        <a:lstStyle/>
        <a:p>
          <a:endParaRPr lang="en-US"/>
        </a:p>
      </dgm:t>
    </dgm:pt>
    <dgm:pt modelId="{0D529508-7FD5-4C61-BA7A-ADCE945B7102}">
      <dgm:prSet/>
      <dgm:spPr/>
      <dgm:t>
        <a:bodyPr/>
        <a:lstStyle/>
        <a:p>
          <a:r>
            <a:rPr lang="fr-FR" b="1"/>
            <a:t>Adapter les pratiques</a:t>
          </a:r>
          <a:endParaRPr lang="en-US"/>
        </a:p>
      </dgm:t>
    </dgm:pt>
    <dgm:pt modelId="{5D089B2F-DEE2-4018-91A0-056F94256395}" type="parTrans" cxnId="{18E56CA7-13C0-4A94-B3FA-B46814FEDD96}">
      <dgm:prSet/>
      <dgm:spPr/>
      <dgm:t>
        <a:bodyPr/>
        <a:lstStyle/>
        <a:p>
          <a:endParaRPr lang="en-US"/>
        </a:p>
      </dgm:t>
    </dgm:pt>
    <dgm:pt modelId="{9DA31066-CAF7-494B-A00A-96CACE1B727F}" type="sibTrans" cxnId="{18E56CA7-13C0-4A94-B3FA-B46814FEDD96}">
      <dgm:prSet/>
      <dgm:spPr/>
      <dgm:t>
        <a:bodyPr/>
        <a:lstStyle/>
        <a:p>
          <a:endParaRPr lang="en-US"/>
        </a:p>
      </dgm:t>
    </dgm:pt>
    <dgm:pt modelId="{308BC171-D1E2-4A16-87A6-3C8941E8ADE2}">
      <dgm:prSet/>
      <dgm:spPr/>
      <dgm:t>
        <a:bodyPr/>
        <a:lstStyle/>
        <a:p>
          <a:r>
            <a:rPr lang="fr-FR"/>
            <a:t>Comprendre que chaque jour peut apporter des changements dans l’état ou l’humeur de la personne accompagnée.</a:t>
          </a:r>
          <a:endParaRPr lang="en-US"/>
        </a:p>
      </dgm:t>
    </dgm:pt>
    <dgm:pt modelId="{23D3EBE0-1C50-4FF7-9159-765A475840B3}" type="parTrans" cxnId="{471961BC-E294-423C-9FC8-2DDA153C4485}">
      <dgm:prSet/>
      <dgm:spPr/>
      <dgm:t>
        <a:bodyPr/>
        <a:lstStyle/>
        <a:p>
          <a:endParaRPr lang="en-US"/>
        </a:p>
      </dgm:t>
    </dgm:pt>
    <dgm:pt modelId="{74D49E29-FA35-4FF1-A983-BB9064898FB2}" type="sibTrans" cxnId="{471961BC-E294-423C-9FC8-2DDA153C4485}">
      <dgm:prSet/>
      <dgm:spPr/>
      <dgm:t>
        <a:bodyPr/>
        <a:lstStyle/>
        <a:p>
          <a:endParaRPr lang="en-US"/>
        </a:p>
      </dgm:t>
    </dgm:pt>
    <dgm:pt modelId="{D3599DCD-A790-4A0F-9F98-3A4E0AB710ED}">
      <dgm:prSet/>
      <dgm:spPr/>
      <dgm:t>
        <a:bodyPr/>
        <a:lstStyle/>
        <a:p>
          <a:r>
            <a:rPr lang="fr-FR"/>
            <a:t>Ajuster les actions en conséquence, en tenant compte de l’évolution de ses capacités ou de son environnement.</a:t>
          </a:r>
          <a:endParaRPr lang="en-US"/>
        </a:p>
      </dgm:t>
    </dgm:pt>
    <dgm:pt modelId="{75816F9C-E78D-433E-8CF4-1AC998E9DF89}" type="parTrans" cxnId="{281B7526-E893-4868-9121-7F2E0349C7EB}">
      <dgm:prSet/>
      <dgm:spPr/>
      <dgm:t>
        <a:bodyPr/>
        <a:lstStyle/>
        <a:p>
          <a:endParaRPr lang="en-US"/>
        </a:p>
      </dgm:t>
    </dgm:pt>
    <dgm:pt modelId="{878441BA-E733-4EDE-8344-C7E24D87258D}" type="sibTrans" cxnId="{281B7526-E893-4868-9121-7F2E0349C7EB}">
      <dgm:prSet/>
      <dgm:spPr/>
      <dgm:t>
        <a:bodyPr/>
        <a:lstStyle/>
        <a:p>
          <a:endParaRPr lang="en-US"/>
        </a:p>
      </dgm:t>
    </dgm:pt>
    <dgm:pt modelId="{6083DA49-26AD-453C-94D5-20DD98B96F0D}" type="pres">
      <dgm:prSet presAssocID="{0F448F8C-72E3-478D-98BD-A899E288ADE9}" presName="hierChild1" presStyleCnt="0">
        <dgm:presLayoutVars>
          <dgm:chPref val="1"/>
          <dgm:dir/>
          <dgm:animOne val="branch"/>
          <dgm:animLvl val="lvl"/>
          <dgm:resizeHandles/>
        </dgm:presLayoutVars>
      </dgm:prSet>
      <dgm:spPr/>
    </dgm:pt>
    <dgm:pt modelId="{A84489F6-FB0C-4FF4-9A41-EF871A75E5C1}" type="pres">
      <dgm:prSet presAssocID="{C1D480E3-9D81-48D3-B3DE-6F31DAD559EF}" presName="hierRoot1" presStyleCnt="0"/>
      <dgm:spPr/>
    </dgm:pt>
    <dgm:pt modelId="{0EA62130-A78F-4731-AA2A-AEF369F21E0C}" type="pres">
      <dgm:prSet presAssocID="{C1D480E3-9D81-48D3-B3DE-6F31DAD559EF}" presName="composite" presStyleCnt="0"/>
      <dgm:spPr/>
    </dgm:pt>
    <dgm:pt modelId="{AE34F24C-3B95-4C1B-9C39-9273BEFF2021}" type="pres">
      <dgm:prSet presAssocID="{C1D480E3-9D81-48D3-B3DE-6F31DAD559EF}" presName="background" presStyleLbl="node0" presStyleIdx="0" presStyleCnt="2"/>
      <dgm:spPr/>
    </dgm:pt>
    <dgm:pt modelId="{C0A25340-9220-438C-B232-7C2CBE98AC75}" type="pres">
      <dgm:prSet presAssocID="{C1D480E3-9D81-48D3-B3DE-6F31DAD559EF}" presName="text" presStyleLbl="fgAcc0" presStyleIdx="0" presStyleCnt="2">
        <dgm:presLayoutVars>
          <dgm:chPref val="3"/>
        </dgm:presLayoutVars>
      </dgm:prSet>
      <dgm:spPr/>
    </dgm:pt>
    <dgm:pt modelId="{8476B822-493A-4F58-B1F3-F5544A89D010}" type="pres">
      <dgm:prSet presAssocID="{C1D480E3-9D81-48D3-B3DE-6F31DAD559EF}" presName="hierChild2" presStyleCnt="0"/>
      <dgm:spPr/>
    </dgm:pt>
    <dgm:pt modelId="{82770DE3-F3C9-4BB5-9A8E-D4397F87FD6C}" type="pres">
      <dgm:prSet presAssocID="{92DA6FE3-E8CE-40DD-ABB0-79060695B916}" presName="Name10" presStyleLbl="parChTrans1D2" presStyleIdx="0" presStyleCnt="4"/>
      <dgm:spPr/>
    </dgm:pt>
    <dgm:pt modelId="{891CA929-7206-482F-82FC-6B22822BE3EE}" type="pres">
      <dgm:prSet presAssocID="{0B802B00-9576-434A-84E5-46CBF54EA9B1}" presName="hierRoot2" presStyleCnt="0"/>
      <dgm:spPr/>
    </dgm:pt>
    <dgm:pt modelId="{DBA487B7-884F-48EC-BD99-7FA747587363}" type="pres">
      <dgm:prSet presAssocID="{0B802B00-9576-434A-84E5-46CBF54EA9B1}" presName="composite2" presStyleCnt="0"/>
      <dgm:spPr/>
    </dgm:pt>
    <dgm:pt modelId="{FBBE268C-8C0F-493F-859B-07EB9EBF4B64}" type="pres">
      <dgm:prSet presAssocID="{0B802B00-9576-434A-84E5-46CBF54EA9B1}" presName="background2" presStyleLbl="node2" presStyleIdx="0" presStyleCnt="4"/>
      <dgm:spPr/>
    </dgm:pt>
    <dgm:pt modelId="{6F87DA0A-37E3-4B69-8C1F-F6D62290E2F8}" type="pres">
      <dgm:prSet presAssocID="{0B802B00-9576-434A-84E5-46CBF54EA9B1}" presName="text2" presStyleLbl="fgAcc2" presStyleIdx="0" presStyleCnt="4">
        <dgm:presLayoutVars>
          <dgm:chPref val="3"/>
        </dgm:presLayoutVars>
      </dgm:prSet>
      <dgm:spPr/>
    </dgm:pt>
    <dgm:pt modelId="{C28EB79F-00BF-41A7-BE23-DCEBA3C0786B}" type="pres">
      <dgm:prSet presAssocID="{0B802B00-9576-434A-84E5-46CBF54EA9B1}" presName="hierChild3" presStyleCnt="0"/>
      <dgm:spPr/>
    </dgm:pt>
    <dgm:pt modelId="{9E13E1EE-C40A-49B6-9513-B5B96A3E77F0}" type="pres">
      <dgm:prSet presAssocID="{C143CFC9-35AC-4B5B-9CBA-1186BA7CD1F8}" presName="Name10" presStyleLbl="parChTrans1D2" presStyleIdx="1" presStyleCnt="4"/>
      <dgm:spPr/>
    </dgm:pt>
    <dgm:pt modelId="{0CFA325F-1EE0-43AE-B1AC-3C0C24A6D3FB}" type="pres">
      <dgm:prSet presAssocID="{66641D94-CFB5-4C89-86F6-99F43ECA50E4}" presName="hierRoot2" presStyleCnt="0"/>
      <dgm:spPr/>
    </dgm:pt>
    <dgm:pt modelId="{8C9128B6-BA82-4E29-9061-0802882D057A}" type="pres">
      <dgm:prSet presAssocID="{66641D94-CFB5-4C89-86F6-99F43ECA50E4}" presName="composite2" presStyleCnt="0"/>
      <dgm:spPr/>
    </dgm:pt>
    <dgm:pt modelId="{10505734-9E31-4E85-918E-8B6A517896BB}" type="pres">
      <dgm:prSet presAssocID="{66641D94-CFB5-4C89-86F6-99F43ECA50E4}" presName="background2" presStyleLbl="node2" presStyleIdx="1" presStyleCnt="4"/>
      <dgm:spPr/>
    </dgm:pt>
    <dgm:pt modelId="{2CB5190D-291A-4D47-9DBE-2248923B8F01}" type="pres">
      <dgm:prSet presAssocID="{66641D94-CFB5-4C89-86F6-99F43ECA50E4}" presName="text2" presStyleLbl="fgAcc2" presStyleIdx="1" presStyleCnt="4">
        <dgm:presLayoutVars>
          <dgm:chPref val="3"/>
        </dgm:presLayoutVars>
      </dgm:prSet>
      <dgm:spPr/>
    </dgm:pt>
    <dgm:pt modelId="{E52B6CDE-C996-4530-BAAC-6183DBDF6BDE}" type="pres">
      <dgm:prSet presAssocID="{66641D94-CFB5-4C89-86F6-99F43ECA50E4}" presName="hierChild3" presStyleCnt="0"/>
      <dgm:spPr/>
    </dgm:pt>
    <dgm:pt modelId="{AF465FC0-8BFE-4F42-AB11-7B9B31397049}" type="pres">
      <dgm:prSet presAssocID="{0D529508-7FD5-4C61-BA7A-ADCE945B7102}" presName="hierRoot1" presStyleCnt="0"/>
      <dgm:spPr/>
    </dgm:pt>
    <dgm:pt modelId="{5CE37971-4BC7-4C7E-915C-AD9F9335B38F}" type="pres">
      <dgm:prSet presAssocID="{0D529508-7FD5-4C61-BA7A-ADCE945B7102}" presName="composite" presStyleCnt="0"/>
      <dgm:spPr/>
    </dgm:pt>
    <dgm:pt modelId="{4EF7D302-777F-4984-8269-04AAAF668680}" type="pres">
      <dgm:prSet presAssocID="{0D529508-7FD5-4C61-BA7A-ADCE945B7102}" presName="background" presStyleLbl="node0" presStyleIdx="1" presStyleCnt="2"/>
      <dgm:spPr/>
    </dgm:pt>
    <dgm:pt modelId="{29F53DB2-5118-41B3-B320-CE67887CC126}" type="pres">
      <dgm:prSet presAssocID="{0D529508-7FD5-4C61-BA7A-ADCE945B7102}" presName="text" presStyleLbl="fgAcc0" presStyleIdx="1" presStyleCnt="2">
        <dgm:presLayoutVars>
          <dgm:chPref val="3"/>
        </dgm:presLayoutVars>
      </dgm:prSet>
      <dgm:spPr/>
    </dgm:pt>
    <dgm:pt modelId="{95C4767E-E655-4BB3-8A37-92CA2628D59A}" type="pres">
      <dgm:prSet presAssocID="{0D529508-7FD5-4C61-BA7A-ADCE945B7102}" presName="hierChild2" presStyleCnt="0"/>
      <dgm:spPr/>
    </dgm:pt>
    <dgm:pt modelId="{A9EA6D20-A1BD-4374-970D-6350F323F18A}" type="pres">
      <dgm:prSet presAssocID="{23D3EBE0-1C50-4FF7-9159-765A475840B3}" presName="Name10" presStyleLbl="parChTrans1D2" presStyleIdx="2" presStyleCnt="4"/>
      <dgm:spPr/>
    </dgm:pt>
    <dgm:pt modelId="{9B7283EB-119A-43A4-9C4C-664EB380EEE6}" type="pres">
      <dgm:prSet presAssocID="{308BC171-D1E2-4A16-87A6-3C8941E8ADE2}" presName="hierRoot2" presStyleCnt="0"/>
      <dgm:spPr/>
    </dgm:pt>
    <dgm:pt modelId="{7F3FCB81-1C9F-4E6E-B310-76B7AC27BF04}" type="pres">
      <dgm:prSet presAssocID="{308BC171-D1E2-4A16-87A6-3C8941E8ADE2}" presName="composite2" presStyleCnt="0"/>
      <dgm:spPr/>
    </dgm:pt>
    <dgm:pt modelId="{AE0353D9-EA4B-461F-9F3C-BFD2A64E4104}" type="pres">
      <dgm:prSet presAssocID="{308BC171-D1E2-4A16-87A6-3C8941E8ADE2}" presName="background2" presStyleLbl="node2" presStyleIdx="2" presStyleCnt="4"/>
      <dgm:spPr/>
    </dgm:pt>
    <dgm:pt modelId="{F51ADFCD-C9F8-4A4A-B4E5-3FB042F359C7}" type="pres">
      <dgm:prSet presAssocID="{308BC171-D1E2-4A16-87A6-3C8941E8ADE2}" presName="text2" presStyleLbl="fgAcc2" presStyleIdx="2" presStyleCnt="4">
        <dgm:presLayoutVars>
          <dgm:chPref val="3"/>
        </dgm:presLayoutVars>
      </dgm:prSet>
      <dgm:spPr/>
    </dgm:pt>
    <dgm:pt modelId="{6E76DD04-E0BD-4A57-95AF-F3771E6A3F9B}" type="pres">
      <dgm:prSet presAssocID="{308BC171-D1E2-4A16-87A6-3C8941E8ADE2}" presName="hierChild3" presStyleCnt="0"/>
      <dgm:spPr/>
    </dgm:pt>
    <dgm:pt modelId="{D77A92F0-54FC-4B72-A10B-F0BB28905032}" type="pres">
      <dgm:prSet presAssocID="{75816F9C-E78D-433E-8CF4-1AC998E9DF89}" presName="Name10" presStyleLbl="parChTrans1D2" presStyleIdx="3" presStyleCnt="4"/>
      <dgm:spPr/>
    </dgm:pt>
    <dgm:pt modelId="{664F8A1F-232B-44B3-BFF3-3D7F93689D76}" type="pres">
      <dgm:prSet presAssocID="{D3599DCD-A790-4A0F-9F98-3A4E0AB710ED}" presName="hierRoot2" presStyleCnt="0"/>
      <dgm:spPr/>
    </dgm:pt>
    <dgm:pt modelId="{EA061422-34D1-4209-9FFB-35F4496B32C7}" type="pres">
      <dgm:prSet presAssocID="{D3599DCD-A790-4A0F-9F98-3A4E0AB710ED}" presName="composite2" presStyleCnt="0"/>
      <dgm:spPr/>
    </dgm:pt>
    <dgm:pt modelId="{C36492A8-3685-4027-95AA-E6304FF66D58}" type="pres">
      <dgm:prSet presAssocID="{D3599DCD-A790-4A0F-9F98-3A4E0AB710ED}" presName="background2" presStyleLbl="node2" presStyleIdx="3" presStyleCnt="4"/>
      <dgm:spPr/>
    </dgm:pt>
    <dgm:pt modelId="{D23627E9-E2D5-41C0-B8D7-AF46A501217D}" type="pres">
      <dgm:prSet presAssocID="{D3599DCD-A790-4A0F-9F98-3A4E0AB710ED}" presName="text2" presStyleLbl="fgAcc2" presStyleIdx="3" presStyleCnt="4">
        <dgm:presLayoutVars>
          <dgm:chPref val="3"/>
        </dgm:presLayoutVars>
      </dgm:prSet>
      <dgm:spPr/>
    </dgm:pt>
    <dgm:pt modelId="{50851499-3A37-47DA-AA42-BC1356C9D190}" type="pres">
      <dgm:prSet presAssocID="{D3599DCD-A790-4A0F-9F98-3A4E0AB710ED}" presName="hierChild3" presStyleCnt="0"/>
      <dgm:spPr/>
    </dgm:pt>
  </dgm:ptLst>
  <dgm:cxnLst>
    <dgm:cxn modelId="{34E1E91F-4982-4EC6-B36A-B93CF30A06BC}" type="presOf" srcId="{23D3EBE0-1C50-4FF7-9159-765A475840B3}" destId="{A9EA6D20-A1BD-4374-970D-6350F323F18A}" srcOrd="0" destOrd="0" presId="urn:microsoft.com/office/officeart/2005/8/layout/hierarchy1"/>
    <dgm:cxn modelId="{281B7526-E893-4868-9121-7F2E0349C7EB}" srcId="{0D529508-7FD5-4C61-BA7A-ADCE945B7102}" destId="{D3599DCD-A790-4A0F-9F98-3A4E0AB710ED}" srcOrd="1" destOrd="0" parTransId="{75816F9C-E78D-433E-8CF4-1AC998E9DF89}" sibTransId="{878441BA-E733-4EDE-8344-C7E24D87258D}"/>
    <dgm:cxn modelId="{0D0E2031-2171-48D4-A46C-EA4D9FAA7FB7}" srcId="{0F448F8C-72E3-478D-98BD-A899E288ADE9}" destId="{C1D480E3-9D81-48D3-B3DE-6F31DAD559EF}" srcOrd="0" destOrd="0" parTransId="{43DC3764-C95A-4B50-8CBF-1CF8C434BF60}" sibTransId="{031A3E02-C805-408F-B3A2-84BD17A6BDDE}"/>
    <dgm:cxn modelId="{DFCBA649-9BCC-48B5-9FEC-4B73A36433AA}" type="presOf" srcId="{C143CFC9-35AC-4B5B-9CBA-1186BA7CD1F8}" destId="{9E13E1EE-C40A-49B6-9513-B5B96A3E77F0}" srcOrd="0" destOrd="0" presId="urn:microsoft.com/office/officeart/2005/8/layout/hierarchy1"/>
    <dgm:cxn modelId="{684C8750-D070-4E83-A500-6E0E28A2570C}" type="presOf" srcId="{0F448F8C-72E3-478D-98BD-A899E288ADE9}" destId="{6083DA49-26AD-453C-94D5-20DD98B96F0D}" srcOrd="0" destOrd="0" presId="urn:microsoft.com/office/officeart/2005/8/layout/hierarchy1"/>
    <dgm:cxn modelId="{CD86FB8C-DE09-4E38-8830-26169AFF827A}" type="presOf" srcId="{0D529508-7FD5-4C61-BA7A-ADCE945B7102}" destId="{29F53DB2-5118-41B3-B320-CE67887CC126}" srcOrd="0" destOrd="0" presId="urn:microsoft.com/office/officeart/2005/8/layout/hierarchy1"/>
    <dgm:cxn modelId="{BED76DA0-8197-466E-846B-66761AF07F2E}" type="presOf" srcId="{0B802B00-9576-434A-84E5-46CBF54EA9B1}" destId="{6F87DA0A-37E3-4B69-8C1F-F6D62290E2F8}" srcOrd="0" destOrd="0" presId="urn:microsoft.com/office/officeart/2005/8/layout/hierarchy1"/>
    <dgm:cxn modelId="{4B0581A6-3301-449E-82C4-37DF8B426EE0}" type="presOf" srcId="{C1D480E3-9D81-48D3-B3DE-6F31DAD559EF}" destId="{C0A25340-9220-438C-B232-7C2CBE98AC75}" srcOrd="0" destOrd="0" presId="urn:microsoft.com/office/officeart/2005/8/layout/hierarchy1"/>
    <dgm:cxn modelId="{18E56CA7-13C0-4A94-B3FA-B46814FEDD96}" srcId="{0F448F8C-72E3-478D-98BD-A899E288ADE9}" destId="{0D529508-7FD5-4C61-BA7A-ADCE945B7102}" srcOrd="1" destOrd="0" parTransId="{5D089B2F-DEE2-4018-91A0-056F94256395}" sibTransId="{9DA31066-CAF7-494B-A00A-96CACE1B727F}"/>
    <dgm:cxn modelId="{471961BC-E294-423C-9FC8-2DDA153C4485}" srcId="{0D529508-7FD5-4C61-BA7A-ADCE945B7102}" destId="{308BC171-D1E2-4A16-87A6-3C8941E8ADE2}" srcOrd="0" destOrd="0" parTransId="{23D3EBE0-1C50-4FF7-9159-765A475840B3}" sibTransId="{74D49E29-FA35-4FF1-A983-BB9064898FB2}"/>
    <dgm:cxn modelId="{5589CEC7-D5A8-4BF9-9B4F-DC117AA02326}" type="presOf" srcId="{66641D94-CFB5-4C89-86F6-99F43ECA50E4}" destId="{2CB5190D-291A-4D47-9DBE-2248923B8F01}" srcOrd="0" destOrd="0" presId="urn:microsoft.com/office/officeart/2005/8/layout/hierarchy1"/>
    <dgm:cxn modelId="{FEF5ECCA-E204-4AFB-9E5F-A3117B81B852}" type="presOf" srcId="{308BC171-D1E2-4A16-87A6-3C8941E8ADE2}" destId="{F51ADFCD-C9F8-4A4A-B4E5-3FB042F359C7}" srcOrd="0" destOrd="0" presId="urn:microsoft.com/office/officeart/2005/8/layout/hierarchy1"/>
    <dgm:cxn modelId="{DBFE2ED0-5402-4135-A2ED-2AC3BB4C01CB}" type="presOf" srcId="{92DA6FE3-E8CE-40DD-ABB0-79060695B916}" destId="{82770DE3-F3C9-4BB5-9A8E-D4397F87FD6C}" srcOrd="0" destOrd="0" presId="urn:microsoft.com/office/officeart/2005/8/layout/hierarchy1"/>
    <dgm:cxn modelId="{11236ED1-8CB1-4CBC-81F4-262958B5109E}" srcId="{C1D480E3-9D81-48D3-B3DE-6F31DAD559EF}" destId="{66641D94-CFB5-4C89-86F6-99F43ECA50E4}" srcOrd="1" destOrd="0" parTransId="{C143CFC9-35AC-4B5B-9CBA-1186BA7CD1F8}" sibTransId="{9E53AFA7-97CF-4D1B-9115-A27F939F738E}"/>
    <dgm:cxn modelId="{9331C8DA-8037-4CD3-8A50-B1A5DFC4997B}" type="presOf" srcId="{75816F9C-E78D-433E-8CF4-1AC998E9DF89}" destId="{D77A92F0-54FC-4B72-A10B-F0BB28905032}" srcOrd="0" destOrd="0" presId="urn:microsoft.com/office/officeart/2005/8/layout/hierarchy1"/>
    <dgm:cxn modelId="{49C268E5-2DCC-4621-9DD9-B63A2A32103D}" srcId="{C1D480E3-9D81-48D3-B3DE-6F31DAD559EF}" destId="{0B802B00-9576-434A-84E5-46CBF54EA9B1}" srcOrd="0" destOrd="0" parTransId="{92DA6FE3-E8CE-40DD-ABB0-79060695B916}" sibTransId="{C2C7F2E1-28EA-461D-A60C-4844BA31C905}"/>
    <dgm:cxn modelId="{8CC3ABFB-CD3C-4775-8A08-E768553CD068}" type="presOf" srcId="{D3599DCD-A790-4A0F-9F98-3A4E0AB710ED}" destId="{D23627E9-E2D5-41C0-B8D7-AF46A501217D}" srcOrd="0" destOrd="0" presId="urn:microsoft.com/office/officeart/2005/8/layout/hierarchy1"/>
    <dgm:cxn modelId="{3007FB46-D73C-4D03-8E61-C71ED5F5F372}" type="presParOf" srcId="{6083DA49-26AD-453C-94D5-20DD98B96F0D}" destId="{A84489F6-FB0C-4FF4-9A41-EF871A75E5C1}" srcOrd="0" destOrd="0" presId="urn:microsoft.com/office/officeart/2005/8/layout/hierarchy1"/>
    <dgm:cxn modelId="{AB5573D3-F9B4-40EA-8D86-60E99ECDD794}" type="presParOf" srcId="{A84489F6-FB0C-4FF4-9A41-EF871A75E5C1}" destId="{0EA62130-A78F-4731-AA2A-AEF369F21E0C}" srcOrd="0" destOrd="0" presId="urn:microsoft.com/office/officeart/2005/8/layout/hierarchy1"/>
    <dgm:cxn modelId="{E6A5B956-E651-4A10-BF9E-9A96F1DD8497}" type="presParOf" srcId="{0EA62130-A78F-4731-AA2A-AEF369F21E0C}" destId="{AE34F24C-3B95-4C1B-9C39-9273BEFF2021}" srcOrd="0" destOrd="0" presId="urn:microsoft.com/office/officeart/2005/8/layout/hierarchy1"/>
    <dgm:cxn modelId="{EB8285E3-C884-44EC-BAF7-F88DA8901314}" type="presParOf" srcId="{0EA62130-A78F-4731-AA2A-AEF369F21E0C}" destId="{C0A25340-9220-438C-B232-7C2CBE98AC75}" srcOrd="1" destOrd="0" presId="urn:microsoft.com/office/officeart/2005/8/layout/hierarchy1"/>
    <dgm:cxn modelId="{7B6823F4-7651-4D20-81E9-28F45D400071}" type="presParOf" srcId="{A84489F6-FB0C-4FF4-9A41-EF871A75E5C1}" destId="{8476B822-493A-4F58-B1F3-F5544A89D010}" srcOrd="1" destOrd="0" presId="urn:microsoft.com/office/officeart/2005/8/layout/hierarchy1"/>
    <dgm:cxn modelId="{CAA0AAC3-45D3-4FAE-B4B3-2DE9CD3DEA30}" type="presParOf" srcId="{8476B822-493A-4F58-B1F3-F5544A89D010}" destId="{82770DE3-F3C9-4BB5-9A8E-D4397F87FD6C}" srcOrd="0" destOrd="0" presId="urn:microsoft.com/office/officeart/2005/8/layout/hierarchy1"/>
    <dgm:cxn modelId="{7422BD49-C0DD-4D08-A500-C1F807758E65}" type="presParOf" srcId="{8476B822-493A-4F58-B1F3-F5544A89D010}" destId="{891CA929-7206-482F-82FC-6B22822BE3EE}" srcOrd="1" destOrd="0" presId="urn:microsoft.com/office/officeart/2005/8/layout/hierarchy1"/>
    <dgm:cxn modelId="{5E0D0041-DF76-40E7-9A13-ABA7E14C873C}" type="presParOf" srcId="{891CA929-7206-482F-82FC-6B22822BE3EE}" destId="{DBA487B7-884F-48EC-BD99-7FA747587363}" srcOrd="0" destOrd="0" presId="urn:microsoft.com/office/officeart/2005/8/layout/hierarchy1"/>
    <dgm:cxn modelId="{3889C34E-9573-43F8-B754-5A3437E280F5}" type="presParOf" srcId="{DBA487B7-884F-48EC-BD99-7FA747587363}" destId="{FBBE268C-8C0F-493F-859B-07EB9EBF4B64}" srcOrd="0" destOrd="0" presId="urn:microsoft.com/office/officeart/2005/8/layout/hierarchy1"/>
    <dgm:cxn modelId="{B8754534-9EB2-463C-8706-B084C98BDC31}" type="presParOf" srcId="{DBA487B7-884F-48EC-BD99-7FA747587363}" destId="{6F87DA0A-37E3-4B69-8C1F-F6D62290E2F8}" srcOrd="1" destOrd="0" presId="urn:microsoft.com/office/officeart/2005/8/layout/hierarchy1"/>
    <dgm:cxn modelId="{8313C5D0-7DF3-4FC0-9CEC-C87148149089}" type="presParOf" srcId="{891CA929-7206-482F-82FC-6B22822BE3EE}" destId="{C28EB79F-00BF-41A7-BE23-DCEBA3C0786B}" srcOrd="1" destOrd="0" presId="urn:microsoft.com/office/officeart/2005/8/layout/hierarchy1"/>
    <dgm:cxn modelId="{07C47CE1-E6D0-4981-90EC-6C44B4C37488}" type="presParOf" srcId="{8476B822-493A-4F58-B1F3-F5544A89D010}" destId="{9E13E1EE-C40A-49B6-9513-B5B96A3E77F0}" srcOrd="2" destOrd="0" presId="urn:microsoft.com/office/officeart/2005/8/layout/hierarchy1"/>
    <dgm:cxn modelId="{43FA13E4-C925-4942-9591-146F3AFB1A21}" type="presParOf" srcId="{8476B822-493A-4F58-B1F3-F5544A89D010}" destId="{0CFA325F-1EE0-43AE-B1AC-3C0C24A6D3FB}" srcOrd="3" destOrd="0" presId="urn:microsoft.com/office/officeart/2005/8/layout/hierarchy1"/>
    <dgm:cxn modelId="{0BF30506-1491-463E-A090-D1F61856D151}" type="presParOf" srcId="{0CFA325F-1EE0-43AE-B1AC-3C0C24A6D3FB}" destId="{8C9128B6-BA82-4E29-9061-0802882D057A}" srcOrd="0" destOrd="0" presId="urn:microsoft.com/office/officeart/2005/8/layout/hierarchy1"/>
    <dgm:cxn modelId="{ACA5D1A1-A517-4595-9B4A-13EF9EAC113C}" type="presParOf" srcId="{8C9128B6-BA82-4E29-9061-0802882D057A}" destId="{10505734-9E31-4E85-918E-8B6A517896BB}" srcOrd="0" destOrd="0" presId="urn:microsoft.com/office/officeart/2005/8/layout/hierarchy1"/>
    <dgm:cxn modelId="{B3D78258-EE3F-4473-AD28-3DC986A8C4EA}" type="presParOf" srcId="{8C9128B6-BA82-4E29-9061-0802882D057A}" destId="{2CB5190D-291A-4D47-9DBE-2248923B8F01}" srcOrd="1" destOrd="0" presId="urn:microsoft.com/office/officeart/2005/8/layout/hierarchy1"/>
    <dgm:cxn modelId="{74F48882-83EA-4B1E-9CD4-6849F6115662}" type="presParOf" srcId="{0CFA325F-1EE0-43AE-B1AC-3C0C24A6D3FB}" destId="{E52B6CDE-C996-4530-BAAC-6183DBDF6BDE}" srcOrd="1" destOrd="0" presId="urn:microsoft.com/office/officeart/2005/8/layout/hierarchy1"/>
    <dgm:cxn modelId="{1EC67028-695C-4A7B-B9D4-3A401E622092}" type="presParOf" srcId="{6083DA49-26AD-453C-94D5-20DD98B96F0D}" destId="{AF465FC0-8BFE-4F42-AB11-7B9B31397049}" srcOrd="1" destOrd="0" presId="urn:microsoft.com/office/officeart/2005/8/layout/hierarchy1"/>
    <dgm:cxn modelId="{C016347C-6465-4B36-8012-14542A462DDA}" type="presParOf" srcId="{AF465FC0-8BFE-4F42-AB11-7B9B31397049}" destId="{5CE37971-4BC7-4C7E-915C-AD9F9335B38F}" srcOrd="0" destOrd="0" presId="urn:microsoft.com/office/officeart/2005/8/layout/hierarchy1"/>
    <dgm:cxn modelId="{0B51AA98-99E1-474A-B783-0B8ADBEAD9EF}" type="presParOf" srcId="{5CE37971-4BC7-4C7E-915C-AD9F9335B38F}" destId="{4EF7D302-777F-4984-8269-04AAAF668680}" srcOrd="0" destOrd="0" presId="urn:microsoft.com/office/officeart/2005/8/layout/hierarchy1"/>
    <dgm:cxn modelId="{ABCFB21E-9F9A-4BCC-B3DD-6AE357F715DA}" type="presParOf" srcId="{5CE37971-4BC7-4C7E-915C-AD9F9335B38F}" destId="{29F53DB2-5118-41B3-B320-CE67887CC126}" srcOrd="1" destOrd="0" presId="urn:microsoft.com/office/officeart/2005/8/layout/hierarchy1"/>
    <dgm:cxn modelId="{45F78474-8668-4A3E-91EA-1B6D400B2E7C}" type="presParOf" srcId="{AF465FC0-8BFE-4F42-AB11-7B9B31397049}" destId="{95C4767E-E655-4BB3-8A37-92CA2628D59A}" srcOrd="1" destOrd="0" presId="urn:microsoft.com/office/officeart/2005/8/layout/hierarchy1"/>
    <dgm:cxn modelId="{539F7463-3E1C-47EB-9127-9DFF9908E870}" type="presParOf" srcId="{95C4767E-E655-4BB3-8A37-92CA2628D59A}" destId="{A9EA6D20-A1BD-4374-970D-6350F323F18A}" srcOrd="0" destOrd="0" presId="urn:microsoft.com/office/officeart/2005/8/layout/hierarchy1"/>
    <dgm:cxn modelId="{1483961B-3FC3-47A7-AB74-B5F1D8618EAE}" type="presParOf" srcId="{95C4767E-E655-4BB3-8A37-92CA2628D59A}" destId="{9B7283EB-119A-43A4-9C4C-664EB380EEE6}" srcOrd="1" destOrd="0" presId="urn:microsoft.com/office/officeart/2005/8/layout/hierarchy1"/>
    <dgm:cxn modelId="{91D45218-95A7-4A1B-99A8-F0E925AA743E}" type="presParOf" srcId="{9B7283EB-119A-43A4-9C4C-664EB380EEE6}" destId="{7F3FCB81-1C9F-4E6E-B310-76B7AC27BF04}" srcOrd="0" destOrd="0" presId="urn:microsoft.com/office/officeart/2005/8/layout/hierarchy1"/>
    <dgm:cxn modelId="{C5958CB8-A3E1-4974-8BD4-86CC7BA096AA}" type="presParOf" srcId="{7F3FCB81-1C9F-4E6E-B310-76B7AC27BF04}" destId="{AE0353D9-EA4B-461F-9F3C-BFD2A64E4104}" srcOrd="0" destOrd="0" presId="urn:microsoft.com/office/officeart/2005/8/layout/hierarchy1"/>
    <dgm:cxn modelId="{0E599D96-5324-497D-AE93-943F7A158E2A}" type="presParOf" srcId="{7F3FCB81-1C9F-4E6E-B310-76B7AC27BF04}" destId="{F51ADFCD-C9F8-4A4A-B4E5-3FB042F359C7}" srcOrd="1" destOrd="0" presId="urn:microsoft.com/office/officeart/2005/8/layout/hierarchy1"/>
    <dgm:cxn modelId="{E68E968F-5FE8-4641-89CF-E669BFBA4D2B}" type="presParOf" srcId="{9B7283EB-119A-43A4-9C4C-664EB380EEE6}" destId="{6E76DD04-E0BD-4A57-95AF-F3771E6A3F9B}" srcOrd="1" destOrd="0" presId="urn:microsoft.com/office/officeart/2005/8/layout/hierarchy1"/>
    <dgm:cxn modelId="{85360F73-0097-4667-A9DD-C001C385D054}" type="presParOf" srcId="{95C4767E-E655-4BB3-8A37-92CA2628D59A}" destId="{D77A92F0-54FC-4B72-A10B-F0BB28905032}" srcOrd="2" destOrd="0" presId="urn:microsoft.com/office/officeart/2005/8/layout/hierarchy1"/>
    <dgm:cxn modelId="{D8470461-A3EA-4681-BCC2-01A6C1AC5387}" type="presParOf" srcId="{95C4767E-E655-4BB3-8A37-92CA2628D59A}" destId="{664F8A1F-232B-44B3-BFF3-3D7F93689D76}" srcOrd="3" destOrd="0" presId="urn:microsoft.com/office/officeart/2005/8/layout/hierarchy1"/>
    <dgm:cxn modelId="{F94AC4A9-2604-4025-B424-BB071FDC6DEB}" type="presParOf" srcId="{664F8A1F-232B-44B3-BFF3-3D7F93689D76}" destId="{EA061422-34D1-4209-9FFB-35F4496B32C7}" srcOrd="0" destOrd="0" presId="urn:microsoft.com/office/officeart/2005/8/layout/hierarchy1"/>
    <dgm:cxn modelId="{0A1CB559-DF15-4B4D-9B95-1BFD76DD9591}" type="presParOf" srcId="{EA061422-34D1-4209-9FFB-35F4496B32C7}" destId="{C36492A8-3685-4027-95AA-E6304FF66D58}" srcOrd="0" destOrd="0" presId="urn:microsoft.com/office/officeart/2005/8/layout/hierarchy1"/>
    <dgm:cxn modelId="{8FE44D8E-E549-4D5B-9EBF-979B50A3E9DD}" type="presParOf" srcId="{EA061422-34D1-4209-9FFB-35F4496B32C7}" destId="{D23627E9-E2D5-41C0-B8D7-AF46A501217D}" srcOrd="1" destOrd="0" presId="urn:microsoft.com/office/officeart/2005/8/layout/hierarchy1"/>
    <dgm:cxn modelId="{4D5C6CBA-455A-41AE-8F85-299A51B52365}" type="presParOf" srcId="{664F8A1F-232B-44B3-BFF3-3D7F93689D76}" destId="{50851499-3A37-47DA-AA42-BC1356C9D190}"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30C9270B-8FA3-4BE2-8B93-02020F620C2E}"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DDD62C9-BCD4-499C-B466-AE150A7F5DA9}">
      <dgm:prSet/>
      <dgm:spPr/>
      <dgm:t>
        <a:bodyPr/>
        <a:lstStyle/>
        <a:p>
          <a:pPr>
            <a:defRPr b="1"/>
          </a:pPr>
          <a:r>
            <a:rPr lang="fr-FR" b="1"/>
            <a:t>Le respect de l’autonomie</a:t>
          </a:r>
          <a:endParaRPr lang="en-US"/>
        </a:p>
      </dgm:t>
    </dgm:pt>
    <dgm:pt modelId="{FE7C7BDA-F807-4E01-8085-6821E3657166}" type="parTrans" cxnId="{1BE545DA-821B-4809-8A0F-0906EDD16A9C}">
      <dgm:prSet/>
      <dgm:spPr/>
      <dgm:t>
        <a:bodyPr/>
        <a:lstStyle/>
        <a:p>
          <a:endParaRPr lang="en-US"/>
        </a:p>
      </dgm:t>
    </dgm:pt>
    <dgm:pt modelId="{4B6F4365-19C7-4B1C-8BA7-D81AACF131DB}" type="sibTrans" cxnId="{1BE545DA-821B-4809-8A0F-0906EDD16A9C}">
      <dgm:prSet/>
      <dgm:spPr/>
      <dgm:t>
        <a:bodyPr/>
        <a:lstStyle/>
        <a:p>
          <a:endParaRPr lang="en-US"/>
        </a:p>
      </dgm:t>
    </dgm:pt>
    <dgm:pt modelId="{D3A4FB1D-6C72-4707-BCEC-3352D06AA80F}">
      <dgm:prSet/>
      <dgm:spPr/>
      <dgm:t>
        <a:bodyPr/>
        <a:lstStyle/>
        <a:p>
          <a:r>
            <a:rPr lang="fr-FR"/>
            <a:t>Permettre à la personne aidée de participer aux décisions qui la concernent.</a:t>
          </a:r>
          <a:endParaRPr lang="en-US"/>
        </a:p>
      </dgm:t>
    </dgm:pt>
    <dgm:pt modelId="{6C433E0D-34AB-41CB-9B3D-2923CD0805CD}" type="parTrans" cxnId="{B85D0D6E-128F-455A-ABE7-69E271C04638}">
      <dgm:prSet/>
      <dgm:spPr/>
      <dgm:t>
        <a:bodyPr/>
        <a:lstStyle/>
        <a:p>
          <a:endParaRPr lang="en-US"/>
        </a:p>
      </dgm:t>
    </dgm:pt>
    <dgm:pt modelId="{A24F3B29-23D4-4D98-A3B6-0FC5C2A17893}" type="sibTrans" cxnId="{B85D0D6E-128F-455A-ABE7-69E271C04638}">
      <dgm:prSet/>
      <dgm:spPr/>
      <dgm:t>
        <a:bodyPr/>
        <a:lstStyle/>
        <a:p>
          <a:endParaRPr lang="en-US"/>
        </a:p>
      </dgm:t>
    </dgm:pt>
    <dgm:pt modelId="{515BE9D8-12E0-4866-9B00-507797DFF902}">
      <dgm:prSet/>
      <dgm:spPr/>
      <dgm:t>
        <a:bodyPr/>
        <a:lstStyle/>
        <a:p>
          <a:r>
            <a:rPr lang="fr-FR"/>
            <a:t>Exemple : Laisser une personne choisir son repas, même si ses choix ne correspondent pas aux recommandations diététiques.</a:t>
          </a:r>
          <a:endParaRPr lang="en-US"/>
        </a:p>
      </dgm:t>
    </dgm:pt>
    <dgm:pt modelId="{FF6CE54D-1D42-41A0-BD79-9CD6BA174A67}" type="parTrans" cxnId="{426C20CB-3501-40D9-9E72-44CD1DBA2B74}">
      <dgm:prSet/>
      <dgm:spPr/>
      <dgm:t>
        <a:bodyPr/>
        <a:lstStyle/>
        <a:p>
          <a:endParaRPr lang="en-US"/>
        </a:p>
      </dgm:t>
    </dgm:pt>
    <dgm:pt modelId="{1E47654D-DDC1-45A6-837B-BDF370D8D081}" type="sibTrans" cxnId="{426C20CB-3501-40D9-9E72-44CD1DBA2B74}">
      <dgm:prSet/>
      <dgm:spPr/>
      <dgm:t>
        <a:bodyPr/>
        <a:lstStyle/>
        <a:p>
          <a:endParaRPr lang="en-US"/>
        </a:p>
      </dgm:t>
    </dgm:pt>
    <dgm:pt modelId="{00F616BC-0725-475E-9785-A072008C8FC4}">
      <dgm:prSet/>
      <dgm:spPr/>
      <dgm:t>
        <a:bodyPr/>
        <a:lstStyle/>
        <a:p>
          <a:pPr>
            <a:defRPr b="1"/>
          </a:pPr>
          <a:r>
            <a:rPr lang="fr-FR" b="1"/>
            <a:t>La bienfaisance</a:t>
          </a:r>
          <a:endParaRPr lang="en-US"/>
        </a:p>
      </dgm:t>
    </dgm:pt>
    <dgm:pt modelId="{AAB397A4-F429-4448-BB63-95846C441AC8}" type="parTrans" cxnId="{5728570D-6710-4182-9788-88AC2661888A}">
      <dgm:prSet/>
      <dgm:spPr/>
      <dgm:t>
        <a:bodyPr/>
        <a:lstStyle/>
        <a:p>
          <a:endParaRPr lang="en-US"/>
        </a:p>
      </dgm:t>
    </dgm:pt>
    <dgm:pt modelId="{935B281C-EBFD-444F-A263-294E157D616C}" type="sibTrans" cxnId="{5728570D-6710-4182-9788-88AC2661888A}">
      <dgm:prSet/>
      <dgm:spPr/>
      <dgm:t>
        <a:bodyPr/>
        <a:lstStyle/>
        <a:p>
          <a:endParaRPr lang="en-US"/>
        </a:p>
      </dgm:t>
    </dgm:pt>
    <dgm:pt modelId="{49F86572-1623-4952-992D-9CDD88D27941}">
      <dgm:prSet/>
      <dgm:spPr/>
      <dgm:t>
        <a:bodyPr/>
        <a:lstStyle/>
        <a:p>
          <a:r>
            <a:rPr lang="fr-FR"/>
            <a:t>Agir dans l’intérêt de la personne aidée, en visant son bien-être physique et psychologique.</a:t>
          </a:r>
          <a:endParaRPr lang="en-US"/>
        </a:p>
      </dgm:t>
    </dgm:pt>
    <dgm:pt modelId="{8FE9F6C9-7DEE-480A-8784-1687097BB055}" type="parTrans" cxnId="{CE310B48-09FE-401F-B6FC-C33D7197C857}">
      <dgm:prSet/>
      <dgm:spPr/>
      <dgm:t>
        <a:bodyPr/>
        <a:lstStyle/>
        <a:p>
          <a:endParaRPr lang="en-US"/>
        </a:p>
      </dgm:t>
    </dgm:pt>
    <dgm:pt modelId="{51A1AC3C-90D8-4E6B-9034-73093443E06A}" type="sibTrans" cxnId="{CE310B48-09FE-401F-B6FC-C33D7197C857}">
      <dgm:prSet/>
      <dgm:spPr/>
      <dgm:t>
        <a:bodyPr/>
        <a:lstStyle/>
        <a:p>
          <a:endParaRPr lang="en-US"/>
        </a:p>
      </dgm:t>
    </dgm:pt>
    <dgm:pt modelId="{B111784A-BBDC-486A-95F2-10AB2C78FC49}">
      <dgm:prSet/>
      <dgm:spPr/>
      <dgm:t>
        <a:bodyPr/>
        <a:lstStyle/>
        <a:p>
          <a:r>
            <a:rPr lang="fr-FR"/>
            <a:t>Exemple : Aménager des tâches ménagères pour rendre l’environnement plus confortable et sécurisé.</a:t>
          </a:r>
          <a:endParaRPr lang="en-US"/>
        </a:p>
      </dgm:t>
    </dgm:pt>
    <dgm:pt modelId="{2CF13606-FA75-4698-8990-DDC23BE45E73}" type="parTrans" cxnId="{88D7B639-E1F6-4B26-91DB-26A5DFA80EFB}">
      <dgm:prSet/>
      <dgm:spPr/>
      <dgm:t>
        <a:bodyPr/>
        <a:lstStyle/>
        <a:p>
          <a:endParaRPr lang="en-US"/>
        </a:p>
      </dgm:t>
    </dgm:pt>
    <dgm:pt modelId="{855C9E2F-7A17-4902-9CD5-31DEFCC829C8}" type="sibTrans" cxnId="{88D7B639-E1F6-4B26-91DB-26A5DFA80EFB}">
      <dgm:prSet/>
      <dgm:spPr/>
      <dgm:t>
        <a:bodyPr/>
        <a:lstStyle/>
        <a:p>
          <a:endParaRPr lang="en-US"/>
        </a:p>
      </dgm:t>
    </dgm:pt>
    <dgm:pt modelId="{C8CDDDE8-10B5-4B28-99AA-1698682B99CB}" type="pres">
      <dgm:prSet presAssocID="{30C9270B-8FA3-4BE2-8B93-02020F620C2E}" presName="root" presStyleCnt="0">
        <dgm:presLayoutVars>
          <dgm:dir/>
          <dgm:resizeHandles val="exact"/>
        </dgm:presLayoutVars>
      </dgm:prSet>
      <dgm:spPr/>
    </dgm:pt>
    <dgm:pt modelId="{FF0027DA-B810-4FBB-A450-87F0A7CD9862}" type="pres">
      <dgm:prSet presAssocID="{FDDD62C9-BCD4-499C-B466-AE150A7F5DA9}" presName="compNode" presStyleCnt="0"/>
      <dgm:spPr/>
    </dgm:pt>
    <dgm:pt modelId="{B234701E-AB7D-4561-AC95-60B4A82F58AF}" type="pres">
      <dgm:prSet presAssocID="{FDDD62C9-BCD4-499C-B466-AE150A7F5DA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tilisateurs"/>
        </a:ext>
      </dgm:extLst>
    </dgm:pt>
    <dgm:pt modelId="{1BC62FE9-08EB-4B02-A930-C54485D3BC6B}" type="pres">
      <dgm:prSet presAssocID="{FDDD62C9-BCD4-499C-B466-AE150A7F5DA9}" presName="iconSpace" presStyleCnt="0"/>
      <dgm:spPr/>
    </dgm:pt>
    <dgm:pt modelId="{33054658-E1EA-4824-B919-C935AF75965E}" type="pres">
      <dgm:prSet presAssocID="{FDDD62C9-BCD4-499C-B466-AE150A7F5DA9}" presName="parTx" presStyleLbl="revTx" presStyleIdx="0" presStyleCnt="4">
        <dgm:presLayoutVars>
          <dgm:chMax val="0"/>
          <dgm:chPref val="0"/>
        </dgm:presLayoutVars>
      </dgm:prSet>
      <dgm:spPr/>
    </dgm:pt>
    <dgm:pt modelId="{634B724D-27CB-4271-A97A-7F1722B7CA99}" type="pres">
      <dgm:prSet presAssocID="{FDDD62C9-BCD4-499C-B466-AE150A7F5DA9}" presName="txSpace" presStyleCnt="0"/>
      <dgm:spPr/>
    </dgm:pt>
    <dgm:pt modelId="{BE5E1CF5-90D9-4E6B-9D2E-DAED20873E91}" type="pres">
      <dgm:prSet presAssocID="{FDDD62C9-BCD4-499C-B466-AE150A7F5DA9}" presName="desTx" presStyleLbl="revTx" presStyleIdx="1" presStyleCnt="4">
        <dgm:presLayoutVars/>
      </dgm:prSet>
      <dgm:spPr/>
    </dgm:pt>
    <dgm:pt modelId="{0AB62278-FF4E-4DDD-B5CE-D3748B8F70CE}" type="pres">
      <dgm:prSet presAssocID="{4B6F4365-19C7-4B1C-8BA7-D81AACF131DB}" presName="sibTrans" presStyleCnt="0"/>
      <dgm:spPr/>
    </dgm:pt>
    <dgm:pt modelId="{EFF70659-F07D-48B8-AFDA-AD0F3062581F}" type="pres">
      <dgm:prSet presAssocID="{00F616BC-0725-475E-9785-A072008C8FC4}" presName="compNode" presStyleCnt="0"/>
      <dgm:spPr/>
    </dgm:pt>
    <dgm:pt modelId="{5CD5190A-2494-40D0-BEE7-CC16C95BF863}" type="pres">
      <dgm:prSet presAssocID="{00F616BC-0725-475E-9785-A072008C8FC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rum Set"/>
        </a:ext>
      </dgm:extLst>
    </dgm:pt>
    <dgm:pt modelId="{92000CB9-4204-4694-BD6E-CB38567FE781}" type="pres">
      <dgm:prSet presAssocID="{00F616BC-0725-475E-9785-A072008C8FC4}" presName="iconSpace" presStyleCnt="0"/>
      <dgm:spPr/>
    </dgm:pt>
    <dgm:pt modelId="{3945E9DD-28E2-4E9A-AAC6-160201AB5190}" type="pres">
      <dgm:prSet presAssocID="{00F616BC-0725-475E-9785-A072008C8FC4}" presName="parTx" presStyleLbl="revTx" presStyleIdx="2" presStyleCnt="4">
        <dgm:presLayoutVars>
          <dgm:chMax val="0"/>
          <dgm:chPref val="0"/>
        </dgm:presLayoutVars>
      </dgm:prSet>
      <dgm:spPr/>
    </dgm:pt>
    <dgm:pt modelId="{8276DFEB-DCE6-4136-970B-FD327D6C7477}" type="pres">
      <dgm:prSet presAssocID="{00F616BC-0725-475E-9785-A072008C8FC4}" presName="txSpace" presStyleCnt="0"/>
      <dgm:spPr/>
    </dgm:pt>
    <dgm:pt modelId="{898E0E96-0C76-425C-B5AF-442371B6A5CE}" type="pres">
      <dgm:prSet presAssocID="{00F616BC-0725-475E-9785-A072008C8FC4}" presName="desTx" presStyleLbl="revTx" presStyleIdx="3" presStyleCnt="4">
        <dgm:presLayoutVars/>
      </dgm:prSet>
      <dgm:spPr/>
    </dgm:pt>
  </dgm:ptLst>
  <dgm:cxnLst>
    <dgm:cxn modelId="{5728570D-6710-4182-9788-88AC2661888A}" srcId="{30C9270B-8FA3-4BE2-8B93-02020F620C2E}" destId="{00F616BC-0725-475E-9785-A072008C8FC4}" srcOrd="1" destOrd="0" parTransId="{AAB397A4-F429-4448-BB63-95846C441AC8}" sibTransId="{935B281C-EBFD-444F-A263-294E157D616C}"/>
    <dgm:cxn modelId="{F2C3A20F-F465-4E8E-A6E3-DABAAA754B51}" type="presOf" srcId="{B111784A-BBDC-486A-95F2-10AB2C78FC49}" destId="{898E0E96-0C76-425C-B5AF-442371B6A5CE}" srcOrd="0" destOrd="1" presId="urn:microsoft.com/office/officeart/2018/5/layout/CenteredIconLabelDescriptionList"/>
    <dgm:cxn modelId="{44823927-3690-4E81-8499-37E1CFA958A6}" type="presOf" srcId="{30C9270B-8FA3-4BE2-8B93-02020F620C2E}" destId="{C8CDDDE8-10B5-4B28-99AA-1698682B99CB}" srcOrd="0" destOrd="0" presId="urn:microsoft.com/office/officeart/2018/5/layout/CenteredIconLabelDescriptionList"/>
    <dgm:cxn modelId="{DB287028-64DD-41F3-8FEE-8E318EE4F610}" type="presOf" srcId="{FDDD62C9-BCD4-499C-B466-AE150A7F5DA9}" destId="{33054658-E1EA-4824-B919-C935AF75965E}" srcOrd="0" destOrd="0" presId="urn:microsoft.com/office/officeart/2018/5/layout/CenteredIconLabelDescriptionList"/>
    <dgm:cxn modelId="{88D7B639-E1F6-4B26-91DB-26A5DFA80EFB}" srcId="{00F616BC-0725-475E-9785-A072008C8FC4}" destId="{B111784A-BBDC-486A-95F2-10AB2C78FC49}" srcOrd="1" destOrd="0" parTransId="{2CF13606-FA75-4698-8990-DDC23BE45E73}" sibTransId="{855C9E2F-7A17-4902-9CD5-31DEFCC829C8}"/>
    <dgm:cxn modelId="{CE310B48-09FE-401F-B6FC-C33D7197C857}" srcId="{00F616BC-0725-475E-9785-A072008C8FC4}" destId="{49F86572-1623-4952-992D-9CDD88D27941}" srcOrd="0" destOrd="0" parTransId="{8FE9F6C9-7DEE-480A-8784-1687097BB055}" sibTransId="{51A1AC3C-90D8-4E6B-9034-73093443E06A}"/>
    <dgm:cxn modelId="{B85D0D6E-128F-455A-ABE7-69E271C04638}" srcId="{FDDD62C9-BCD4-499C-B466-AE150A7F5DA9}" destId="{D3A4FB1D-6C72-4707-BCEC-3352D06AA80F}" srcOrd="0" destOrd="0" parTransId="{6C433E0D-34AB-41CB-9B3D-2923CD0805CD}" sibTransId="{A24F3B29-23D4-4D98-A3B6-0FC5C2A17893}"/>
    <dgm:cxn modelId="{77D1CE70-570C-4B06-AB33-3569DA09AE43}" type="presOf" srcId="{D3A4FB1D-6C72-4707-BCEC-3352D06AA80F}" destId="{BE5E1CF5-90D9-4E6B-9D2E-DAED20873E91}" srcOrd="0" destOrd="0" presId="urn:microsoft.com/office/officeart/2018/5/layout/CenteredIconLabelDescriptionList"/>
    <dgm:cxn modelId="{D84D3C94-79F2-4979-8C2D-9997A13CD636}" type="presOf" srcId="{49F86572-1623-4952-992D-9CDD88D27941}" destId="{898E0E96-0C76-425C-B5AF-442371B6A5CE}" srcOrd="0" destOrd="0" presId="urn:microsoft.com/office/officeart/2018/5/layout/CenteredIconLabelDescriptionList"/>
    <dgm:cxn modelId="{32D6BD96-3897-47CD-9126-4DF88CD08623}" type="presOf" srcId="{00F616BC-0725-475E-9785-A072008C8FC4}" destId="{3945E9DD-28E2-4E9A-AAC6-160201AB5190}" srcOrd="0" destOrd="0" presId="urn:microsoft.com/office/officeart/2018/5/layout/CenteredIconLabelDescriptionList"/>
    <dgm:cxn modelId="{426C20CB-3501-40D9-9E72-44CD1DBA2B74}" srcId="{FDDD62C9-BCD4-499C-B466-AE150A7F5DA9}" destId="{515BE9D8-12E0-4866-9B00-507797DFF902}" srcOrd="1" destOrd="0" parTransId="{FF6CE54D-1D42-41A0-BD79-9CD6BA174A67}" sibTransId="{1E47654D-DDC1-45A6-837B-BDF370D8D081}"/>
    <dgm:cxn modelId="{1BE545DA-821B-4809-8A0F-0906EDD16A9C}" srcId="{30C9270B-8FA3-4BE2-8B93-02020F620C2E}" destId="{FDDD62C9-BCD4-499C-B466-AE150A7F5DA9}" srcOrd="0" destOrd="0" parTransId="{FE7C7BDA-F807-4E01-8085-6821E3657166}" sibTransId="{4B6F4365-19C7-4B1C-8BA7-D81AACF131DB}"/>
    <dgm:cxn modelId="{DC5CE1F0-B457-4D20-A258-363DA3B86C62}" type="presOf" srcId="{515BE9D8-12E0-4866-9B00-507797DFF902}" destId="{BE5E1CF5-90D9-4E6B-9D2E-DAED20873E91}" srcOrd="0" destOrd="1" presId="urn:microsoft.com/office/officeart/2018/5/layout/CenteredIconLabelDescriptionList"/>
    <dgm:cxn modelId="{E2B43BEB-5487-4BF7-8BA6-0812687CC8E7}" type="presParOf" srcId="{C8CDDDE8-10B5-4B28-99AA-1698682B99CB}" destId="{FF0027DA-B810-4FBB-A450-87F0A7CD9862}" srcOrd="0" destOrd="0" presId="urn:microsoft.com/office/officeart/2018/5/layout/CenteredIconLabelDescriptionList"/>
    <dgm:cxn modelId="{D80BEF35-2C10-46E7-9D4A-30BEFF2489A8}" type="presParOf" srcId="{FF0027DA-B810-4FBB-A450-87F0A7CD9862}" destId="{B234701E-AB7D-4561-AC95-60B4A82F58AF}" srcOrd="0" destOrd="0" presId="urn:microsoft.com/office/officeart/2018/5/layout/CenteredIconLabelDescriptionList"/>
    <dgm:cxn modelId="{22680851-9661-454C-9637-7C4DE402B0D2}" type="presParOf" srcId="{FF0027DA-B810-4FBB-A450-87F0A7CD9862}" destId="{1BC62FE9-08EB-4B02-A930-C54485D3BC6B}" srcOrd="1" destOrd="0" presId="urn:microsoft.com/office/officeart/2018/5/layout/CenteredIconLabelDescriptionList"/>
    <dgm:cxn modelId="{0CDADEE3-1CDF-4715-85BA-B4DC9EA2EE60}" type="presParOf" srcId="{FF0027DA-B810-4FBB-A450-87F0A7CD9862}" destId="{33054658-E1EA-4824-B919-C935AF75965E}" srcOrd="2" destOrd="0" presId="urn:microsoft.com/office/officeart/2018/5/layout/CenteredIconLabelDescriptionList"/>
    <dgm:cxn modelId="{53AAAC36-9B80-4C4B-9E43-65EDA8FE2039}" type="presParOf" srcId="{FF0027DA-B810-4FBB-A450-87F0A7CD9862}" destId="{634B724D-27CB-4271-A97A-7F1722B7CA99}" srcOrd="3" destOrd="0" presId="urn:microsoft.com/office/officeart/2018/5/layout/CenteredIconLabelDescriptionList"/>
    <dgm:cxn modelId="{4841057F-647F-45BB-948F-F9C910C5F91D}" type="presParOf" srcId="{FF0027DA-B810-4FBB-A450-87F0A7CD9862}" destId="{BE5E1CF5-90D9-4E6B-9D2E-DAED20873E91}" srcOrd="4" destOrd="0" presId="urn:microsoft.com/office/officeart/2018/5/layout/CenteredIconLabelDescriptionList"/>
    <dgm:cxn modelId="{FAF0FF6F-F96F-4034-A899-CCB6546B33C5}" type="presParOf" srcId="{C8CDDDE8-10B5-4B28-99AA-1698682B99CB}" destId="{0AB62278-FF4E-4DDD-B5CE-D3748B8F70CE}" srcOrd="1" destOrd="0" presId="urn:microsoft.com/office/officeart/2018/5/layout/CenteredIconLabelDescriptionList"/>
    <dgm:cxn modelId="{63992007-1BAC-4044-80A5-47A4808A954A}" type="presParOf" srcId="{C8CDDDE8-10B5-4B28-99AA-1698682B99CB}" destId="{EFF70659-F07D-48B8-AFDA-AD0F3062581F}" srcOrd="2" destOrd="0" presId="urn:microsoft.com/office/officeart/2018/5/layout/CenteredIconLabelDescriptionList"/>
    <dgm:cxn modelId="{1BE3F90B-8A14-460B-82FD-E0E6C4A24609}" type="presParOf" srcId="{EFF70659-F07D-48B8-AFDA-AD0F3062581F}" destId="{5CD5190A-2494-40D0-BEE7-CC16C95BF863}" srcOrd="0" destOrd="0" presId="urn:microsoft.com/office/officeart/2018/5/layout/CenteredIconLabelDescriptionList"/>
    <dgm:cxn modelId="{4B950B66-E719-42EC-9FAD-E344C2825011}" type="presParOf" srcId="{EFF70659-F07D-48B8-AFDA-AD0F3062581F}" destId="{92000CB9-4204-4694-BD6E-CB38567FE781}" srcOrd="1" destOrd="0" presId="urn:microsoft.com/office/officeart/2018/5/layout/CenteredIconLabelDescriptionList"/>
    <dgm:cxn modelId="{6D269634-1122-4520-92D9-BA34F24DC836}" type="presParOf" srcId="{EFF70659-F07D-48B8-AFDA-AD0F3062581F}" destId="{3945E9DD-28E2-4E9A-AAC6-160201AB5190}" srcOrd="2" destOrd="0" presId="urn:microsoft.com/office/officeart/2018/5/layout/CenteredIconLabelDescriptionList"/>
    <dgm:cxn modelId="{A38F33B0-9DF9-47FA-A888-766266EB5C81}" type="presParOf" srcId="{EFF70659-F07D-48B8-AFDA-AD0F3062581F}" destId="{8276DFEB-DCE6-4136-970B-FD327D6C7477}" srcOrd="3" destOrd="0" presId="urn:microsoft.com/office/officeart/2018/5/layout/CenteredIconLabelDescriptionList"/>
    <dgm:cxn modelId="{A2DA5099-278F-4FCF-B53D-98AB935BAA69}" type="presParOf" srcId="{EFF70659-F07D-48B8-AFDA-AD0F3062581F}" destId="{898E0E96-0C76-425C-B5AF-442371B6A5CE}"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D7F1C5D0-3E19-410C-9A18-520ACF83747A}" type="doc">
      <dgm:prSet loTypeId="urn:microsoft.com/office/officeart/2005/8/layout/hList1" loCatId="list" qsTypeId="urn:microsoft.com/office/officeart/2005/8/quickstyle/simple1" qsCatId="simple" csTypeId="urn:microsoft.com/office/officeart/2005/8/colors/colorful2" csCatId="colorful"/>
      <dgm:spPr/>
      <dgm:t>
        <a:bodyPr/>
        <a:lstStyle/>
        <a:p>
          <a:endParaRPr lang="en-US"/>
        </a:p>
      </dgm:t>
    </dgm:pt>
    <dgm:pt modelId="{0A6CAB21-AFA2-49C6-A2ED-B850B8963658}">
      <dgm:prSet/>
      <dgm:spPr/>
      <dgm:t>
        <a:bodyPr/>
        <a:lstStyle/>
        <a:p>
          <a:r>
            <a:rPr lang="fr-FR" b="1"/>
            <a:t>La communication verbale et non-verbale Communication verbale :</a:t>
          </a:r>
          <a:endParaRPr lang="en-US"/>
        </a:p>
      </dgm:t>
    </dgm:pt>
    <dgm:pt modelId="{D921549A-9D1E-4C9E-AC51-2A80A4577789}" type="parTrans" cxnId="{7A2F867F-2274-40E7-8CCB-B1AB259FE18C}">
      <dgm:prSet/>
      <dgm:spPr/>
      <dgm:t>
        <a:bodyPr/>
        <a:lstStyle/>
        <a:p>
          <a:endParaRPr lang="en-US"/>
        </a:p>
      </dgm:t>
    </dgm:pt>
    <dgm:pt modelId="{D2FB45A6-7889-492E-B31D-D6F583268C93}" type="sibTrans" cxnId="{7A2F867F-2274-40E7-8CCB-B1AB259FE18C}">
      <dgm:prSet/>
      <dgm:spPr/>
      <dgm:t>
        <a:bodyPr/>
        <a:lstStyle/>
        <a:p>
          <a:endParaRPr lang="en-US"/>
        </a:p>
      </dgm:t>
    </dgm:pt>
    <dgm:pt modelId="{361EF511-AA26-4789-8366-A2188586BB8B}">
      <dgm:prSet/>
      <dgm:spPr/>
      <dgm:t>
        <a:bodyPr/>
        <a:lstStyle/>
        <a:p>
          <a:r>
            <a:rPr lang="fr-FR"/>
            <a:t>Employer un langage clair, adapté, et respectueux.</a:t>
          </a:r>
          <a:endParaRPr lang="en-US"/>
        </a:p>
      </dgm:t>
    </dgm:pt>
    <dgm:pt modelId="{CE869708-C9BF-433A-9D34-ACCAC3AEBEB9}" type="parTrans" cxnId="{39248D1E-DF28-49A2-A2B9-D951CD76E224}">
      <dgm:prSet/>
      <dgm:spPr/>
      <dgm:t>
        <a:bodyPr/>
        <a:lstStyle/>
        <a:p>
          <a:endParaRPr lang="en-US"/>
        </a:p>
      </dgm:t>
    </dgm:pt>
    <dgm:pt modelId="{2B332F3C-8248-4A8B-BE2A-4BD7039366F3}" type="sibTrans" cxnId="{39248D1E-DF28-49A2-A2B9-D951CD76E224}">
      <dgm:prSet/>
      <dgm:spPr/>
      <dgm:t>
        <a:bodyPr/>
        <a:lstStyle/>
        <a:p>
          <a:endParaRPr lang="en-US"/>
        </a:p>
      </dgm:t>
    </dgm:pt>
    <dgm:pt modelId="{69ADC02C-B51A-49EB-B7F6-A1B36D5E9C77}">
      <dgm:prSet/>
      <dgm:spPr/>
      <dgm:t>
        <a:bodyPr/>
        <a:lstStyle/>
        <a:p>
          <a:r>
            <a:rPr lang="fr-FR"/>
            <a:t>Expliquer chaque geste ou décision pour éviter l’incompréhension ou l’anxiété.</a:t>
          </a:r>
          <a:endParaRPr lang="en-US"/>
        </a:p>
      </dgm:t>
    </dgm:pt>
    <dgm:pt modelId="{81413AA9-1877-40A1-BB72-32BD98823A71}" type="parTrans" cxnId="{8EA86F98-D25D-46E3-B055-BDFF7308FB30}">
      <dgm:prSet/>
      <dgm:spPr/>
      <dgm:t>
        <a:bodyPr/>
        <a:lstStyle/>
        <a:p>
          <a:endParaRPr lang="en-US"/>
        </a:p>
      </dgm:t>
    </dgm:pt>
    <dgm:pt modelId="{25016F69-874C-4FCF-9F0C-B248E8CDB5A8}" type="sibTrans" cxnId="{8EA86F98-D25D-46E3-B055-BDFF7308FB30}">
      <dgm:prSet/>
      <dgm:spPr/>
      <dgm:t>
        <a:bodyPr/>
        <a:lstStyle/>
        <a:p>
          <a:endParaRPr lang="en-US"/>
        </a:p>
      </dgm:t>
    </dgm:pt>
    <dgm:pt modelId="{76BF7384-BA89-4371-8C03-6CD09C401D11}">
      <dgm:prSet/>
      <dgm:spPr/>
      <dgm:t>
        <a:bodyPr/>
        <a:lstStyle/>
        <a:p>
          <a:r>
            <a:rPr lang="fr-FR" b="1"/>
            <a:t>Communication non-verbale :</a:t>
          </a:r>
          <a:endParaRPr lang="en-US"/>
        </a:p>
      </dgm:t>
    </dgm:pt>
    <dgm:pt modelId="{0A70876A-D343-4C6F-879F-DEAD99693B75}" type="parTrans" cxnId="{7105AC51-D4CA-4BED-837E-35F6B9ACC19C}">
      <dgm:prSet/>
      <dgm:spPr/>
      <dgm:t>
        <a:bodyPr/>
        <a:lstStyle/>
        <a:p>
          <a:endParaRPr lang="en-US"/>
        </a:p>
      </dgm:t>
    </dgm:pt>
    <dgm:pt modelId="{1D37ECB8-58AD-4300-805A-BE2901088410}" type="sibTrans" cxnId="{7105AC51-D4CA-4BED-837E-35F6B9ACC19C}">
      <dgm:prSet/>
      <dgm:spPr/>
      <dgm:t>
        <a:bodyPr/>
        <a:lstStyle/>
        <a:p>
          <a:endParaRPr lang="en-US"/>
        </a:p>
      </dgm:t>
    </dgm:pt>
    <dgm:pt modelId="{E2E49A47-4609-465D-BD19-C9A61195D4A7}">
      <dgm:prSet/>
      <dgm:spPr/>
      <dgm:t>
        <a:bodyPr/>
        <a:lstStyle/>
        <a:p>
          <a:r>
            <a:rPr lang="fr-FR"/>
            <a:t>Adopter des gestes rassurants, une posture ouverte et un ton de voix apaisant.</a:t>
          </a:r>
          <a:endParaRPr lang="en-US"/>
        </a:p>
      </dgm:t>
    </dgm:pt>
    <dgm:pt modelId="{8AA1995F-C3C6-4969-821F-38155F0480B2}" type="parTrans" cxnId="{78F1BC25-C779-43C9-84C9-289AEB9A0185}">
      <dgm:prSet/>
      <dgm:spPr/>
      <dgm:t>
        <a:bodyPr/>
        <a:lstStyle/>
        <a:p>
          <a:endParaRPr lang="en-US"/>
        </a:p>
      </dgm:t>
    </dgm:pt>
    <dgm:pt modelId="{E833BC5E-5882-4A2D-AF7C-4608070BDC34}" type="sibTrans" cxnId="{78F1BC25-C779-43C9-84C9-289AEB9A0185}">
      <dgm:prSet/>
      <dgm:spPr/>
      <dgm:t>
        <a:bodyPr/>
        <a:lstStyle/>
        <a:p>
          <a:endParaRPr lang="en-US"/>
        </a:p>
      </dgm:t>
    </dgm:pt>
    <dgm:pt modelId="{52C6086F-AD80-416A-95B0-5066BAC6713E}">
      <dgm:prSet/>
      <dgm:spPr/>
      <dgm:t>
        <a:bodyPr/>
        <a:lstStyle/>
        <a:p>
          <a:r>
            <a:rPr lang="fr-FR"/>
            <a:t>Maintenir un contact visuel approprié pour établir une relation de confiance.</a:t>
          </a:r>
          <a:endParaRPr lang="en-US"/>
        </a:p>
      </dgm:t>
    </dgm:pt>
    <dgm:pt modelId="{089C31EB-4430-4A0B-8992-D525DA754F7B}" type="parTrans" cxnId="{C328880A-097E-4EA7-BFCA-BC27E830FA75}">
      <dgm:prSet/>
      <dgm:spPr/>
      <dgm:t>
        <a:bodyPr/>
        <a:lstStyle/>
        <a:p>
          <a:endParaRPr lang="en-US"/>
        </a:p>
      </dgm:t>
    </dgm:pt>
    <dgm:pt modelId="{25E3D560-3C1D-48D7-A0CD-71E154D16B90}" type="sibTrans" cxnId="{C328880A-097E-4EA7-BFCA-BC27E830FA75}">
      <dgm:prSet/>
      <dgm:spPr/>
      <dgm:t>
        <a:bodyPr/>
        <a:lstStyle/>
        <a:p>
          <a:endParaRPr lang="en-US"/>
        </a:p>
      </dgm:t>
    </dgm:pt>
    <dgm:pt modelId="{C2B75283-FEBE-48AD-A03B-2D4905F0AEE5}" type="pres">
      <dgm:prSet presAssocID="{D7F1C5D0-3E19-410C-9A18-520ACF83747A}" presName="Name0" presStyleCnt="0">
        <dgm:presLayoutVars>
          <dgm:dir/>
          <dgm:animLvl val="lvl"/>
          <dgm:resizeHandles val="exact"/>
        </dgm:presLayoutVars>
      </dgm:prSet>
      <dgm:spPr/>
    </dgm:pt>
    <dgm:pt modelId="{FD0BB458-4257-489A-8197-C7BA1ACA403C}" type="pres">
      <dgm:prSet presAssocID="{0A6CAB21-AFA2-49C6-A2ED-B850B8963658}" presName="composite" presStyleCnt="0"/>
      <dgm:spPr/>
    </dgm:pt>
    <dgm:pt modelId="{C5327EAD-0831-4CB5-809A-E54066222CCB}" type="pres">
      <dgm:prSet presAssocID="{0A6CAB21-AFA2-49C6-A2ED-B850B8963658}" presName="parTx" presStyleLbl="alignNode1" presStyleIdx="0" presStyleCnt="2">
        <dgm:presLayoutVars>
          <dgm:chMax val="0"/>
          <dgm:chPref val="0"/>
          <dgm:bulletEnabled val="1"/>
        </dgm:presLayoutVars>
      </dgm:prSet>
      <dgm:spPr/>
    </dgm:pt>
    <dgm:pt modelId="{0EF8BA87-A7A9-41AB-BD3A-A15847AE23F8}" type="pres">
      <dgm:prSet presAssocID="{0A6CAB21-AFA2-49C6-A2ED-B850B8963658}" presName="desTx" presStyleLbl="alignAccFollowNode1" presStyleIdx="0" presStyleCnt="2">
        <dgm:presLayoutVars>
          <dgm:bulletEnabled val="1"/>
        </dgm:presLayoutVars>
      </dgm:prSet>
      <dgm:spPr/>
    </dgm:pt>
    <dgm:pt modelId="{3463F70E-26ED-4FF3-B07F-5F0922A3F1CF}" type="pres">
      <dgm:prSet presAssocID="{D2FB45A6-7889-492E-B31D-D6F583268C93}" presName="space" presStyleCnt="0"/>
      <dgm:spPr/>
    </dgm:pt>
    <dgm:pt modelId="{41404BEA-2D2B-44C7-8006-976A31819B81}" type="pres">
      <dgm:prSet presAssocID="{76BF7384-BA89-4371-8C03-6CD09C401D11}" presName="composite" presStyleCnt="0"/>
      <dgm:spPr/>
    </dgm:pt>
    <dgm:pt modelId="{304AB459-2F38-40CA-8684-AB3267D3263E}" type="pres">
      <dgm:prSet presAssocID="{76BF7384-BA89-4371-8C03-6CD09C401D11}" presName="parTx" presStyleLbl="alignNode1" presStyleIdx="1" presStyleCnt="2">
        <dgm:presLayoutVars>
          <dgm:chMax val="0"/>
          <dgm:chPref val="0"/>
          <dgm:bulletEnabled val="1"/>
        </dgm:presLayoutVars>
      </dgm:prSet>
      <dgm:spPr/>
    </dgm:pt>
    <dgm:pt modelId="{17FDEC72-1444-4BF7-A1BF-B253780415F4}" type="pres">
      <dgm:prSet presAssocID="{76BF7384-BA89-4371-8C03-6CD09C401D11}" presName="desTx" presStyleLbl="alignAccFollowNode1" presStyleIdx="1" presStyleCnt="2">
        <dgm:presLayoutVars>
          <dgm:bulletEnabled val="1"/>
        </dgm:presLayoutVars>
      </dgm:prSet>
      <dgm:spPr/>
    </dgm:pt>
  </dgm:ptLst>
  <dgm:cxnLst>
    <dgm:cxn modelId="{C328880A-097E-4EA7-BFCA-BC27E830FA75}" srcId="{76BF7384-BA89-4371-8C03-6CD09C401D11}" destId="{52C6086F-AD80-416A-95B0-5066BAC6713E}" srcOrd="1" destOrd="0" parTransId="{089C31EB-4430-4A0B-8992-D525DA754F7B}" sibTransId="{25E3D560-3C1D-48D7-A0CD-71E154D16B90}"/>
    <dgm:cxn modelId="{39248D1E-DF28-49A2-A2B9-D951CD76E224}" srcId="{0A6CAB21-AFA2-49C6-A2ED-B850B8963658}" destId="{361EF511-AA26-4789-8366-A2188586BB8B}" srcOrd="0" destOrd="0" parTransId="{CE869708-C9BF-433A-9D34-ACCAC3AEBEB9}" sibTransId="{2B332F3C-8248-4A8B-BE2A-4BD7039366F3}"/>
    <dgm:cxn modelId="{78F1BC25-C779-43C9-84C9-289AEB9A0185}" srcId="{76BF7384-BA89-4371-8C03-6CD09C401D11}" destId="{E2E49A47-4609-465D-BD19-C9A61195D4A7}" srcOrd="0" destOrd="0" parTransId="{8AA1995F-C3C6-4969-821F-38155F0480B2}" sibTransId="{E833BC5E-5882-4A2D-AF7C-4608070BDC34}"/>
    <dgm:cxn modelId="{5340C141-CC5A-46C1-8A13-D4FC275AB273}" type="presOf" srcId="{76BF7384-BA89-4371-8C03-6CD09C401D11}" destId="{304AB459-2F38-40CA-8684-AB3267D3263E}" srcOrd="0" destOrd="0" presId="urn:microsoft.com/office/officeart/2005/8/layout/hList1"/>
    <dgm:cxn modelId="{6DB39C62-B9CE-4D0C-82FA-7CAB98D2287D}" type="presOf" srcId="{361EF511-AA26-4789-8366-A2188586BB8B}" destId="{0EF8BA87-A7A9-41AB-BD3A-A15847AE23F8}" srcOrd="0" destOrd="0" presId="urn:microsoft.com/office/officeart/2005/8/layout/hList1"/>
    <dgm:cxn modelId="{7105AC51-D4CA-4BED-837E-35F6B9ACC19C}" srcId="{D7F1C5D0-3E19-410C-9A18-520ACF83747A}" destId="{76BF7384-BA89-4371-8C03-6CD09C401D11}" srcOrd="1" destOrd="0" parTransId="{0A70876A-D343-4C6F-879F-DEAD99693B75}" sibTransId="{1D37ECB8-58AD-4300-805A-BE2901088410}"/>
    <dgm:cxn modelId="{8F84F953-44D3-4516-9399-5502C72175E9}" type="presOf" srcId="{E2E49A47-4609-465D-BD19-C9A61195D4A7}" destId="{17FDEC72-1444-4BF7-A1BF-B253780415F4}" srcOrd="0" destOrd="0" presId="urn:microsoft.com/office/officeart/2005/8/layout/hList1"/>
    <dgm:cxn modelId="{7A2F867F-2274-40E7-8CCB-B1AB259FE18C}" srcId="{D7F1C5D0-3E19-410C-9A18-520ACF83747A}" destId="{0A6CAB21-AFA2-49C6-A2ED-B850B8963658}" srcOrd="0" destOrd="0" parTransId="{D921549A-9D1E-4C9E-AC51-2A80A4577789}" sibTransId="{D2FB45A6-7889-492E-B31D-D6F583268C93}"/>
    <dgm:cxn modelId="{8EA86F98-D25D-46E3-B055-BDFF7308FB30}" srcId="{0A6CAB21-AFA2-49C6-A2ED-B850B8963658}" destId="{69ADC02C-B51A-49EB-B7F6-A1B36D5E9C77}" srcOrd="1" destOrd="0" parTransId="{81413AA9-1877-40A1-BB72-32BD98823A71}" sibTransId="{25016F69-874C-4FCF-9F0C-B248E8CDB5A8}"/>
    <dgm:cxn modelId="{8FC7A89D-E1AB-42F3-B26D-F50C53610E92}" type="presOf" srcId="{D7F1C5D0-3E19-410C-9A18-520ACF83747A}" destId="{C2B75283-FEBE-48AD-A03B-2D4905F0AEE5}" srcOrd="0" destOrd="0" presId="urn:microsoft.com/office/officeart/2005/8/layout/hList1"/>
    <dgm:cxn modelId="{47D331A4-5927-4569-A925-ADABEDF359CA}" type="presOf" srcId="{52C6086F-AD80-416A-95B0-5066BAC6713E}" destId="{17FDEC72-1444-4BF7-A1BF-B253780415F4}" srcOrd="0" destOrd="1" presId="urn:microsoft.com/office/officeart/2005/8/layout/hList1"/>
    <dgm:cxn modelId="{0D1021AB-373C-4DD5-8B93-69E2ABFC0EA7}" type="presOf" srcId="{69ADC02C-B51A-49EB-B7F6-A1B36D5E9C77}" destId="{0EF8BA87-A7A9-41AB-BD3A-A15847AE23F8}" srcOrd="0" destOrd="1" presId="urn:microsoft.com/office/officeart/2005/8/layout/hList1"/>
    <dgm:cxn modelId="{3D4A05D5-8D26-42B3-BFDE-F0A062F9E4DE}" type="presOf" srcId="{0A6CAB21-AFA2-49C6-A2ED-B850B8963658}" destId="{C5327EAD-0831-4CB5-809A-E54066222CCB}" srcOrd="0" destOrd="0" presId="urn:microsoft.com/office/officeart/2005/8/layout/hList1"/>
    <dgm:cxn modelId="{382CAF51-8477-40D3-BCDB-6EEA53DE11C9}" type="presParOf" srcId="{C2B75283-FEBE-48AD-A03B-2D4905F0AEE5}" destId="{FD0BB458-4257-489A-8197-C7BA1ACA403C}" srcOrd="0" destOrd="0" presId="urn:microsoft.com/office/officeart/2005/8/layout/hList1"/>
    <dgm:cxn modelId="{1B85019A-FC46-458C-BE17-F74FDCC1BB0F}" type="presParOf" srcId="{FD0BB458-4257-489A-8197-C7BA1ACA403C}" destId="{C5327EAD-0831-4CB5-809A-E54066222CCB}" srcOrd="0" destOrd="0" presId="urn:microsoft.com/office/officeart/2005/8/layout/hList1"/>
    <dgm:cxn modelId="{D91F8ED3-94CF-44DF-9B1D-4286786E2040}" type="presParOf" srcId="{FD0BB458-4257-489A-8197-C7BA1ACA403C}" destId="{0EF8BA87-A7A9-41AB-BD3A-A15847AE23F8}" srcOrd="1" destOrd="0" presId="urn:microsoft.com/office/officeart/2005/8/layout/hList1"/>
    <dgm:cxn modelId="{D0CD4EB3-B357-46E2-A6ED-2FB7E2DC1031}" type="presParOf" srcId="{C2B75283-FEBE-48AD-A03B-2D4905F0AEE5}" destId="{3463F70E-26ED-4FF3-B07F-5F0922A3F1CF}" srcOrd="1" destOrd="0" presId="urn:microsoft.com/office/officeart/2005/8/layout/hList1"/>
    <dgm:cxn modelId="{92A14F9E-2729-4D42-A6F8-4A784DEE24B1}" type="presParOf" srcId="{C2B75283-FEBE-48AD-A03B-2D4905F0AEE5}" destId="{41404BEA-2D2B-44C7-8006-976A31819B81}" srcOrd="2" destOrd="0" presId="urn:microsoft.com/office/officeart/2005/8/layout/hList1"/>
    <dgm:cxn modelId="{CE2B51F9-C330-476B-953E-FC1A168ECB5E}" type="presParOf" srcId="{41404BEA-2D2B-44C7-8006-976A31819B81}" destId="{304AB459-2F38-40CA-8684-AB3267D3263E}" srcOrd="0" destOrd="0" presId="urn:microsoft.com/office/officeart/2005/8/layout/hList1"/>
    <dgm:cxn modelId="{A0CAE75A-B424-41F3-B55D-BA7224C381E5}" type="presParOf" srcId="{41404BEA-2D2B-44C7-8006-976A31819B81}" destId="{17FDEC72-1444-4BF7-A1BF-B253780415F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79375604-9EE1-4B2F-8F0F-9C10BA7B79C8}" type="doc">
      <dgm:prSet loTypeId="urn:microsoft.com/office/officeart/2005/8/layout/process4" loCatId="process" qsTypeId="urn:microsoft.com/office/officeart/2005/8/quickstyle/simple1" qsCatId="simple" csTypeId="urn:microsoft.com/office/officeart/2005/8/colors/colorful2" csCatId="colorful"/>
      <dgm:spPr/>
      <dgm:t>
        <a:bodyPr/>
        <a:lstStyle/>
        <a:p>
          <a:endParaRPr lang="en-US"/>
        </a:p>
      </dgm:t>
    </dgm:pt>
    <dgm:pt modelId="{FABF10B6-210F-415D-892F-BF84ABF02955}">
      <dgm:prSet/>
      <dgm:spPr/>
      <dgm:t>
        <a:bodyPr/>
        <a:lstStyle/>
        <a:p>
          <a:r>
            <a:rPr lang="fr-FR" b="1"/>
            <a:t>1. Introduction : L’importance de repérer et agir face aux situations à risque</a:t>
          </a:r>
          <a:endParaRPr lang="en-US"/>
        </a:p>
      </dgm:t>
    </dgm:pt>
    <dgm:pt modelId="{0782D955-BBE3-4065-AFE5-C1EA3BEEF67E}" type="parTrans" cxnId="{F51C947A-10C9-4505-A46D-8F8DB200DFA3}">
      <dgm:prSet/>
      <dgm:spPr/>
      <dgm:t>
        <a:bodyPr/>
        <a:lstStyle/>
        <a:p>
          <a:endParaRPr lang="en-US"/>
        </a:p>
      </dgm:t>
    </dgm:pt>
    <dgm:pt modelId="{331B0FC8-017F-42EC-A374-6892C80D0B5D}" type="sibTrans" cxnId="{F51C947A-10C9-4505-A46D-8F8DB200DFA3}">
      <dgm:prSet/>
      <dgm:spPr/>
      <dgm:t>
        <a:bodyPr/>
        <a:lstStyle/>
        <a:p>
          <a:endParaRPr lang="en-US"/>
        </a:p>
      </dgm:t>
    </dgm:pt>
    <dgm:pt modelId="{5C28EBE2-45CA-4CC9-9F1B-863F4E2CD92F}">
      <dgm:prSet/>
      <dgm:spPr/>
      <dgm:t>
        <a:bodyPr/>
        <a:lstStyle/>
        <a:p>
          <a:r>
            <a:rPr lang="fr-FR" b="1"/>
            <a:t>Pourquoi cette compétence est essentielle ?</a:t>
          </a:r>
          <a:endParaRPr lang="en-US"/>
        </a:p>
      </dgm:t>
    </dgm:pt>
    <dgm:pt modelId="{F8DEC6D4-6CCC-4D56-A893-5592C8C854C9}" type="parTrans" cxnId="{07BEE98C-FCE6-4A37-AECC-EFCC504C93A6}">
      <dgm:prSet/>
      <dgm:spPr/>
      <dgm:t>
        <a:bodyPr/>
        <a:lstStyle/>
        <a:p>
          <a:endParaRPr lang="en-US"/>
        </a:p>
      </dgm:t>
    </dgm:pt>
    <dgm:pt modelId="{E89EBD48-CFD9-439F-9401-E72718A1E003}" type="sibTrans" cxnId="{07BEE98C-FCE6-4A37-AECC-EFCC504C93A6}">
      <dgm:prSet/>
      <dgm:spPr/>
      <dgm:t>
        <a:bodyPr/>
        <a:lstStyle/>
        <a:p>
          <a:endParaRPr lang="en-US"/>
        </a:p>
      </dgm:t>
    </dgm:pt>
    <dgm:pt modelId="{8053D7A1-C4B8-4FD9-B988-B37CBD6F0CD1}">
      <dgm:prSet/>
      <dgm:spPr/>
      <dgm:t>
        <a:bodyPr/>
        <a:lstStyle/>
        <a:p>
          <a:r>
            <a:rPr lang="fr-FR"/>
            <a:t>La bientraitance implique de détecter rapidement les signaux de maltraitance pour protéger les personnes vulnérables.</a:t>
          </a:r>
          <a:endParaRPr lang="en-US"/>
        </a:p>
      </dgm:t>
    </dgm:pt>
    <dgm:pt modelId="{10437D06-3FBF-476D-B551-B11E98A3553E}" type="parTrans" cxnId="{0C7E1033-3557-4C6F-B0F3-518CFDCBFB02}">
      <dgm:prSet/>
      <dgm:spPr/>
      <dgm:t>
        <a:bodyPr/>
        <a:lstStyle/>
        <a:p>
          <a:endParaRPr lang="en-US"/>
        </a:p>
      </dgm:t>
    </dgm:pt>
    <dgm:pt modelId="{4D3E36B1-71B6-4879-B855-55F4C8DC451D}" type="sibTrans" cxnId="{0C7E1033-3557-4C6F-B0F3-518CFDCBFB02}">
      <dgm:prSet/>
      <dgm:spPr/>
      <dgm:t>
        <a:bodyPr/>
        <a:lstStyle/>
        <a:p>
          <a:endParaRPr lang="en-US"/>
        </a:p>
      </dgm:t>
    </dgm:pt>
    <dgm:pt modelId="{0FF308BB-DE02-4BA7-A3E6-BF380520B08A}">
      <dgm:prSet/>
      <dgm:spPr/>
      <dgm:t>
        <a:bodyPr/>
        <a:lstStyle/>
        <a:p>
          <a:r>
            <a:rPr lang="fr-FR"/>
            <a:t>Les aides ménagères et auxiliaires de vie sociale (AVS) sont souvent en première ligne et peuvent jouer un rôle clé dans la prévention et l’intervention.</a:t>
          </a:r>
          <a:endParaRPr lang="en-US"/>
        </a:p>
      </dgm:t>
    </dgm:pt>
    <dgm:pt modelId="{7054353B-C55B-41D9-8E17-D4E8F7794A14}" type="parTrans" cxnId="{A4EF059A-3CEC-41C4-9641-34E63F5CE6FD}">
      <dgm:prSet/>
      <dgm:spPr/>
      <dgm:t>
        <a:bodyPr/>
        <a:lstStyle/>
        <a:p>
          <a:endParaRPr lang="en-US"/>
        </a:p>
      </dgm:t>
    </dgm:pt>
    <dgm:pt modelId="{26C2DB68-4AC9-4220-92D2-D3C66AF2E495}" type="sibTrans" cxnId="{A4EF059A-3CEC-41C4-9641-34E63F5CE6FD}">
      <dgm:prSet/>
      <dgm:spPr/>
      <dgm:t>
        <a:bodyPr/>
        <a:lstStyle/>
        <a:p>
          <a:endParaRPr lang="en-US"/>
        </a:p>
      </dgm:t>
    </dgm:pt>
    <dgm:pt modelId="{D2814DFB-EEFC-401A-AE8B-A5BEF01CD9AA}" type="pres">
      <dgm:prSet presAssocID="{79375604-9EE1-4B2F-8F0F-9C10BA7B79C8}" presName="Name0" presStyleCnt="0">
        <dgm:presLayoutVars>
          <dgm:dir/>
          <dgm:animLvl val="lvl"/>
          <dgm:resizeHandles val="exact"/>
        </dgm:presLayoutVars>
      </dgm:prSet>
      <dgm:spPr/>
    </dgm:pt>
    <dgm:pt modelId="{21A086E2-0DB0-4BBD-926D-454FBC49634B}" type="pres">
      <dgm:prSet presAssocID="{5C28EBE2-45CA-4CC9-9F1B-863F4E2CD92F}" presName="boxAndChildren" presStyleCnt="0"/>
      <dgm:spPr/>
    </dgm:pt>
    <dgm:pt modelId="{FC7E8F6A-DAED-451D-8372-91BCE5991FDF}" type="pres">
      <dgm:prSet presAssocID="{5C28EBE2-45CA-4CC9-9F1B-863F4E2CD92F}" presName="parentTextBox" presStyleLbl="node1" presStyleIdx="0" presStyleCnt="2"/>
      <dgm:spPr/>
    </dgm:pt>
    <dgm:pt modelId="{3DA25E90-1D21-4E6F-88EF-AE63C5DEA874}" type="pres">
      <dgm:prSet presAssocID="{5C28EBE2-45CA-4CC9-9F1B-863F4E2CD92F}" presName="entireBox" presStyleLbl="node1" presStyleIdx="0" presStyleCnt="2"/>
      <dgm:spPr/>
    </dgm:pt>
    <dgm:pt modelId="{264FC073-7714-4F3C-A44B-5C03797B9B4F}" type="pres">
      <dgm:prSet presAssocID="{5C28EBE2-45CA-4CC9-9F1B-863F4E2CD92F}" presName="descendantBox" presStyleCnt="0"/>
      <dgm:spPr/>
    </dgm:pt>
    <dgm:pt modelId="{157C7829-30C3-4AF2-9470-6CA85E805E2B}" type="pres">
      <dgm:prSet presAssocID="{8053D7A1-C4B8-4FD9-B988-B37CBD6F0CD1}" presName="childTextBox" presStyleLbl="fgAccFollowNode1" presStyleIdx="0" presStyleCnt="2">
        <dgm:presLayoutVars>
          <dgm:bulletEnabled val="1"/>
        </dgm:presLayoutVars>
      </dgm:prSet>
      <dgm:spPr/>
    </dgm:pt>
    <dgm:pt modelId="{40EC62C9-7E43-4733-81DB-2CBE89E68CFB}" type="pres">
      <dgm:prSet presAssocID="{0FF308BB-DE02-4BA7-A3E6-BF380520B08A}" presName="childTextBox" presStyleLbl="fgAccFollowNode1" presStyleIdx="1" presStyleCnt="2">
        <dgm:presLayoutVars>
          <dgm:bulletEnabled val="1"/>
        </dgm:presLayoutVars>
      </dgm:prSet>
      <dgm:spPr/>
    </dgm:pt>
    <dgm:pt modelId="{FA9EE8FF-C6AC-4F11-A3A5-DAFCD60AE3D9}" type="pres">
      <dgm:prSet presAssocID="{331B0FC8-017F-42EC-A374-6892C80D0B5D}" presName="sp" presStyleCnt="0"/>
      <dgm:spPr/>
    </dgm:pt>
    <dgm:pt modelId="{07E9CA6C-6D81-4AE0-BF0E-AFCB66F9BB4D}" type="pres">
      <dgm:prSet presAssocID="{FABF10B6-210F-415D-892F-BF84ABF02955}" presName="arrowAndChildren" presStyleCnt="0"/>
      <dgm:spPr/>
    </dgm:pt>
    <dgm:pt modelId="{5EE5C04C-80D5-4FC9-8C2B-F436B15D994E}" type="pres">
      <dgm:prSet presAssocID="{FABF10B6-210F-415D-892F-BF84ABF02955}" presName="parentTextArrow" presStyleLbl="node1" presStyleIdx="1" presStyleCnt="2"/>
      <dgm:spPr/>
    </dgm:pt>
  </dgm:ptLst>
  <dgm:cxnLst>
    <dgm:cxn modelId="{33F8C806-61AA-4B6A-AA09-C084F71EFCAF}" type="presOf" srcId="{8053D7A1-C4B8-4FD9-B988-B37CBD6F0CD1}" destId="{157C7829-30C3-4AF2-9470-6CA85E805E2B}" srcOrd="0" destOrd="0" presId="urn:microsoft.com/office/officeart/2005/8/layout/process4"/>
    <dgm:cxn modelId="{24445D1D-1007-4FFD-B969-63E23F899A8E}" type="presOf" srcId="{79375604-9EE1-4B2F-8F0F-9C10BA7B79C8}" destId="{D2814DFB-EEFC-401A-AE8B-A5BEF01CD9AA}" srcOrd="0" destOrd="0" presId="urn:microsoft.com/office/officeart/2005/8/layout/process4"/>
    <dgm:cxn modelId="{0C7E1033-3557-4C6F-B0F3-518CFDCBFB02}" srcId="{5C28EBE2-45CA-4CC9-9F1B-863F4E2CD92F}" destId="{8053D7A1-C4B8-4FD9-B988-B37CBD6F0CD1}" srcOrd="0" destOrd="0" parTransId="{10437D06-3FBF-476D-B551-B11E98A3553E}" sibTransId="{4D3E36B1-71B6-4879-B855-55F4C8DC451D}"/>
    <dgm:cxn modelId="{C46D5335-377B-4399-B31A-69FA5719C272}" type="presOf" srcId="{FABF10B6-210F-415D-892F-BF84ABF02955}" destId="{5EE5C04C-80D5-4FC9-8C2B-F436B15D994E}" srcOrd="0" destOrd="0" presId="urn:microsoft.com/office/officeart/2005/8/layout/process4"/>
    <dgm:cxn modelId="{F51C947A-10C9-4505-A46D-8F8DB200DFA3}" srcId="{79375604-9EE1-4B2F-8F0F-9C10BA7B79C8}" destId="{FABF10B6-210F-415D-892F-BF84ABF02955}" srcOrd="0" destOrd="0" parTransId="{0782D955-BBE3-4065-AFE5-C1EA3BEEF67E}" sibTransId="{331B0FC8-017F-42EC-A374-6892C80D0B5D}"/>
    <dgm:cxn modelId="{73DB6E82-D00E-4DA8-91F4-6640ADEFD7BE}" type="presOf" srcId="{5C28EBE2-45CA-4CC9-9F1B-863F4E2CD92F}" destId="{3DA25E90-1D21-4E6F-88EF-AE63C5DEA874}" srcOrd="1" destOrd="0" presId="urn:microsoft.com/office/officeart/2005/8/layout/process4"/>
    <dgm:cxn modelId="{07BEE98C-FCE6-4A37-AECC-EFCC504C93A6}" srcId="{79375604-9EE1-4B2F-8F0F-9C10BA7B79C8}" destId="{5C28EBE2-45CA-4CC9-9F1B-863F4E2CD92F}" srcOrd="1" destOrd="0" parTransId="{F8DEC6D4-6CCC-4D56-A893-5592C8C854C9}" sibTransId="{E89EBD48-CFD9-439F-9401-E72718A1E003}"/>
    <dgm:cxn modelId="{A4EF059A-3CEC-41C4-9641-34E63F5CE6FD}" srcId="{5C28EBE2-45CA-4CC9-9F1B-863F4E2CD92F}" destId="{0FF308BB-DE02-4BA7-A3E6-BF380520B08A}" srcOrd="1" destOrd="0" parTransId="{7054353B-C55B-41D9-8E17-D4E8F7794A14}" sibTransId="{26C2DB68-4AC9-4220-92D2-D3C66AF2E495}"/>
    <dgm:cxn modelId="{4044B8A1-2C0E-476F-A543-5705C2C9DA86}" type="presOf" srcId="{5C28EBE2-45CA-4CC9-9F1B-863F4E2CD92F}" destId="{FC7E8F6A-DAED-451D-8372-91BCE5991FDF}" srcOrd="0" destOrd="0" presId="urn:microsoft.com/office/officeart/2005/8/layout/process4"/>
    <dgm:cxn modelId="{F2B84EAF-77DD-490D-BF56-46AF49263C6B}" type="presOf" srcId="{0FF308BB-DE02-4BA7-A3E6-BF380520B08A}" destId="{40EC62C9-7E43-4733-81DB-2CBE89E68CFB}" srcOrd="0" destOrd="0" presId="urn:microsoft.com/office/officeart/2005/8/layout/process4"/>
    <dgm:cxn modelId="{BD88FD68-CA8D-4607-AA61-99C6184BCCE1}" type="presParOf" srcId="{D2814DFB-EEFC-401A-AE8B-A5BEF01CD9AA}" destId="{21A086E2-0DB0-4BBD-926D-454FBC49634B}" srcOrd="0" destOrd="0" presId="urn:microsoft.com/office/officeart/2005/8/layout/process4"/>
    <dgm:cxn modelId="{9FFF2A03-981A-4D3A-851A-73D1E8A4143B}" type="presParOf" srcId="{21A086E2-0DB0-4BBD-926D-454FBC49634B}" destId="{FC7E8F6A-DAED-451D-8372-91BCE5991FDF}" srcOrd="0" destOrd="0" presId="urn:microsoft.com/office/officeart/2005/8/layout/process4"/>
    <dgm:cxn modelId="{31CB9325-C699-41A2-B3BD-0978001D96FC}" type="presParOf" srcId="{21A086E2-0DB0-4BBD-926D-454FBC49634B}" destId="{3DA25E90-1D21-4E6F-88EF-AE63C5DEA874}" srcOrd="1" destOrd="0" presId="urn:microsoft.com/office/officeart/2005/8/layout/process4"/>
    <dgm:cxn modelId="{315C5180-A03B-4374-B4D6-B9EC693D8F0C}" type="presParOf" srcId="{21A086E2-0DB0-4BBD-926D-454FBC49634B}" destId="{264FC073-7714-4F3C-A44B-5C03797B9B4F}" srcOrd="2" destOrd="0" presId="urn:microsoft.com/office/officeart/2005/8/layout/process4"/>
    <dgm:cxn modelId="{E1A9D27B-CBCD-4D79-A1D8-6263214E8AA6}" type="presParOf" srcId="{264FC073-7714-4F3C-A44B-5C03797B9B4F}" destId="{157C7829-30C3-4AF2-9470-6CA85E805E2B}" srcOrd="0" destOrd="0" presId="urn:microsoft.com/office/officeart/2005/8/layout/process4"/>
    <dgm:cxn modelId="{06636535-EE49-4A16-B400-7A87CE214AAD}" type="presParOf" srcId="{264FC073-7714-4F3C-A44B-5C03797B9B4F}" destId="{40EC62C9-7E43-4733-81DB-2CBE89E68CFB}" srcOrd="1" destOrd="0" presId="urn:microsoft.com/office/officeart/2005/8/layout/process4"/>
    <dgm:cxn modelId="{E583EE2B-91F3-4701-99A2-E299D17FEA89}" type="presParOf" srcId="{D2814DFB-EEFC-401A-AE8B-A5BEF01CD9AA}" destId="{FA9EE8FF-C6AC-4F11-A3A5-DAFCD60AE3D9}" srcOrd="1" destOrd="0" presId="urn:microsoft.com/office/officeart/2005/8/layout/process4"/>
    <dgm:cxn modelId="{59D5E572-3227-4C4B-A16E-BAB0E204B84B}" type="presParOf" srcId="{D2814DFB-EEFC-401A-AE8B-A5BEF01CD9AA}" destId="{07E9CA6C-6D81-4AE0-BF0E-AFCB66F9BB4D}" srcOrd="2" destOrd="0" presId="urn:microsoft.com/office/officeart/2005/8/layout/process4"/>
    <dgm:cxn modelId="{7A266C10-0159-44EB-8A10-8E7D09B3CAA8}" type="presParOf" srcId="{07E9CA6C-6D81-4AE0-BF0E-AFCB66F9BB4D}" destId="{5EE5C04C-80D5-4FC9-8C2B-F436B15D994E}"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268A2678-1408-4872-857C-2CD1B258E7B6}"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3BF54161-16DE-4AAB-88FA-E1679CF3CC84}">
      <dgm:prSet/>
      <dgm:spPr/>
      <dgm:t>
        <a:bodyPr/>
        <a:lstStyle/>
        <a:p>
          <a:r>
            <a:rPr lang="fr-FR" b="1"/>
            <a:t>Positionnement individuel</a:t>
          </a:r>
          <a:endParaRPr lang="en-US"/>
        </a:p>
      </dgm:t>
    </dgm:pt>
    <dgm:pt modelId="{305B5F9C-E39B-493A-A331-EA39068C5DAD}" type="parTrans" cxnId="{1BA04A65-0488-4BA6-B4AF-056E3D9C42BF}">
      <dgm:prSet/>
      <dgm:spPr/>
      <dgm:t>
        <a:bodyPr/>
        <a:lstStyle/>
        <a:p>
          <a:endParaRPr lang="en-US"/>
        </a:p>
      </dgm:t>
    </dgm:pt>
    <dgm:pt modelId="{2CEC5C95-188F-4448-9EC2-BE768F62DDF7}" type="sibTrans" cxnId="{1BA04A65-0488-4BA6-B4AF-056E3D9C42BF}">
      <dgm:prSet/>
      <dgm:spPr/>
      <dgm:t>
        <a:bodyPr/>
        <a:lstStyle/>
        <a:p>
          <a:endParaRPr lang="en-US"/>
        </a:p>
      </dgm:t>
    </dgm:pt>
    <dgm:pt modelId="{CD17E3FA-235C-4C03-8B49-DF616692AE80}">
      <dgm:prSet/>
      <dgm:spPr/>
      <dgm:t>
        <a:bodyPr/>
        <a:lstStyle/>
        <a:p>
          <a:r>
            <a:rPr lang="fr-FR" b="1"/>
            <a:t>Posture d’écoute :</a:t>
          </a:r>
          <a:r>
            <a:rPr lang="fr-FR"/>
            <a:t> Recevoir les confidences sans jugement ni minimisation.</a:t>
          </a:r>
          <a:endParaRPr lang="en-US"/>
        </a:p>
      </dgm:t>
    </dgm:pt>
    <dgm:pt modelId="{BC08232A-69D1-4202-9117-328392E2F8AD}" type="parTrans" cxnId="{B8013BC0-96F7-42C3-BD6F-3D4AED660F55}">
      <dgm:prSet/>
      <dgm:spPr/>
      <dgm:t>
        <a:bodyPr/>
        <a:lstStyle/>
        <a:p>
          <a:endParaRPr lang="en-US"/>
        </a:p>
      </dgm:t>
    </dgm:pt>
    <dgm:pt modelId="{9D631877-CF4F-4960-8FC5-AB97DBCD834A}" type="sibTrans" cxnId="{B8013BC0-96F7-42C3-BD6F-3D4AED660F55}">
      <dgm:prSet/>
      <dgm:spPr/>
      <dgm:t>
        <a:bodyPr/>
        <a:lstStyle/>
        <a:p>
          <a:endParaRPr lang="en-US"/>
        </a:p>
      </dgm:t>
    </dgm:pt>
    <dgm:pt modelId="{5A0EC25F-56A9-4B77-ABDA-FBFE8C14942A}">
      <dgm:prSet/>
      <dgm:spPr/>
      <dgm:t>
        <a:bodyPr/>
        <a:lstStyle/>
        <a:p>
          <a:r>
            <a:rPr lang="fr-FR" b="1"/>
            <a:t>Responsabilité :</a:t>
          </a:r>
          <a:r>
            <a:rPr lang="fr-FR"/>
            <a:t> Prendre au sérieux chaque signalement ou suspicion.</a:t>
          </a:r>
          <a:endParaRPr lang="en-US"/>
        </a:p>
      </dgm:t>
    </dgm:pt>
    <dgm:pt modelId="{91362A6A-9B39-43AE-95F9-9583C31C4BA0}" type="parTrans" cxnId="{352082FE-2C46-4783-A34D-333B558FC198}">
      <dgm:prSet/>
      <dgm:spPr/>
      <dgm:t>
        <a:bodyPr/>
        <a:lstStyle/>
        <a:p>
          <a:endParaRPr lang="en-US"/>
        </a:p>
      </dgm:t>
    </dgm:pt>
    <dgm:pt modelId="{D9F241E7-C0B0-4C3F-8996-E533BD1EE7E9}" type="sibTrans" cxnId="{352082FE-2C46-4783-A34D-333B558FC198}">
      <dgm:prSet/>
      <dgm:spPr/>
      <dgm:t>
        <a:bodyPr/>
        <a:lstStyle/>
        <a:p>
          <a:endParaRPr lang="en-US"/>
        </a:p>
      </dgm:t>
    </dgm:pt>
    <dgm:pt modelId="{4E6C9397-099F-4491-9947-E6CCB115475F}">
      <dgm:prSet/>
      <dgm:spPr/>
      <dgm:t>
        <a:bodyPr/>
        <a:lstStyle/>
        <a:p>
          <a:r>
            <a:rPr lang="fr-FR" b="1"/>
            <a:t>Neutralité :</a:t>
          </a:r>
          <a:r>
            <a:rPr lang="fr-FR"/>
            <a:t> Ne pas accuser sans preuves, mais signaler les faits.</a:t>
          </a:r>
          <a:endParaRPr lang="en-US"/>
        </a:p>
      </dgm:t>
    </dgm:pt>
    <dgm:pt modelId="{F06C773B-3FE0-4F69-95E3-9A71D05FEAFB}" type="parTrans" cxnId="{2ECF4071-464B-49D8-A174-5C00C73A86FE}">
      <dgm:prSet/>
      <dgm:spPr/>
      <dgm:t>
        <a:bodyPr/>
        <a:lstStyle/>
        <a:p>
          <a:endParaRPr lang="en-US"/>
        </a:p>
      </dgm:t>
    </dgm:pt>
    <dgm:pt modelId="{30B1D0FE-313A-4ED3-BE77-3B08C9B644E5}" type="sibTrans" cxnId="{2ECF4071-464B-49D8-A174-5C00C73A86FE}">
      <dgm:prSet/>
      <dgm:spPr/>
      <dgm:t>
        <a:bodyPr/>
        <a:lstStyle/>
        <a:p>
          <a:endParaRPr lang="en-US"/>
        </a:p>
      </dgm:t>
    </dgm:pt>
    <dgm:pt modelId="{869BA3AA-B997-4E80-9538-C09D68D5880E}">
      <dgm:prSet/>
      <dgm:spPr/>
      <dgm:t>
        <a:bodyPr/>
        <a:lstStyle/>
        <a:p>
          <a:r>
            <a:rPr lang="fr-FR" b="1"/>
            <a:t>Travail en équipe</a:t>
          </a:r>
          <a:endParaRPr lang="en-US"/>
        </a:p>
      </dgm:t>
    </dgm:pt>
    <dgm:pt modelId="{9E7BAD4A-F23D-400E-9593-145707CA6F8E}" type="parTrans" cxnId="{D45BA265-29BF-4E84-A00E-91FF906D2014}">
      <dgm:prSet/>
      <dgm:spPr/>
      <dgm:t>
        <a:bodyPr/>
        <a:lstStyle/>
        <a:p>
          <a:endParaRPr lang="en-US"/>
        </a:p>
      </dgm:t>
    </dgm:pt>
    <dgm:pt modelId="{A95E5187-3B97-4521-B527-E379EDF131EC}" type="sibTrans" cxnId="{D45BA265-29BF-4E84-A00E-91FF906D2014}">
      <dgm:prSet/>
      <dgm:spPr/>
      <dgm:t>
        <a:bodyPr/>
        <a:lstStyle/>
        <a:p>
          <a:endParaRPr lang="en-US"/>
        </a:p>
      </dgm:t>
    </dgm:pt>
    <dgm:pt modelId="{7923F977-EB13-4DEB-A39F-AE1EF52D64A9}">
      <dgm:prSet/>
      <dgm:spPr/>
      <dgm:t>
        <a:bodyPr/>
        <a:lstStyle/>
        <a:p>
          <a:r>
            <a:rPr lang="fr-FR" b="1"/>
            <a:t>Collaboration :</a:t>
          </a:r>
          <a:r>
            <a:rPr lang="fr-FR"/>
            <a:t> Informer ses collègues ou responsables pour une analyse collective.</a:t>
          </a:r>
          <a:endParaRPr lang="en-US"/>
        </a:p>
      </dgm:t>
    </dgm:pt>
    <dgm:pt modelId="{1EC89B18-708C-4987-B1D0-D9694CE13FAA}" type="parTrans" cxnId="{ABE1DF77-D751-4C56-8F62-E2E97DAFA2FD}">
      <dgm:prSet/>
      <dgm:spPr/>
      <dgm:t>
        <a:bodyPr/>
        <a:lstStyle/>
        <a:p>
          <a:endParaRPr lang="en-US"/>
        </a:p>
      </dgm:t>
    </dgm:pt>
    <dgm:pt modelId="{29C2FD9E-DF5B-4330-AFB7-B6B95A7DA4E1}" type="sibTrans" cxnId="{ABE1DF77-D751-4C56-8F62-E2E97DAFA2FD}">
      <dgm:prSet/>
      <dgm:spPr/>
      <dgm:t>
        <a:bodyPr/>
        <a:lstStyle/>
        <a:p>
          <a:endParaRPr lang="en-US"/>
        </a:p>
      </dgm:t>
    </dgm:pt>
    <dgm:pt modelId="{8C267AE4-6895-4EBC-B411-1E5E119D2A84}">
      <dgm:prSet/>
      <dgm:spPr/>
      <dgm:t>
        <a:bodyPr/>
        <a:lstStyle/>
        <a:p>
          <a:r>
            <a:rPr lang="fr-FR" b="1"/>
            <a:t>Soutien :</a:t>
          </a:r>
          <a:r>
            <a:rPr lang="fr-FR"/>
            <a:t> Partager la charge émotionnelle liée à des situations délicates.</a:t>
          </a:r>
          <a:endParaRPr lang="en-US"/>
        </a:p>
      </dgm:t>
    </dgm:pt>
    <dgm:pt modelId="{02A374F2-86C9-477C-B02E-A3E63CFF013B}" type="parTrans" cxnId="{B228B13D-2B22-4F7B-95C8-13719653B673}">
      <dgm:prSet/>
      <dgm:spPr/>
      <dgm:t>
        <a:bodyPr/>
        <a:lstStyle/>
        <a:p>
          <a:endParaRPr lang="en-US"/>
        </a:p>
      </dgm:t>
    </dgm:pt>
    <dgm:pt modelId="{131D27BE-C409-4565-A594-9FB3FFE67837}" type="sibTrans" cxnId="{B228B13D-2B22-4F7B-95C8-13719653B673}">
      <dgm:prSet/>
      <dgm:spPr/>
      <dgm:t>
        <a:bodyPr/>
        <a:lstStyle/>
        <a:p>
          <a:endParaRPr lang="en-US"/>
        </a:p>
      </dgm:t>
    </dgm:pt>
    <dgm:pt modelId="{FDFEFBA7-8400-478D-B648-BB43D0320F4F}">
      <dgm:prSet/>
      <dgm:spPr/>
      <dgm:t>
        <a:bodyPr/>
        <a:lstStyle/>
        <a:p>
          <a:r>
            <a:rPr lang="fr-FR" b="1"/>
            <a:t>Cohérence :</a:t>
          </a:r>
          <a:r>
            <a:rPr lang="fr-FR"/>
            <a:t> Mettre en œuvre des actions concertées pour éviter les contradictions dans l’accompagnement.</a:t>
          </a:r>
          <a:endParaRPr lang="en-US"/>
        </a:p>
      </dgm:t>
    </dgm:pt>
    <dgm:pt modelId="{EA3EF043-196A-4DA5-8566-E028E6635C50}" type="parTrans" cxnId="{105E7A6C-89C9-4DF9-9DE6-517F48D928B0}">
      <dgm:prSet/>
      <dgm:spPr/>
      <dgm:t>
        <a:bodyPr/>
        <a:lstStyle/>
        <a:p>
          <a:endParaRPr lang="en-US"/>
        </a:p>
      </dgm:t>
    </dgm:pt>
    <dgm:pt modelId="{D3D91DFD-3A6C-4968-8AD1-97699860E3DF}" type="sibTrans" cxnId="{105E7A6C-89C9-4DF9-9DE6-517F48D928B0}">
      <dgm:prSet/>
      <dgm:spPr/>
      <dgm:t>
        <a:bodyPr/>
        <a:lstStyle/>
        <a:p>
          <a:endParaRPr lang="en-US"/>
        </a:p>
      </dgm:t>
    </dgm:pt>
    <dgm:pt modelId="{A0A43E2D-0A30-4744-B06C-8E42B51577D5}" type="pres">
      <dgm:prSet presAssocID="{268A2678-1408-4872-857C-2CD1B258E7B6}" presName="linear" presStyleCnt="0">
        <dgm:presLayoutVars>
          <dgm:animLvl val="lvl"/>
          <dgm:resizeHandles val="exact"/>
        </dgm:presLayoutVars>
      </dgm:prSet>
      <dgm:spPr/>
    </dgm:pt>
    <dgm:pt modelId="{0AD3742A-3069-4394-8EA2-CB11E08879D7}" type="pres">
      <dgm:prSet presAssocID="{3BF54161-16DE-4AAB-88FA-E1679CF3CC84}" presName="parentText" presStyleLbl="node1" presStyleIdx="0" presStyleCnt="2">
        <dgm:presLayoutVars>
          <dgm:chMax val="0"/>
          <dgm:bulletEnabled val="1"/>
        </dgm:presLayoutVars>
      </dgm:prSet>
      <dgm:spPr/>
    </dgm:pt>
    <dgm:pt modelId="{B5887F18-0F97-45C9-9ED8-119A16B1B477}" type="pres">
      <dgm:prSet presAssocID="{3BF54161-16DE-4AAB-88FA-E1679CF3CC84}" presName="childText" presStyleLbl="revTx" presStyleIdx="0" presStyleCnt="2">
        <dgm:presLayoutVars>
          <dgm:bulletEnabled val="1"/>
        </dgm:presLayoutVars>
      </dgm:prSet>
      <dgm:spPr/>
    </dgm:pt>
    <dgm:pt modelId="{E90A3064-6771-4B8F-AED8-9AAB68FE7C4F}" type="pres">
      <dgm:prSet presAssocID="{869BA3AA-B997-4E80-9538-C09D68D5880E}" presName="parentText" presStyleLbl="node1" presStyleIdx="1" presStyleCnt="2">
        <dgm:presLayoutVars>
          <dgm:chMax val="0"/>
          <dgm:bulletEnabled val="1"/>
        </dgm:presLayoutVars>
      </dgm:prSet>
      <dgm:spPr/>
    </dgm:pt>
    <dgm:pt modelId="{7A0ADDAB-92BE-4AA4-A3BA-E477BA7CC88C}" type="pres">
      <dgm:prSet presAssocID="{869BA3AA-B997-4E80-9538-C09D68D5880E}" presName="childText" presStyleLbl="revTx" presStyleIdx="1" presStyleCnt="2">
        <dgm:presLayoutVars>
          <dgm:bulletEnabled val="1"/>
        </dgm:presLayoutVars>
      </dgm:prSet>
      <dgm:spPr/>
    </dgm:pt>
  </dgm:ptLst>
  <dgm:cxnLst>
    <dgm:cxn modelId="{747A701E-7848-4B2A-A280-CC4394F1DD53}" type="presOf" srcId="{7923F977-EB13-4DEB-A39F-AE1EF52D64A9}" destId="{7A0ADDAB-92BE-4AA4-A3BA-E477BA7CC88C}" srcOrd="0" destOrd="0" presId="urn:microsoft.com/office/officeart/2005/8/layout/vList2"/>
    <dgm:cxn modelId="{8C0BDF1E-162E-4685-B524-4C008A63F9B2}" type="presOf" srcId="{FDFEFBA7-8400-478D-B648-BB43D0320F4F}" destId="{7A0ADDAB-92BE-4AA4-A3BA-E477BA7CC88C}" srcOrd="0" destOrd="2" presId="urn:microsoft.com/office/officeart/2005/8/layout/vList2"/>
    <dgm:cxn modelId="{B228B13D-2B22-4F7B-95C8-13719653B673}" srcId="{869BA3AA-B997-4E80-9538-C09D68D5880E}" destId="{8C267AE4-6895-4EBC-B411-1E5E119D2A84}" srcOrd="1" destOrd="0" parTransId="{02A374F2-86C9-477C-B02E-A3E63CFF013B}" sibTransId="{131D27BE-C409-4565-A594-9FB3FFE67837}"/>
    <dgm:cxn modelId="{1BA04A65-0488-4BA6-B4AF-056E3D9C42BF}" srcId="{268A2678-1408-4872-857C-2CD1B258E7B6}" destId="{3BF54161-16DE-4AAB-88FA-E1679CF3CC84}" srcOrd="0" destOrd="0" parTransId="{305B5F9C-E39B-493A-A331-EA39068C5DAD}" sibTransId="{2CEC5C95-188F-4448-9EC2-BE768F62DDF7}"/>
    <dgm:cxn modelId="{D45BA265-29BF-4E84-A00E-91FF906D2014}" srcId="{268A2678-1408-4872-857C-2CD1B258E7B6}" destId="{869BA3AA-B997-4E80-9538-C09D68D5880E}" srcOrd="1" destOrd="0" parTransId="{9E7BAD4A-F23D-400E-9593-145707CA6F8E}" sibTransId="{A95E5187-3B97-4521-B527-E379EDF131EC}"/>
    <dgm:cxn modelId="{4BBBB766-69E2-4506-BEAC-27EFB1F86144}" type="presOf" srcId="{3BF54161-16DE-4AAB-88FA-E1679CF3CC84}" destId="{0AD3742A-3069-4394-8EA2-CB11E08879D7}" srcOrd="0" destOrd="0" presId="urn:microsoft.com/office/officeart/2005/8/layout/vList2"/>
    <dgm:cxn modelId="{E85C3767-56DD-4977-8DA1-E01F0B9D07D5}" type="presOf" srcId="{CD17E3FA-235C-4C03-8B49-DF616692AE80}" destId="{B5887F18-0F97-45C9-9ED8-119A16B1B477}" srcOrd="0" destOrd="0" presId="urn:microsoft.com/office/officeart/2005/8/layout/vList2"/>
    <dgm:cxn modelId="{C6834E48-3615-44EE-BF7A-C6F21F7FD987}" type="presOf" srcId="{268A2678-1408-4872-857C-2CD1B258E7B6}" destId="{A0A43E2D-0A30-4744-B06C-8E42B51577D5}" srcOrd="0" destOrd="0" presId="urn:microsoft.com/office/officeart/2005/8/layout/vList2"/>
    <dgm:cxn modelId="{105E7A6C-89C9-4DF9-9DE6-517F48D928B0}" srcId="{869BA3AA-B997-4E80-9538-C09D68D5880E}" destId="{FDFEFBA7-8400-478D-B648-BB43D0320F4F}" srcOrd="2" destOrd="0" parTransId="{EA3EF043-196A-4DA5-8566-E028E6635C50}" sibTransId="{D3D91DFD-3A6C-4968-8AD1-97699860E3DF}"/>
    <dgm:cxn modelId="{2ECF4071-464B-49D8-A174-5C00C73A86FE}" srcId="{3BF54161-16DE-4AAB-88FA-E1679CF3CC84}" destId="{4E6C9397-099F-4491-9947-E6CCB115475F}" srcOrd="2" destOrd="0" parTransId="{F06C773B-3FE0-4F69-95E3-9A71D05FEAFB}" sibTransId="{30B1D0FE-313A-4ED3-BE77-3B08C9B644E5}"/>
    <dgm:cxn modelId="{830B4A74-E7A5-4032-9819-A8FD044F86A3}" type="presOf" srcId="{4E6C9397-099F-4491-9947-E6CCB115475F}" destId="{B5887F18-0F97-45C9-9ED8-119A16B1B477}" srcOrd="0" destOrd="2" presId="urn:microsoft.com/office/officeart/2005/8/layout/vList2"/>
    <dgm:cxn modelId="{82000355-6164-4ABB-99C5-323935C241B3}" type="presOf" srcId="{8C267AE4-6895-4EBC-B411-1E5E119D2A84}" destId="{7A0ADDAB-92BE-4AA4-A3BA-E477BA7CC88C}" srcOrd="0" destOrd="1" presId="urn:microsoft.com/office/officeart/2005/8/layout/vList2"/>
    <dgm:cxn modelId="{ABE1DF77-D751-4C56-8F62-E2E97DAFA2FD}" srcId="{869BA3AA-B997-4E80-9538-C09D68D5880E}" destId="{7923F977-EB13-4DEB-A39F-AE1EF52D64A9}" srcOrd="0" destOrd="0" parTransId="{1EC89B18-708C-4987-B1D0-D9694CE13FAA}" sibTransId="{29C2FD9E-DF5B-4330-AFB7-B6B95A7DA4E1}"/>
    <dgm:cxn modelId="{C51AB298-0CBB-4E37-87F3-953CF27D48DA}" type="presOf" srcId="{5A0EC25F-56A9-4B77-ABDA-FBFE8C14942A}" destId="{B5887F18-0F97-45C9-9ED8-119A16B1B477}" srcOrd="0" destOrd="1" presId="urn:microsoft.com/office/officeart/2005/8/layout/vList2"/>
    <dgm:cxn modelId="{B8013BC0-96F7-42C3-BD6F-3D4AED660F55}" srcId="{3BF54161-16DE-4AAB-88FA-E1679CF3CC84}" destId="{CD17E3FA-235C-4C03-8B49-DF616692AE80}" srcOrd="0" destOrd="0" parTransId="{BC08232A-69D1-4202-9117-328392E2F8AD}" sibTransId="{9D631877-CF4F-4960-8FC5-AB97DBCD834A}"/>
    <dgm:cxn modelId="{A401E0ED-523D-4513-BC52-F67C9543A62A}" type="presOf" srcId="{869BA3AA-B997-4E80-9538-C09D68D5880E}" destId="{E90A3064-6771-4B8F-AED8-9AAB68FE7C4F}" srcOrd="0" destOrd="0" presId="urn:microsoft.com/office/officeart/2005/8/layout/vList2"/>
    <dgm:cxn modelId="{352082FE-2C46-4783-A34D-333B558FC198}" srcId="{3BF54161-16DE-4AAB-88FA-E1679CF3CC84}" destId="{5A0EC25F-56A9-4B77-ABDA-FBFE8C14942A}" srcOrd="1" destOrd="0" parTransId="{91362A6A-9B39-43AE-95F9-9583C31C4BA0}" sibTransId="{D9F241E7-C0B0-4C3F-8996-E533BD1EE7E9}"/>
    <dgm:cxn modelId="{389A9AE2-3061-4EE0-BB53-A6D035DA0ACB}" type="presParOf" srcId="{A0A43E2D-0A30-4744-B06C-8E42B51577D5}" destId="{0AD3742A-3069-4394-8EA2-CB11E08879D7}" srcOrd="0" destOrd="0" presId="urn:microsoft.com/office/officeart/2005/8/layout/vList2"/>
    <dgm:cxn modelId="{58F3F434-A17C-4677-B360-3B72CA441FC6}" type="presParOf" srcId="{A0A43E2D-0A30-4744-B06C-8E42B51577D5}" destId="{B5887F18-0F97-45C9-9ED8-119A16B1B477}" srcOrd="1" destOrd="0" presId="urn:microsoft.com/office/officeart/2005/8/layout/vList2"/>
    <dgm:cxn modelId="{ED0DBB35-064B-442B-A95E-2E0DF6BB8623}" type="presParOf" srcId="{A0A43E2D-0A30-4744-B06C-8E42B51577D5}" destId="{E90A3064-6771-4B8F-AED8-9AAB68FE7C4F}" srcOrd="2" destOrd="0" presId="urn:microsoft.com/office/officeart/2005/8/layout/vList2"/>
    <dgm:cxn modelId="{B48C7692-1677-45AC-8900-222CC16B73CD}" type="presParOf" srcId="{A0A43E2D-0A30-4744-B06C-8E42B51577D5}" destId="{7A0ADDAB-92BE-4AA4-A3BA-E477BA7CC88C}"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304DC00D-CBB7-4D9D-8001-B26F2F0164FE}"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848B918C-2CF1-48B1-85C5-64F79737B986}">
      <dgm:prSet/>
      <dgm:spPr/>
      <dgm:t>
        <a:bodyPr/>
        <a:lstStyle/>
        <a:p>
          <a:r>
            <a:rPr lang="fr-FR" b="1"/>
            <a:t>Reconnaissance de la singularité :</a:t>
          </a:r>
          <a:r>
            <a:rPr lang="fr-FR"/>
            <a:t> Chaque individu a une histoire, des valeurs et des besoins qui méritent d’être compris et pris en compte.</a:t>
          </a:r>
          <a:endParaRPr lang="en-US"/>
        </a:p>
      </dgm:t>
    </dgm:pt>
    <dgm:pt modelId="{2280F2B5-DFA0-496E-8003-D01BC90E5DAC}" type="parTrans" cxnId="{E864682C-87C1-4FCD-B7F6-80ED02BAECD7}">
      <dgm:prSet/>
      <dgm:spPr/>
      <dgm:t>
        <a:bodyPr/>
        <a:lstStyle/>
        <a:p>
          <a:endParaRPr lang="en-US"/>
        </a:p>
      </dgm:t>
    </dgm:pt>
    <dgm:pt modelId="{2C51F93E-8486-47DA-9FB9-A94CE8D3F5DB}" type="sibTrans" cxnId="{E864682C-87C1-4FCD-B7F6-80ED02BAECD7}">
      <dgm:prSet/>
      <dgm:spPr/>
      <dgm:t>
        <a:bodyPr/>
        <a:lstStyle/>
        <a:p>
          <a:endParaRPr lang="en-US"/>
        </a:p>
      </dgm:t>
    </dgm:pt>
    <dgm:pt modelId="{FFD786AD-BC91-4902-AB84-2A1BFCE07783}">
      <dgm:prSet/>
      <dgm:spPr/>
      <dgm:t>
        <a:bodyPr/>
        <a:lstStyle/>
        <a:p>
          <a:r>
            <a:rPr lang="fr-FR" b="1"/>
            <a:t>Absence de condescendance :</a:t>
          </a:r>
          <a:r>
            <a:rPr lang="fr-FR"/>
            <a:t> Éviter toute attitude paternaliste ou infantilisante.</a:t>
          </a:r>
          <a:endParaRPr lang="en-US"/>
        </a:p>
      </dgm:t>
    </dgm:pt>
    <dgm:pt modelId="{FF9D8D59-E639-4B7C-9223-A6B693564A98}" type="parTrans" cxnId="{CCEA889C-0F82-4AA3-9C25-44D70230A924}">
      <dgm:prSet/>
      <dgm:spPr/>
      <dgm:t>
        <a:bodyPr/>
        <a:lstStyle/>
        <a:p>
          <a:endParaRPr lang="en-US"/>
        </a:p>
      </dgm:t>
    </dgm:pt>
    <dgm:pt modelId="{353E9436-2D94-4EEE-9D0D-364E34D0F126}" type="sibTrans" cxnId="{CCEA889C-0F82-4AA3-9C25-44D70230A924}">
      <dgm:prSet/>
      <dgm:spPr/>
      <dgm:t>
        <a:bodyPr/>
        <a:lstStyle/>
        <a:p>
          <a:endParaRPr lang="en-US"/>
        </a:p>
      </dgm:t>
    </dgm:pt>
    <dgm:pt modelId="{D6878954-3B4A-4002-B192-6912F6BE72E6}">
      <dgm:prSet/>
      <dgm:spPr/>
      <dgm:t>
        <a:bodyPr/>
        <a:lstStyle/>
        <a:p>
          <a:r>
            <a:rPr lang="fr-FR" b="1"/>
            <a:t>Neutralité bienveillante :</a:t>
          </a:r>
          <a:r>
            <a:rPr lang="fr-FR"/>
            <a:t> Respecter les choix de la personne, même si l’on ne les comprend pas ou ne les partage pas.</a:t>
          </a:r>
          <a:endParaRPr lang="en-US"/>
        </a:p>
      </dgm:t>
    </dgm:pt>
    <dgm:pt modelId="{22D9C1E9-6399-4982-AA9D-9B41A0EF8D5A}" type="parTrans" cxnId="{78002D57-4024-4A4C-85BB-9A4372F19054}">
      <dgm:prSet/>
      <dgm:spPr/>
      <dgm:t>
        <a:bodyPr/>
        <a:lstStyle/>
        <a:p>
          <a:endParaRPr lang="en-US"/>
        </a:p>
      </dgm:t>
    </dgm:pt>
    <dgm:pt modelId="{EB4864C9-B821-450D-80B8-0EB6C5257D12}" type="sibTrans" cxnId="{78002D57-4024-4A4C-85BB-9A4372F19054}">
      <dgm:prSet/>
      <dgm:spPr/>
      <dgm:t>
        <a:bodyPr/>
        <a:lstStyle/>
        <a:p>
          <a:endParaRPr lang="en-US"/>
        </a:p>
      </dgm:t>
    </dgm:pt>
    <dgm:pt modelId="{94CB65FA-C9D0-4854-8548-4180ADC7CA50}" type="pres">
      <dgm:prSet presAssocID="{304DC00D-CBB7-4D9D-8001-B26F2F0164FE}" presName="root" presStyleCnt="0">
        <dgm:presLayoutVars>
          <dgm:dir/>
          <dgm:resizeHandles val="exact"/>
        </dgm:presLayoutVars>
      </dgm:prSet>
      <dgm:spPr/>
    </dgm:pt>
    <dgm:pt modelId="{BC8AC509-1645-4051-ABA8-0D10764ECB2A}" type="pres">
      <dgm:prSet presAssocID="{304DC00D-CBB7-4D9D-8001-B26F2F0164FE}" presName="container" presStyleCnt="0">
        <dgm:presLayoutVars>
          <dgm:dir/>
          <dgm:resizeHandles val="exact"/>
        </dgm:presLayoutVars>
      </dgm:prSet>
      <dgm:spPr/>
    </dgm:pt>
    <dgm:pt modelId="{0A43C411-681D-4D5B-A367-A154446DDD3B}" type="pres">
      <dgm:prSet presAssocID="{848B918C-2CF1-48B1-85C5-64F79737B986}" presName="compNode" presStyleCnt="0"/>
      <dgm:spPr/>
    </dgm:pt>
    <dgm:pt modelId="{2B4CA340-EF71-4C04-8ED9-9D8AF3D2BA0C}" type="pres">
      <dgm:prSet presAssocID="{848B918C-2CF1-48B1-85C5-64F79737B986}" presName="iconBgRect" presStyleLbl="bgShp" presStyleIdx="0" presStyleCnt="3"/>
      <dgm:spPr/>
    </dgm:pt>
    <dgm:pt modelId="{9E30CAC1-5CCF-4796-A5D1-26924D8EFD84}" type="pres">
      <dgm:prSet presAssocID="{848B918C-2CF1-48B1-85C5-64F79737B98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ilote"/>
        </a:ext>
      </dgm:extLst>
    </dgm:pt>
    <dgm:pt modelId="{C9F0E931-4F90-4D40-B50E-E07F92F22D9A}" type="pres">
      <dgm:prSet presAssocID="{848B918C-2CF1-48B1-85C5-64F79737B986}" presName="spaceRect" presStyleCnt="0"/>
      <dgm:spPr/>
    </dgm:pt>
    <dgm:pt modelId="{B9BC7AEC-7479-4230-9A89-E7F77227FAA0}" type="pres">
      <dgm:prSet presAssocID="{848B918C-2CF1-48B1-85C5-64F79737B986}" presName="textRect" presStyleLbl="revTx" presStyleIdx="0" presStyleCnt="3">
        <dgm:presLayoutVars>
          <dgm:chMax val="1"/>
          <dgm:chPref val="1"/>
        </dgm:presLayoutVars>
      </dgm:prSet>
      <dgm:spPr/>
    </dgm:pt>
    <dgm:pt modelId="{7AB973D4-7DA3-4553-A3A3-71A3C2E47F36}" type="pres">
      <dgm:prSet presAssocID="{2C51F93E-8486-47DA-9FB9-A94CE8D3F5DB}" presName="sibTrans" presStyleLbl="sibTrans2D1" presStyleIdx="0" presStyleCnt="0"/>
      <dgm:spPr/>
    </dgm:pt>
    <dgm:pt modelId="{2D869244-01C5-4BDC-87A5-D943A9A42BE0}" type="pres">
      <dgm:prSet presAssocID="{FFD786AD-BC91-4902-AB84-2A1BFCE07783}" presName="compNode" presStyleCnt="0"/>
      <dgm:spPr/>
    </dgm:pt>
    <dgm:pt modelId="{79B38FB4-96A2-45B9-8ED8-ABCFC1334797}" type="pres">
      <dgm:prSet presAssocID="{FFD786AD-BC91-4902-AB84-2A1BFCE07783}" presName="iconBgRect" presStyleLbl="bgShp" presStyleIdx="1" presStyleCnt="3"/>
      <dgm:spPr/>
    </dgm:pt>
    <dgm:pt modelId="{6AB9AED7-0C97-4B3A-8A94-CD6E0FD681FC}" type="pres">
      <dgm:prSet presAssocID="{FFD786AD-BC91-4902-AB84-2A1BFCE0778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No sign"/>
        </a:ext>
      </dgm:extLst>
    </dgm:pt>
    <dgm:pt modelId="{2B9BFF28-CA33-4ED7-80FB-2BDFA54D7150}" type="pres">
      <dgm:prSet presAssocID="{FFD786AD-BC91-4902-AB84-2A1BFCE07783}" presName="spaceRect" presStyleCnt="0"/>
      <dgm:spPr/>
    </dgm:pt>
    <dgm:pt modelId="{A424E41E-6C9E-4DCF-A959-6476BDD7AD6D}" type="pres">
      <dgm:prSet presAssocID="{FFD786AD-BC91-4902-AB84-2A1BFCE07783}" presName="textRect" presStyleLbl="revTx" presStyleIdx="1" presStyleCnt="3">
        <dgm:presLayoutVars>
          <dgm:chMax val="1"/>
          <dgm:chPref val="1"/>
        </dgm:presLayoutVars>
      </dgm:prSet>
      <dgm:spPr/>
    </dgm:pt>
    <dgm:pt modelId="{D5A69661-75F6-4F76-9A70-EA7F7AA36F6D}" type="pres">
      <dgm:prSet presAssocID="{353E9436-2D94-4EEE-9D0D-364E34D0F126}" presName="sibTrans" presStyleLbl="sibTrans2D1" presStyleIdx="0" presStyleCnt="0"/>
      <dgm:spPr/>
    </dgm:pt>
    <dgm:pt modelId="{122F1CAE-0712-4E47-AE9B-5C0DF8604BE0}" type="pres">
      <dgm:prSet presAssocID="{D6878954-3B4A-4002-B192-6912F6BE72E6}" presName="compNode" presStyleCnt="0"/>
      <dgm:spPr/>
    </dgm:pt>
    <dgm:pt modelId="{B5D66102-2AAC-45AE-8725-160DC8899FB8}" type="pres">
      <dgm:prSet presAssocID="{D6878954-3B4A-4002-B192-6912F6BE72E6}" presName="iconBgRect" presStyleLbl="bgShp" presStyleIdx="2" presStyleCnt="3"/>
      <dgm:spPr/>
    </dgm:pt>
    <dgm:pt modelId="{74880F78-1DEE-4D3F-87A2-E2639E4C238D}" type="pres">
      <dgm:prSet presAssocID="{D6878954-3B4A-4002-B192-6912F6BE72E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roup Success"/>
        </a:ext>
      </dgm:extLst>
    </dgm:pt>
    <dgm:pt modelId="{E8E4664D-8EFA-41D5-97AD-E408C0E050B3}" type="pres">
      <dgm:prSet presAssocID="{D6878954-3B4A-4002-B192-6912F6BE72E6}" presName="spaceRect" presStyleCnt="0"/>
      <dgm:spPr/>
    </dgm:pt>
    <dgm:pt modelId="{33BA00BC-C8A8-485D-B0F5-BB93C00AF868}" type="pres">
      <dgm:prSet presAssocID="{D6878954-3B4A-4002-B192-6912F6BE72E6}" presName="textRect" presStyleLbl="revTx" presStyleIdx="2" presStyleCnt="3">
        <dgm:presLayoutVars>
          <dgm:chMax val="1"/>
          <dgm:chPref val="1"/>
        </dgm:presLayoutVars>
      </dgm:prSet>
      <dgm:spPr/>
    </dgm:pt>
  </dgm:ptLst>
  <dgm:cxnLst>
    <dgm:cxn modelId="{6BDF1718-18CD-4D0C-AF05-1065EB4C11A5}" type="presOf" srcId="{848B918C-2CF1-48B1-85C5-64F79737B986}" destId="{B9BC7AEC-7479-4230-9A89-E7F77227FAA0}" srcOrd="0" destOrd="0" presId="urn:microsoft.com/office/officeart/2018/2/layout/IconCircleList"/>
    <dgm:cxn modelId="{87E09619-F843-426E-9441-39FEED9A1D09}" type="presOf" srcId="{304DC00D-CBB7-4D9D-8001-B26F2F0164FE}" destId="{94CB65FA-C9D0-4854-8548-4180ADC7CA50}" srcOrd="0" destOrd="0" presId="urn:microsoft.com/office/officeart/2018/2/layout/IconCircleList"/>
    <dgm:cxn modelId="{E864682C-87C1-4FCD-B7F6-80ED02BAECD7}" srcId="{304DC00D-CBB7-4D9D-8001-B26F2F0164FE}" destId="{848B918C-2CF1-48B1-85C5-64F79737B986}" srcOrd="0" destOrd="0" parTransId="{2280F2B5-DFA0-496E-8003-D01BC90E5DAC}" sibTransId="{2C51F93E-8486-47DA-9FB9-A94CE8D3F5DB}"/>
    <dgm:cxn modelId="{77C1D264-F513-4A4D-AD50-602490631BA8}" type="presOf" srcId="{2C51F93E-8486-47DA-9FB9-A94CE8D3F5DB}" destId="{7AB973D4-7DA3-4553-A3A3-71A3C2E47F36}" srcOrd="0" destOrd="0" presId="urn:microsoft.com/office/officeart/2018/2/layout/IconCircleList"/>
    <dgm:cxn modelId="{78002D57-4024-4A4C-85BB-9A4372F19054}" srcId="{304DC00D-CBB7-4D9D-8001-B26F2F0164FE}" destId="{D6878954-3B4A-4002-B192-6912F6BE72E6}" srcOrd="2" destOrd="0" parTransId="{22D9C1E9-6399-4982-AA9D-9B41A0EF8D5A}" sibTransId="{EB4864C9-B821-450D-80B8-0EB6C5257D12}"/>
    <dgm:cxn modelId="{CCEA889C-0F82-4AA3-9C25-44D70230A924}" srcId="{304DC00D-CBB7-4D9D-8001-B26F2F0164FE}" destId="{FFD786AD-BC91-4902-AB84-2A1BFCE07783}" srcOrd="1" destOrd="0" parTransId="{FF9D8D59-E639-4B7C-9223-A6B693564A98}" sibTransId="{353E9436-2D94-4EEE-9D0D-364E34D0F126}"/>
    <dgm:cxn modelId="{A191BEB7-9A64-4830-983D-EE912F55A3A4}" type="presOf" srcId="{FFD786AD-BC91-4902-AB84-2A1BFCE07783}" destId="{A424E41E-6C9E-4DCF-A959-6476BDD7AD6D}" srcOrd="0" destOrd="0" presId="urn:microsoft.com/office/officeart/2018/2/layout/IconCircleList"/>
    <dgm:cxn modelId="{E76FACDF-52E3-4948-B9C2-AF2C6818A02B}" type="presOf" srcId="{D6878954-3B4A-4002-B192-6912F6BE72E6}" destId="{33BA00BC-C8A8-485D-B0F5-BB93C00AF868}" srcOrd="0" destOrd="0" presId="urn:microsoft.com/office/officeart/2018/2/layout/IconCircleList"/>
    <dgm:cxn modelId="{3C7531E2-8B2E-4EBE-B90A-AB2E4A1FCA89}" type="presOf" srcId="{353E9436-2D94-4EEE-9D0D-364E34D0F126}" destId="{D5A69661-75F6-4F76-9A70-EA7F7AA36F6D}" srcOrd="0" destOrd="0" presId="urn:microsoft.com/office/officeart/2018/2/layout/IconCircleList"/>
    <dgm:cxn modelId="{B1AF5554-958D-4A7F-BED0-8D423EA21D8D}" type="presParOf" srcId="{94CB65FA-C9D0-4854-8548-4180ADC7CA50}" destId="{BC8AC509-1645-4051-ABA8-0D10764ECB2A}" srcOrd="0" destOrd="0" presId="urn:microsoft.com/office/officeart/2018/2/layout/IconCircleList"/>
    <dgm:cxn modelId="{86C935AE-8AC6-482F-BA80-9122092F96A3}" type="presParOf" srcId="{BC8AC509-1645-4051-ABA8-0D10764ECB2A}" destId="{0A43C411-681D-4D5B-A367-A154446DDD3B}" srcOrd="0" destOrd="0" presId="urn:microsoft.com/office/officeart/2018/2/layout/IconCircleList"/>
    <dgm:cxn modelId="{ED8EEF96-1F84-4E81-ACF2-4328D974DD9A}" type="presParOf" srcId="{0A43C411-681D-4D5B-A367-A154446DDD3B}" destId="{2B4CA340-EF71-4C04-8ED9-9D8AF3D2BA0C}" srcOrd="0" destOrd="0" presId="urn:microsoft.com/office/officeart/2018/2/layout/IconCircleList"/>
    <dgm:cxn modelId="{476FA60A-5557-4507-9535-A532F9C8C0B1}" type="presParOf" srcId="{0A43C411-681D-4D5B-A367-A154446DDD3B}" destId="{9E30CAC1-5CCF-4796-A5D1-26924D8EFD84}" srcOrd="1" destOrd="0" presId="urn:microsoft.com/office/officeart/2018/2/layout/IconCircleList"/>
    <dgm:cxn modelId="{79FDBB6C-4CFB-43C3-AD4D-DC97DEE707A6}" type="presParOf" srcId="{0A43C411-681D-4D5B-A367-A154446DDD3B}" destId="{C9F0E931-4F90-4D40-B50E-E07F92F22D9A}" srcOrd="2" destOrd="0" presId="urn:microsoft.com/office/officeart/2018/2/layout/IconCircleList"/>
    <dgm:cxn modelId="{9CA9E1EC-66A5-49BF-8BC1-E7019665EDB1}" type="presParOf" srcId="{0A43C411-681D-4D5B-A367-A154446DDD3B}" destId="{B9BC7AEC-7479-4230-9A89-E7F77227FAA0}" srcOrd="3" destOrd="0" presId="urn:microsoft.com/office/officeart/2018/2/layout/IconCircleList"/>
    <dgm:cxn modelId="{2CA00674-6A5B-432E-8029-FE76697278C3}" type="presParOf" srcId="{BC8AC509-1645-4051-ABA8-0D10764ECB2A}" destId="{7AB973D4-7DA3-4553-A3A3-71A3C2E47F36}" srcOrd="1" destOrd="0" presId="urn:microsoft.com/office/officeart/2018/2/layout/IconCircleList"/>
    <dgm:cxn modelId="{CDC9A8B9-CF38-472C-A983-6E52E86F461D}" type="presParOf" srcId="{BC8AC509-1645-4051-ABA8-0D10764ECB2A}" destId="{2D869244-01C5-4BDC-87A5-D943A9A42BE0}" srcOrd="2" destOrd="0" presId="urn:microsoft.com/office/officeart/2018/2/layout/IconCircleList"/>
    <dgm:cxn modelId="{E09A7A4B-9A18-42D3-A23A-F5BA03EF12CC}" type="presParOf" srcId="{2D869244-01C5-4BDC-87A5-D943A9A42BE0}" destId="{79B38FB4-96A2-45B9-8ED8-ABCFC1334797}" srcOrd="0" destOrd="0" presId="urn:microsoft.com/office/officeart/2018/2/layout/IconCircleList"/>
    <dgm:cxn modelId="{566D3901-4E4A-4EFC-994E-D1D175D8DFDB}" type="presParOf" srcId="{2D869244-01C5-4BDC-87A5-D943A9A42BE0}" destId="{6AB9AED7-0C97-4B3A-8A94-CD6E0FD681FC}" srcOrd="1" destOrd="0" presId="urn:microsoft.com/office/officeart/2018/2/layout/IconCircleList"/>
    <dgm:cxn modelId="{1A16A83A-BB0E-4937-BD22-4827C3AC4E94}" type="presParOf" srcId="{2D869244-01C5-4BDC-87A5-D943A9A42BE0}" destId="{2B9BFF28-CA33-4ED7-80FB-2BDFA54D7150}" srcOrd="2" destOrd="0" presId="urn:microsoft.com/office/officeart/2018/2/layout/IconCircleList"/>
    <dgm:cxn modelId="{5DDB14EB-4917-495E-87B7-0D5F12FACDA6}" type="presParOf" srcId="{2D869244-01C5-4BDC-87A5-D943A9A42BE0}" destId="{A424E41E-6C9E-4DCF-A959-6476BDD7AD6D}" srcOrd="3" destOrd="0" presId="urn:microsoft.com/office/officeart/2018/2/layout/IconCircleList"/>
    <dgm:cxn modelId="{CA41C140-3416-4B0D-9AA8-2CD4C52F97F7}" type="presParOf" srcId="{BC8AC509-1645-4051-ABA8-0D10764ECB2A}" destId="{D5A69661-75F6-4F76-9A70-EA7F7AA36F6D}" srcOrd="3" destOrd="0" presId="urn:microsoft.com/office/officeart/2018/2/layout/IconCircleList"/>
    <dgm:cxn modelId="{11303801-7C6D-43A3-BCA6-B90232E8EE7D}" type="presParOf" srcId="{BC8AC509-1645-4051-ABA8-0D10764ECB2A}" destId="{122F1CAE-0712-4E47-AE9B-5C0DF8604BE0}" srcOrd="4" destOrd="0" presId="urn:microsoft.com/office/officeart/2018/2/layout/IconCircleList"/>
    <dgm:cxn modelId="{D24D5BB6-9B62-46DF-A77C-7C999D3BD7A4}" type="presParOf" srcId="{122F1CAE-0712-4E47-AE9B-5C0DF8604BE0}" destId="{B5D66102-2AAC-45AE-8725-160DC8899FB8}" srcOrd="0" destOrd="0" presId="urn:microsoft.com/office/officeart/2018/2/layout/IconCircleList"/>
    <dgm:cxn modelId="{1DA1ACDA-BFCF-47DD-8DDE-24C3A3E934CF}" type="presParOf" srcId="{122F1CAE-0712-4E47-AE9B-5C0DF8604BE0}" destId="{74880F78-1DEE-4D3F-87A2-E2639E4C238D}" srcOrd="1" destOrd="0" presId="urn:microsoft.com/office/officeart/2018/2/layout/IconCircleList"/>
    <dgm:cxn modelId="{FF573452-D245-4B1A-8326-B8913F039764}" type="presParOf" srcId="{122F1CAE-0712-4E47-AE9B-5C0DF8604BE0}" destId="{E8E4664D-8EFA-41D5-97AD-E408C0E050B3}" srcOrd="2" destOrd="0" presId="urn:microsoft.com/office/officeart/2018/2/layout/IconCircleList"/>
    <dgm:cxn modelId="{70509649-8D45-4A8E-B94E-96DC1E3DDC25}" type="presParOf" srcId="{122F1CAE-0712-4E47-AE9B-5C0DF8604BE0}" destId="{33BA00BC-C8A8-485D-B0F5-BB93C00AF868}"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69EAB605-6D08-47A3-9303-D9B5C5FDC5DB}" type="doc">
      <dgm:prSet loTypeId="urn:microsoft.com/office/officeart/2018/5/layout/Centered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1C186606-26F9-48BC-BD6F-926438DF7A6F}">
      <dgm:prSet/>
      <dgm:spPr/>
      <dgm:t>
        <a:bodyPr/>
        <a:lstStyle/>
        <a:p>
          <a:pPr>
            <a:defRPr b="1"/>
          </a:pPr>
          <a:r>
            <a:rPr lang="fr-FR" b="1"/>
            <a:t>Respect de l’intimité :</a:t>
          </a:r>
          <a:endParaRPr lang="en-US"/>
        </a:p>
      </dgm:t>
    </dgm:pt>
    <dgm:pt modelId="{A16B5B9D-3FD4-4925-8699-90C9F848221A}" type="parTrans" cxnId="{932ED994-98BD-4161-9ACB-14EDFEE2F878}">
      <dgm:prSet/>
      <dgm:spPr/>
      <dgm:t>
        <a:bodyPr/>
        <a:lstStyle/>
        <a:p>
          <a:endParaRPr lang="en-US"/>
        </a:p>
      </dgm:t>
    </dgm:pt>
    <dgm:pt modelId="{01457680-E5C4-4CB3-B15F-355B82D9F131}" type="sibTrans" cxnId="{932ED994-98BD-4161-9ACB-14EDFEE2F878}">
      <dgm:prSet/>
      <dgm:spPr/>
      <dgm:t>
        <a:bodyPr/>
        <a:lstStyle/>
        <a:p>
          <a:endParaRPr lang="en-US"/>
        </a:p>
      </dgm:t>
    </dgm:pt>
    <dgm:pt modelId="{20ECA522-8CC6-4591-A22A-62BC4E963ABE}">
      <dgm:prSet/>
      <dgm:spPr/>
      <dgm:t>
        <a:bodyPr/>
        <a:lstStyle/>
        <a:p>
          <a:r>
            <a:rPr lang="fr-FR"/>
            <a:t>Toujours demander la permission avant d’intervenir dans un espace privé ou d’effectuer un geste.</a:t>
          </a:r>
          <a:endParaRPr lang="en-US"/>
        </a:p>
      </dgm:t>
    </dgm:pt>
    <dgm:pt modelId="{E0DB3563-C4B6-4575-A63C-63951670E1B9}" type="parTrans" cxnId="{35F7F978-FF5D-4D39-8DD0-A06C6401CFC1}">
      <dgm:prSet/>
      <dgm:spPr/>
      <dgm:t>
        <a:bodyPr/>
        <a:lstStyle/>
        <a:p>
          <a:endParaRPr lang="en-US"/>
        </a:p>
      </dgm:t>
    </dgm:pt>
    <dgm:pt modelId="{8C60F62A-D7CB-4368-AA98-CE130953E135}" type="sibTrans" cxnId="{35F7F978-FF5D-4D39-8DD0-A06C6401CFC1}">
      <dgm:prSet/>
      <dgm:spPr/>
      <dgm:t>
        <a:bodyPr/>
        <a:lstStyle/>
        <a:p>
          <a:endParaRPr lang="en-US"/>
        </a:p>
      </dgm:t>
    </dgm:pt>
    <dgm:pt modelId="{A965F847-2DE1-43FD-B0FA-7D24AD162B9E}">
      <dgm:prSet/>
      <dgm:spPr/>
      <dgm:t>
        <a:bodyPr/>
        <a:lstStyle/>
        <a:p>
          <a:pPr>
            <a:defRPr b="1"/>
          </a:pPr>
          <a:r>
            <a:rPr lang="fr-FR" b="1"/>
            <a:t>Prise en compte des préférences :</a:t>
          </a:r>
          <a:endParaRPr lang="en-US"/>
        </a:p>
      </dgm:t>
    </dgm:pt>
    <dgm:pt modelId="{6839B984-D517-48FC-864B-54CF3E2A191D}" type="parTrans" cxnId="{533264CA-2CD0-47FF-A540-510FA98C8DDE}">
      <dgm:prSet/>
      <dgm:spPr/>
      <dgm:t>
        <a:bodyPr/>
        <a:lstStyle/>
        <a:p>
          <a:endParaRPr lang="en-US"/>
        </a:p>
      </dgm:t>
    </dgm:pt>
    <dgm:pt modelId="{B530D547-CFBE-4352-BE8E-FA2FE6586559}" type="sibTrans" cxnId="{533264CA-2CD0-47FF-A540-510FA98C8DDE}">
      <dgm:prSet/>
      <dgm:spPr/>
      <dgm:t>
        <a:bodyPr/>
        <a:lstStyle/>
        <a:p>
          <a:endParaRPr lang="en-US"/>
        </a:p>
      </dgm:t>
    </dgm:pt>
    <dgm:pt modelId="{067FC9BF-4F55-42BC-A8E1-F2F28F4A1D3F}">
      <dgm:prSet/>
      <dgm:spPr/>
      <dgm:t>
        <a:bodyPr/>
        <a:lstStyle/>
        <a:p>
          <a:r>
            <a:rPr lang="fr-FR"/>
            <a:t>Adapter ses interventions aux besoins spécifiques, comme respecter une habitude quotidienne ou une croyance religieuse.</a:t>
          </a:r>
          <a:endParaRPr lang="en-US"/>
        </a:p>
      </dgm:t>
    </dgm:pt>
    <dgm:pt modelId="{79C920C5-D517-4AB6-B536-6036E0073402}" type="parTrans" cxnId="{1B2F1791-A62E-4712-9BAF-C5523C61E8C5}">
      <dgm:prSet/>
      <dgm:spPr/>
      <dgm:t>
        <a:bodyPr/>
        <a:lstStyle/>
        <a:p>
          <a:endParaRPr lang="en-US"/>
        </a:p>
      </dgm:t>
    </dgm:pt>
    <dgm:pt modelId="{2B6804B2-5237-4160-878E-E878517E99A6}" type="sibTrans" cxnId="{1B2F1791-A62E-4712-9BAF-C5523C61E8C5}">
      <dgm:prSet/>
      <dgm:spPr/>
      <dgm:t>
        <a:bodyPr/>
        <a:lstStyle/>
        <a:p>
          <a:endParaRPr lang="en-US"/>
        </a:p>
      </dgm:t>
    </dgm:pt>
    <dgm:pt modelId="{933E5DA4-9B56-49F4-BA78-12339BFABDAA}">
      <dgm:prSet/>
      <dgm:spPr/>
      <dgm:t>
        <a:bodyPr/>
        <a:lstStyle/>
        <a:p>
          <a:pPr>
            <a:defRPr b="1"/>
          </a:pPr>
          <a:r>
            <a:rPr lang="fr-FR" b="1"/>
            <a:t>Réaction adaptée aux comportements difficiles :</a:t>
          </a:r>
          <a:endParaRPr lang="en-US"/>
        </a:p>
      </dgm:t>
    </dgm:pt>
    <dgm:pt modelId="{4FEA739A-786A-4DC1-8887-908E31CF2A73}" type="parTrans" cxnId="{96EE532D-3436-46A3-9A3C-750A88ECBD36}">
      <dgm:prSet/>
      <dgm:spPr/>
      <dgm:t>
        <a:bodyPr/>
        <a:lstStyle/>
        <a:p>
          <a:endParaRPr lang="en-US"/>
        </a:p>
      </dgm:t>
    </dgm:pt>
    <dgm:pt modelId="{143E0BE8-1FFA-424E-A261-D97FE230DA13}" type="sibTrans" cxnId="{96EE532D-3436-46A3-9A3C-750A88ECBD36}">
      <dgm:prSet/>
      <dgm:spPr/>
      <dgm:t>
        <a:bodyPr/>
        <a:lstStyle/>
        <a:p>
          <a:endParaRPr lang="en-US"/>
        </a:p>
      </dgm:t>
    </dgm:pt>
    <dgm:pt modelId="{302D9A10-125A-4247-8796-FC927D064166}">
      <dgm:prSet/>
      <dgm:spPr/>
      <dgm:t>
        <a:bodyPr/>
        <a:lstStyle/>
        <a:p>
          <a:r>
            <a:rPr lang="fr-FR"/>
            <a:t>Face à un comportement agressif : "Je comprends que vous êtes en colère, et je suis là pour vous écouter sans vous juger."</a:t>
          </a:r>
          <a:endParaRPr lang="en-US"/>
        </a:p>
      </dgm:t>
    </dgm:pt>
    <dgm:pt modelId="{029F1B46-1A56-4F0D-93A6-A2E9373FE36F}" type="parTrans" cxnId="{E2137A77-6F53-4BB5-A223-499320A9E984}">
      <dgm:prSet/>
      <dgm:spPr/>
      <dgm:t>
        <a:bodyPr/>
        <a:lstStyle/>
        <a:p>
          <a:endParaRPr lang="en-US"/>
        </a:p>
      </dgm:t>
    </dgm:pt>
    <dgm:pt modelId="{17BB81A7-D5B6-48FA-AD6E-B5A2A14F06AB}" type="sibTrans" cxnId="{E2137A77-6F53-4BB5-A223-499320A9E984}">
      <dgm:prSet/>
      <dgm:spPr/>
      <dgm:t>
        <a:bodyPr/>
        <a:lstStyle/>
        <a:p>
          <a:endParaRPr lang="en-US"/>
        </a:p>
      </dgm:t>
    </dgm:pt>
    <dgm:pt modelId="{2039D912-5C79-4E80-9064-60F5ED47F811}" type="pres">
      <dgm:prSet presAssocID="{69EAB605-6D08-47A3-9303-D9B5C5FDC5DB}" presName="root" presStyleCnt="0">
        <dgm:presLayoutVars>
          <dgm:dir/>
          <dgm:resizeHandles val="exact"/>
        </dgm:presLayoutVars>
      </dgm:prSet>
      <dgm:spPr/>
    </dgm:pt>
    <dgm:pt modelId="{443074B6-6CF1-4326-87A6-B50342AE3885}" type="pres">
      <dgm:prSet presAssocID="{1C186606-26F9-48BC-BD6F-926438DF7A6F}" presName="compNode" presStyleCnt="0"/>
      <dgm:spPr/>
    </dgm:pt>
    <dgm:pt modelId="{1134A754-3A7C-4E45-944A-628D7B832CED}" type="pres">
      <dgm:prSet presAssocID="{1C186606-26F9-48BC-BD6F-926438DF7A6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nfused Person"/>
        </a:ext>
      </dgm:extLst>
    </dgm:pt>
    <dgm:pt modelId="{11722F18-49F3-4412-9207-8AA236A1A643}" type="pres">
      <dgm:prSet presAssocID="{1C186606-26F9-48BC-BD6F-926438DF7A6F}" presName="iconSpace" presStyleCnt="0"/>
      <dgm:spPr/>
    </dgm:pt>
    <dgm:pt modelId="{8C3B8EF0-42BA-4806-827B-F32284718AB6}" type="pres">
      <dgm:prSet presAssocID="{1C186606-26F9-48BC-BD6F-926438DF7A6F}" presName="parTx" presStyleLbl="revTx" presStyleIdx="0" presStyleCnt="6">
        <dgm:presLayoutVars>
          <dgm:chMax val="0"/>
          <dgm:chPref val="0"/>
        </dgm:presLayoutVars>
      </dgm:prSet>
      <dgm:spPr/>
    </dgm:pt>
    <dgm:pt modelId="{2A88A098-B88D-4F24-8A69-9675A3ABD3F2}" type="pres">
      <dgm:prSet presAssocID="{1C186606-26F9-48BC-BD6F-926438DF7A6F}" presName="txSpace" presStyleCnt="0"/>
      <dgm:spPr/>
    </dgm:pt>
    <dgm:pt modelId="{9810FD86-6C71-422B-AFD4-04CF8BC5B044}" type="pres">
      <dgm:prSet presAssocID="{1C186606-26F9-48BC-BD6F-926438DF7A6F}" presName="desTx" presStyleLbl="revTx" presStyleIdx="1" presStyleCnt="6">
        <dgm:presLayoutVars/>
      </dgm:prSet>
      <dgm:spPr/>
    </dgm:pt>
    <dgm:pt modelId="{7391A43C-6096-428B-A762-0C40248DA3CD}" type="pres">
      <dgm:prSet presAssocID="{01457680-E5C4-4CB3-B15F-355B82D9F131}" presName="sibTrans" presStyleCnt="0"/>
      <dgm:spPr/>
    </dgm:pt>
    <dgm:pt modelId="{BEA52C76-753E-4181-8791-B9A3F4CE05C2}" type="pres">
      <dgm:prSet presAssocID="{A965F847-2DE1-43FD-B0FA-7D24AD162B9E}" presName="compNode" presStyleCnt="0"/>
      <dgm:spPr/>
    </dgm:pt>
    <dgm:pt modelId="{8DD53493-3AF1-4CE1-AE24-28077D507C0A}" type="pres">
      <dgm:prSet presAssocID="{A965F847-2DE1-43FD-B0FA-7D24AD162B9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nférencier"/>
        </a:ext>
      </dgm:extLst>
    </dgm:pt>
    <dgm:pt modelId="{EEBCBC5B-302E-40D7-A562-FB1A78672998}" type="pres">
      <dgm:prSet presAssocID="{A965F847-2DE1-43FD-B0FA-7D24AD162B9E}" presName="iconSpace" presStyleCnt="0"/>
      <dgm:spPr/>
    </dgm:pt>
    <dgm:pt modelId="{C37ED692-402E-460E-BB67-B778D08F069F}" type="pres">
      <dgm:prSet presAssocID="{A965F847-2DE1-43FD-B0FA-7D24AD162B9E}" presName="parTx" presStyleLbl="revTx" presStyleIdx="2" presStyleCnt="6">
        <dgm:presLayoutVars>
          <dgm:chMax val="0"/>
          <dgm:chPref val="0"/>
        </dgm:presLayoutVars>
      </dgm:prSet>
      <dgm:spPr/>
    </dgm:pt>
    <dgm:pt modelId="{2E64AB78-01AF-4EB4-8ECF-85B65D3CA6A8}" type="pres">
      <dgm:prSet presAssocID="{A965F847-2DE1-43FD-B0FA-7D24AD162B9E}" presName="txSpace" presStyleCnt="0"/>
      <dgm:spPr/>
    </dgm:pt>
    <dgm:pt modelId="{81E28AC1-00A5-4E9D-ACC7-C0644B6276AB}" type="pres">
      <dgm:prSet presAssocID="{A965F847-2DE1-43FD-B0FA-7D24AD162B9E}" presName="desTx" presStyleLbl="revTx" presStyleIdx="3" presStyleCnt="6">
        <dgm:presLayoutVars/>
      </dgm:prSet>
      <dgm:spPr/>
    </dgm:pt>
    <dgm:pt modelId="{8A1156A0-7706-4801-90B1-1E4F4DB0D975}" type="pres">
      <dgm:prSet presAssocID="{B530D547-CFBE-4352-BE8E-FA2FE6586559}" presName="sibTrans" presStyleCnt="0"/>
      <dgm:spPr/>
    </dgm:pt>
    <dgm:pt modelId="{BB29813E-E55A-4F48-849A-0CCC4CC5DF3F}" type="pres">
      <dgm:prSet presAssocID="{933E5DA4-9B56-49F4-BA78-12339BFABDAA}" presName="compNode" presStyleCnt="0"/>
      <dgm:spPr/>
    </dgm:pt>
    <dgm:pt modelId="{A7108203-D65E-4FB0-AD2A-449C01A8D221}" type="pres">
      <dgm:prSet presAssocID="{933E5DA4-9B56-49F4-BA78-12339BFABDA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ngry Face with No Fill"/>
        </a:ext>
      </dgm:extLst>
    </dgm:pt>
    <dgm:pt modelId="{BF0B7295-606F-4A2E-A99A-7C9519353A11}" type="pres">
      <dgm:prSet presAssocID="{933E5DA4-9B56-49F4-BA78-12339BFABDAA}" presName="iconSpace" presStyleCnt="0"/>
      <dgm:spPr/>
    </dgm:pt>
    <dgm:pt modelId="{BDCE5F5B-286D-496C-A803-495F5763DBBC}" type="pres">
      <dgm:prSet presAssocID="{933E5DA4-9B56-49F4-BA78-12339BFABDAA}" presName="parTx" presStyleLbl="revTx" presStyleIdx="4" presStyleCnt="6">
        <dgm:presLayoutVars>
          <dgm:chMax val="0"/>
          <dgm:chPref val="0"/>
        </dgm:presLayoutVars>
      </dgm:prSet>
      <dgm:spPr/>
    </dgm:pt>
    <dgm:pt modelId="{A6715401-E3A2-4179-8B6E-547DFF844B9D}" type="pres">
      <dgm:prSet presAssocID="{933E5DA4-9B56-49F4-BA78-12339BFABDAA}" presName="txSpace" presStyleCnt="0"/>
      <dgm:spPr/>
    </dgm:pt>
    <dgm:pt modelId="{8DC1BE5F-C91D-4DE3-98F8-9435250270BF}" type="pres">
      <dgm:prSet presAssocID="{933E5DA4-9B56-49F4-BA78-12339BFABDAA}" presName="desTx" presStyleLbl="revTx" presStyleIdx="5" presStyleCnt="6">
        <dgm:presLayoutVars/>
      </dgm:prSet>
      <dgm:spPr/>
    </dgm:pt>
  </dgm:ptLst>
  <dgm:cxnLst>
    <dgm:cxn modelId="{96EE532D-3436-46A3-9A3C-750A88ECBD36}" srcId="{69EAB605-6D08-47A3-9303-D9B5C5FDC5DB}" destId="{933E5DA4-9B56-49F4-BA78-12339BFABDAA}" srcOrd="2" destOrd="0" parTransId="{4FEA739A-786A-4DC1-8887-908E31CF2A73}" sibTransId="{143E0BE8-1FFA-424E-A261-D97FE230DA13}"/>
    <dgm:cxn modelId="{A4287F37-38C1-4406-B3B8-EE2404637AF8}" type="presOf" srcId="{067FC9BF-4F55-42BC-A8E1-F2F28F4A1D3F}" destId="{81E28AC1-00A5-4E9D-ACC7-C0644B6276AB}" srcOrd="0" destOrd="0" presId="urn:microsoft.com/office/officeart/2018/5/layout/CenteredIconLabelDescriptionList"/>
    <dgm:cxn modelId="{2B54D338-6821-41F9-B736-4AFC3DE76EE3}" type="presOf" srcId="{933E5DA4-9B56-49F4-BA78-12339BFABDAA}" destId="{BDCE5F5B-286D-496C-A803-495F5763DBBC}" srcOrd="0" destOrd="0" presId="urn:microsoft.com/office/officeart/2018/5/layout/CenteredIconLabelDescriptionList"/>
    <dgm:cxn modelId="{959E1447-CE45-417A-B216-18A295645F7C}" type="presOf" srcId="{302D9A10-125A-4247-8796-FC927D064166}" destId="{8DC1BE5F-C91D-4DE3-98F8-9435250270BF}" srcOrd="0" destOrd="0" presId="urn:microsoft.com/office/officeart/2018/5/layout/CenteredIconLabelDescriptionList"/>
    <dgm:cxn modelId="{E2137A77-6F53-4BB5-A223-499320A9E984}" srcId="{933E5DA4-9B56-49F4-BA78-12339BFABDAA}" destId="{302D9A10-125A-4247-8796-FC927D064166}" srcOrd="0" destOrd="0" parTransId="{029F1B46-1A56-4F0D-93A6-A2E9373FE36F}" sibTransId="{17BB81A7-D5B6-48FA-AD6E-B5A2A14F06AB}"/>
    <dgm:cxn modelId="{35F7F978-FF5D-4D39-8DD0-A06C6401CFC1}" srcId="{1C186606-26F9-48BC-BD6F-926438DF7A6F}" destId="{20ECA522-8CC6-4591-A22A-62BC4E963ABE}" srcOrd="0" destOrd="0" parTransId="{E0DB3563-C4B6-4575-A63C-63951670E1B9}" sibTransId="{8C60F62A-D7CB-4368-AA98-CE130953E135}"/>
    <dgm:cxn modelId="{1B2F1791-A62E-4712-9BAF-C5523C61E8C5}" srcId="{A965F847-2DE1-43FD-B0FA-7D24AD162B9E}" destId="{067FC9BF-4F55-42BC-A8E1-F2F28F4A1D3F}" srcOrd="0" destOrd="0" parTransId="{79C920C5-D517-4AB6-B536-6036E0073402}" sibTransId="{2B6804B2-5237-4160-878E-E878517E99A6}"/>
    <dgm:cxn modelId="{1C7C4193-0AA6-464B-81D5-BE087772A417}" type="presOf" srcId="{69EAB605-6D08-47A3-9303-D9B5C5FDC5DB}" destId="{2039D912-5C79-4E80-9064-60F5ED47F811}" srcOrd="0" destOrd="0" presId="urn:microsoft.com/office/officeart/2018/5/layout/CenteredIconLabelDescriptionList"/>
    <dgm:cxn modelId="{932ED994-98BD-4161-9ACB-14EDFEE2F878}" srcId="{69EAB605-6D08-47A3-9303-D9B5C5FDC5DB}" destId="{1C186606-26F9-48BC-BD6F-926438DF7A6F}" srcOrd="0" destOrd="0" parTransId="{A16B5B9D-3FD4-4925-8699-90C9F848221A}" sibTransId="{01457680-E5C4-4CB3-B15F-355B82D9F131}"/>
    <dgm:cxn modelId="{54E2409A-7B21-4D43-955C-95E8C4C95934}" type="presOf" srcId="{1C186606-26F9-48BC-BD6F-926438DF7A6F}" destId="{8C3B8EF0-42BA-4806-827B-F32284718AB6}" srcOrd="0" destOrd="0" presId="urn:microsoft.com/office/officeart/2018/5/layout/CenteredIconLabelDescriptionList"/>
    <dgm:cxn modelId="{81E8D2A2-0921-43E1-9CC2-D71763FD728F}" type="presOf" srcId="{20ECA522-8CC6-4591-A22A-62BC4E963ABE}" destId="{9810FD86-6C71-422B-AFD4-04CF8BC5B044}" srcOrd="0" destOrd="0" presId="urn:microsoft.com/office/officeart/2018/5/layout/CenteredIconLabelDescriptionList"/>
    <dgm:cxn modelId="{86816FB5-E864-4B29-8BB7-ACA906691161}" type="presOf" srcId="{A965F847-2DE1-43FD-B0FA-7D24AD162B9E}" destId="{C37ED692-402E-460E-BB67-B778D08F069F}" srcOrd="0" destOrd="0" presId="urn:microsoft.com/office/officeart/2018/5/layout/CenteredIconLabelDescriptionList"/>
    <dgm:cxn modelId="{533264CA-2CD0-47FF-A540-510FA98C8DDE}" srcId="{69EAB605-6D08-47A3-9303-D9B5C5FDC5DB}" destId="{A965F847-2DE1-43FD-B0FA-7D24AD162B9E}" srcOrd="1" destOrd="0" parTransId="{6839B984-D517-48FC-864B-54CF3E2A191D}" sibTransId="{B530D547-CFBE-4352-BE8E-FA2FE6586559}"/>
    <dgm:cxn modelId="{3B6D2618-1A18-4947-84D1-DCA16235399A}" type="presParOf" srcId="{2039D912-5C79-4E80-9064-60F5ED47F811}" destId="{443074B6-6CF1-4326-87A6-B50342AE3885}" srcOrd="0" destOrd="0" presId="urn:microsoft.com/office/officeart/2018/5/layout/CenteredIconLabelDescriptionList"/>
    <dgm:cxn modelId="{BB01EC92-BFC8-4738-BB85-96657A48DEB0}" type="presParOf" srcId="{443074B6-6CF1-4326-87A6-B50342AE3885}" destId="{1134A754-3A7C-4E45-944A-628D7B832CED}" srcOrd="0" destOrd="0" presId="urn:microsoft.com/office/officeart/2018/5/layout/CenteredIconLabelDescriptionList"/>
    <dgm:cxn modelId="{739AA265-8A68-48D9-A77E-2C3C0188DFE7}" type="presParOf" srcId="{443074B6-6CF1-4326-87A6-B50342AE3885}" destId="{11722F18-49F3-4412-9207-8AA236A1A643}" srcOrd="1" destOrd="0" presId="urn:microsoft.com/office/officeart/2018/5/layout/CenteredIconLabelDescriptionList"/>
    <dgm:cxn modelId="{47A0623B-9942-4CF2-929B-F10D74C8AD34}" type="presParOf" srcId="{443074B6-6CF1-4326-87A6-B50342AE3885}" destId="{8C3B8EF0-42BA-4806-827B-F32284718AB6}" srcOrd="2" destOrd="0" presId="urn:microsoft.com/office/officeart/2018/5/layout/CenteredIconLabelDescriptionList"/>
    <dgm:cxn modelId="{FC91F7FD-E357-4A3B-AE45-A01741E6E46D}" type="presParOf" srcId="{443074B6-6CF1-4326-87A6-B50342AE3885}" destId="{2A88A098-B88D-4F24-8A69-9675A3ABD3F2}" srcOrd="3" destOrd="0" presId="urn:microsoft.com/office/officeart/2018/5/layout/CenteredIconLabelDescriptionList"/>
    <dgm:cxn modelId="{6ADBA04A-DB40-4BD5-86FC-B8F8FC4F76C5}" type="presParOf" srcId="{443074B6-6CF1-4326-87A6-B50342AE3885}" destId="{9810FD86-6C71-422B-AFD4-04CF8BC5B044}" srcOrd="4" destOrd="0" presId="urn:microsoft.com/office/officeart/2018/5/layout/CenteredIconLabelDescriptionList"/>
    <dgm:cxn modelId="{4A4B808E-5661-4382-8A45-8EA36D0D3B22}" type="presParOf" srcId="{2039D912-5C79-4E80-9064-60F5ED47F811}" destId="{7391A43C-6096-428B-A762-0C40248DA3CD}" srcOrd="1" destOrd="0" presId="urn:microsoft.com/office/officeart/2018/5/layout/CenteredIconLabelDescriptionList"/>
    <dgm:cxn modelId="{8F130473-DB2E-4F1F-A26F-62EE48735168}" type="presParOf" srcId="{2039D912-5C79-4E80-9064-60F5ED47F811}" destId="{BEA52C76-753E-4181-8791-B9A3F4CE05C2}" srcOrd="2" destOrd="0" presId="urn:microsoft.com/office/officeart/2018/5/layout/CenteredIconLabelDescriptionList"/>
    <dgm:cxn modelId="{2FE545EA-AD3A-425B-ADA3-663103E6ADC9}" type="presParOf" srcId="{BEA52C76-753E-4181-8791-B9A3F4CE05C2}" destId="{8DD53493-3AF1-4CE1-AE24-28077D507C0A}" srcOrd="0" destOrd="0" presId="urn:microsoft.com/office/officeart/2018/5/layout/CenteredIconLabelDescriptionList"/>
    <dgm:cxn modelId="{6C4745C4-8DE8-479C-803F-6E2E5358457F}" type="presParOf" srcId="{BEA52C76-753E-4181-8791-B9A3F4CE05C2}" destId="{EEBCBC5B-302E-40D7-A562-FB1A78672998}" srcOrd="1" destOrd="0" presId="urn:microsoft.com/office/officeart/2018/5/layout/CenteredIconLabelDescriptionList"/>
    <dgm:cxn modelId="{8BFC3D84-E634-4901-B492-4BB9557EFF44}" type="presParOf" srcId="{BEA52C76-753E-4181-8791-B9A3F4CE05C2}" destId="{C37ED692-402E-460E-BB67-B778D08F069F}" srcOrd="2" destOrd="0" presId="urn:microsoft.com/office/officeart/2018/5/layout/CenteredIconLabelDescriptionList"/>
    <dgm:cxn modelId="{E2B918F4-C305-4593-88F0-AF38664E5DAE}" type="presParOf" srcId="{BEA52C76-753E-4181-8791-B9A3F4CE05C2}" destId="{2E64AB78-01AF-4EB4-8ECF-85B65D3CA6A8}" srcOrd="3" destOrd="0" presId="urn:microsoft.com/office/officeart/2018/5/layout/CenteredIconLabelDescriptionList"/>
    <dgm:cxn modelId="{1F7C3295-EF10-4EB9-AD66-6B177ADDF55A}" type="presParOf" srcId="{BEA52C76-753E-4181-8791-B9A3F4CE05C2}" destId="{81E28AC1-00A5-4E9D-ACC7-C0644B6276AB}" srcOrd="4" destOrd="0" presId="urn:microsoft.com/office/officeart/2018/5/layout/CenteredIconLabelDescriptionList"/>
    <dgm:cxn modelId="{C699CB18-0EB3-4121-ABA6-2233571525D0}" type="presParOf" srcId="{2039D912-5C79-4E80-9064-60F5ED47F811}" destId="{8A1156A0-7706-4801-90B1-1E4F4DB0D975}" srcOrd="3" destOrd="0" presId="urn:microsoft.com/office/officeart/2018/5/layout/CenteredIconLabelDescriptionList"/>
    <dgm:cxn modelId="{76DB3263-9F5E-4969-B3B9-3FF43E564DE0}" type="presParOf" srcId="{2039D912-5C79-4E80-9064-60F5ED47F811}" destId="{BB29813E-E55A-4F48-849A-0CCC4CC5DF3F}" srcOrd="4" destOrd="0" presId="urn:microsoft.com/office/officeart/2018/5/layout/CenteredIconLabelDescriptionList"/>
    <dgm:cxn modelId="{05C59041-23BE-4793-A12E-BC2371CAB0E2}" type="presParOf" srcId="{BB29813E-E55A-4F48-849A-0CCC4CC5DF3F}" destId="{A7108203-D65E-4FB0-AD2A-449C01A8D221}" srcOrd="0" destOrd="0" presId="urn:microsoft.com/office/officeart/2018/5/layout/CenteredIconLabelDescriptionList"/>
    <dgm:cxn modelId="{5B7D8C08-EDB5-42E9-A773-6BDAAD01C15C}" type="presParOf" srcId="{BB29813E-E55A-4F48-849A-0CCC4CC5DF3F}" destId="{BF0B7295-606F-4A2E-A99A-7C9519353A11}" srcOrd="1" destOrd="0" presId="urn:microsoft.com/office/officeart/2018/5/layout/CenteredIconLabelDescriptionList"/>
    <dgm:cxn modelId="{2302882F-461F-45B9-B230-6631D91882C5}" type="presParOf" srcId="{BB29813E-E55A-4F48-849A-0CCC4CC5DF3F}" destId="{BDCE5F5B-286D-496C-A803-495F5763DBBC}" srcOrd="2" destOrd="0" presId="urn:microsoft.com/office/officeart/2018/5/layout/CenteredIconLabelDescriptionList"/>
    <dgm:cxn modelId="{B08E230A-B611-4ECE-BB2C-C231D828F7C3}" type="presParOf" srcId="{BB29813E-E55A-4F48-849A-0CCC4CC5DF3F}" destId="{A6715401-E3A2-4179-8B6E-547DFF844B9D}" srcOrd="3" destOrd="0" presId="urn:microsoft.com/office/officeart/2018/5/layout/CenteredIconLabelDescriptionList"/>
    <dgm:cxn modelId="{A9C167D1-7512-4D71-934F-74D0CB571205}" type="presParOf" srcId="{BB29813E-E55A-4F48-849A-0CCC4CC5DF3F}" destId="{8DC1BE5F-C91D-4DE3-98F8-9435250270BF}"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6FA262-D07F-43A3-A291-0597EEBA2865}">
      <dsp:nvSpPr>
        <dsp:cNvPr id="0" name=""/>
        <dsp:cNvSpPr/>
      </dsp:nvSpPr>
      <dsp:spPr>
        <a:xfrm>
          <a:off x="282221" y="368029"/>
          <a:ext cx="1371985" cy="137198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B515F9-331D-4570-B82A-13B76B32EDF3}">
      <dsp:nvSpPr>
        <dsp:cNvPr id="0" name=""/>
        <dsp:cNvSpPr/>
      </dsp:nvSpPr>
      <dsp:spPr>
        <a:xfrm>
          <a:off x="570337" y="656145"/>
          <a:ext cx="795751" cy="7957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936A0C1-21CB-4F8B-B70C-2893B1BA5684}">
      <dsp:nvSpPr>
        <dsp:cNvPr id="0" name=""/>
        <dsp:cNvSpPr/>
      </dsp:nvSpPr>
      <dsp:spPr>
        <a:xfrm>
          <a:off x="1948202"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fr-FR" sz="2400" kern="1200"/>
            <a:t>Identifier les principes éthiques et les règles déontologiques applicables à leur métier.</a:t>
          </a:r>
          <a:endParaRPr lang="en-US" sz="2400" kern="1200"/>
        </a:p>
      </dsp:txBody>
      <dsp:txXfrm>
        <a:off x="1948202" y="368029"/>
        <a:ext cx="3233964" cy="1371985"/>
      </dsp:txXfrm>
    </dsp:sp>
    <dsp:sp modelId="{13D9588A-1C72-4F64-B4A2-09F745AB0258}">
      <dsp:nvSpPr>
        <dsp:cNvPr id="0" name=""/>
        <dsp:cNvSpPr/>
      </dsp:nvSpPr>
      <dsp:spPr>
        <a:xfrm>
          <a:off x="5745661" y="368029"/>
          <a:ext cx="1371985" cy="137198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80DB3F-04E6-4ED7-8A13-C6788168D328}">
      <dsp:nvSpPr>
        <dsp:cNvPr id="0" name=""/>
        <dsp:cNvSpPr/>
      </dsp:nvSpPr>
      <dsp:spPr>
        <a:xfrm>
          <a:off x="6033778" y="656145"/>
          <a:ext cx="795751" cy="7957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5E48337-DAF4-4190-BB52-F3EE2EDCCAF0}">
      <dsp:nvSpPr>
        <dsp:cNvPr id="0" name=""/>
        <dsp:cNvSpPr/>
      </dsp:nvSpPr>
      <dsp:spPr>
        <a:xfrm>
          <a:off x="7411643"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fr-FR" sz="2400" kern="1200"/>
            <a:t>Adopter une posture professionnelle alliant réflexion éthique et respect des obligations.</a:t>
          </a:r>
          <a:endParaRPr lang="en-US" sz="2400" kern="1200"/>
        </a:p>
      </dsp:txBody>
      <dsp:txXfrm>
        <a:off x="7411643" y="368029"/>
        <a:ext cx="3233964" cy="1371985"/>
      </dsp:txXfrm>
    </dsp:sp>
    <dsp:sp modelId="{1CA1605A-6A9E-4145-855A-2FA7DA170B6E}">
      <dsp:nvSpPr>
        <dsp:cNvPr id="0" name=""/>
        <dsp:cNvSpPr/>
      </dsp:nvSpPr>
      <dsp:spPr>
        <a:xfrm>
          <a:off x="282221" y="2452790"/>
          <a:ext cx="1371985" cy="137198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2E6854-8229-4D4A-AC68-3D1EB704BBF7}">
      <dsp:nvSpPr>
        <dsp:cNvPr id="0" name=""/>
        <dsp:cNvSpPr/>
      </dsp:nvSpPr>
      <dsp:spPr>
        <a:xfrm>
          <a:off x="570337" y="2740907"/>
          <a:ext cx="795751" cy="79575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13D06EA-05C0-4D73-AA3E-0AB72E57B12E}">
      <dsp:nvSpPr>
        <dsp:cNvPr id="0" name=""/>
        <dsp:cNvSpPr/>
      </dsp:nvSpPr>
      <dsp:spPr>
        <a:xfrm>
          <a:off x="1948202"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fr-FR" sz="2400" kern="1200"/>
            <a:t>Favoriser une relation de confiance avec les bénéficiaires et leur entourage.</a:t>
          </a:r>
          <a:endParaRPr lang="en-US" sz="2400" kern="1200"/>
        </a:p>
      </dsp:txBody>
      <dsp:txXfrm>
        <a:off x="1948202" y="2452790"/>
        <a:ext cx="3233964" cy="1371985"/>
      </dsp:txXfrm>
    </dsp:sp>
    <dsp:sp modelId="{9F85CC91-2AEC-4E73-8374-D2B3D214CAB6}">
      <dsp:nvSpPr>
        <dsp:cNvPr id="0" name=""/>
        <dsp:cNvSpPr/>
      </dsp:nvSpPr>
      <dsp:spPr>
        <a:xfrm>
          <a:off x="5745661" y="2452790"/>
          <a:ext cx="1371985" cy="137198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23624B-B98A-4C86-AF84-43BF176431C2}">
      <dsp:nvSpPr>
        <dsp:cNvPr id="0" name=""/>
        <dsp:cNvSpPr/>
      </dsp:nvSpPr>
      <dsp:spPr>
        <a:xfrm>
          <a:off x="6033778" y="2740907"/>
          <a:ext cx="795751" cy="79575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259C569-F784-49CF-8E25-BC18788E3F79}">
      <dsp:nvSpPr>
        <dsp:cNvPr id="0" name=""/>
        <dsp:cNvSpPr/>
      </dsp:nvSpPr>
      <dsp:spPr>
        <a:xfrm>
          <a:off x="7411643"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fr-FR" sz="2400" kern="1200"/>
            <a:t>PASSONS A L’EXEMPLE </a:t>
          </a:r>
          <a:endParaRPr lang="en-US" sz="2400" kern="1200"/>
        </a:p>
      </dsp:txBody>
      <dsp:txXfrm>
        <a:off x="7411643" y="2452790"/>
        <a:ext cx="3233964" cy="137198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61C7B1-9839-4B03-A17D-BD1A2AAC8442}">
      <dsp:nvSpPr>
        <dsp:cNvPr id="0" name=""/>
        <dsp:cNvSpPr/>
      </dsp:nvSpPr>
      <dsp:spPr>
        <a:xfrm>
          <a:off x="0" y="531"/>
          <a:ext cx="105156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2378B7-2C2D-42AA-9B30-81B7839A797D}">
      <dsp:nvSpPr>
        <dsp:cNvPr id="0" name=""/>
        <dsp:cNvSpPr/>
      </dsp:nvSpPr>
      <dsp:spPr>
        <a:xfrm>
          <a:off x="376522" y="280590"/>
          <a:ext cx="684586" cy="6845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159BE76-4E77-4DEF-B328-718AFA4A27EC}">
      <dsp:nvSpPr>
        <dsp:cNvPr id="0" name=""/>
        <dsp:cNvSpPr/>
      </dsp:nvSpPr>
      <dsp:spPr>
        <a:xfrm>
          <a:off x="1437631" y="531"/>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fr-FR" sz="2300" kern="1200"/>
            <a:t>Une capacité à analyser ses pratiques professionnelles à la lumière de principes fondamentaux, comme la dignité, le respect, la bienveillance et l'autonomie de</a:t>
          </a:r>
          <a:endParaRPr lang="en-US" sz="2300" kern="1200"/>
        </a:p>
      </dsp:txBody>
      <dsp:txXfrm>
        <a:off x="1437631" y="531"/>
        <a:ext cx="9077968" cy="1244702"/>
      </dsp:txXfrm>
    </dsp:sp>
    <dsp:sp modelId="{D6F8F485-CC7F-45CC-AB7B-18AA9D081C61}">
      <dsp:nvSpPr>
        <dsp:cNvPr id="0" name=""/>
        <dsp:cNvSpPr/>
      </dsp:nvSpPr>
      <dsp:spPr>
        <a:xfrm>
          <a:off x="0" y="1556410"/>
          <a:ext cx="105156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D04E87-9AFF-4C31-A334-6B142FF6C516}">
      <dsp:nvSpPr>
        <dsp:cNvPr id="0" name=""/>
        <dsp:cNvSpPr/>
      </dsp:nvSpPr>
      <dsp:spPr>
        <a:xfrm>
          <a:off x="376522" y="1836468"/>
          <a:ext cx="684586" cy="6845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BC7010D-74FF-4FE1-88E5-276A6DB3788B}">
      <dsp:nvSpPr>
        <dsp:cNvPr id="0" name=""/>
        <dsp:cNvSpPr/>
      </dsp:nvSpPr>
      <dsp:spPr>
        <a:xfrm>
          <a:off x="1437631" y="1556410"/>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fr-FR" sz="2300" kern="1200"/>
            <a:t>Une prise en compte des valeurs personnelles et des choix de vie des bénéficiaires, dans une logique de co-construction des interventions.</a:t>
          </a:r>
          <a:endParaRPr lang="en-US" sz="2300" kern="1200"/>
        </a:p>
      </dsp:txBody>
      <dsp:txXfrm>
        <a:off x="1437631" y="1556410"/>
        <a:ext cx="9077968" cy="1244702"/>
      </dsp:txXfrm>
    </dsp:sp>
    <dsp:sp modelId="{8BAC3C7E-8359-4D66-AB93-AAA98E85EB20}">
      <dsp:nvSpPr>
        <dsp:cNvPr id="0" name=""/>
        <dsp:cNvSpPr/>
      </dsp:nvSpPr>
      <dsp:spPr>
        <a:xfrm>
          <a:off x="0" y="3112289"/>
          <a:ext cx="105156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AAC29D-D1BE-417A-BEB5-6D1D9BC21792}">
      <dsp:nvSpPr>
        <dsp:cNvPr id="0" name=""/>
        <dsp:cNvSpPr/>
      </dsp:nvSpPr>
      <dsp:spPr>
        <a:xfrm>
          <a:off x="376522" y="3392347"/>
          <a:ext cx="684586" cy="6845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7303D51-603D-4E77-BD53-2942774D3F67}">
      <dsp:nvSpPr>
        <dsp:cNvPr id="0" name=""/>
        <dsp:cNvSpPr/>
      </dsp:nvSpPr>
      <dsp:spPr>
        <a:xfrm>
          <a:off x="1437631" y="3112289"/>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fr-FR" sz="2300" kern="1200"/>
            <a:t>Une posture de remise en question continue pour s'assurer que les actions menées sont adaptées, respectueuses et humaines.</a:t>
          </a:r>
          <a:endParaRPr lang="en-US" sz="2300" kern="1200"/>
        </a:p>
      </dsp:txBody>
      <dsp:txXfrm>
        <a:off x="1437631" y="3112289"/>
        <a:ext cx="9077968" cy="12447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451824-1146-4220-AC21-984898373F1D}">
      <dsp:nvSpPr>
        <dsp:cNvPr id="0" name=""/>
        <dsp:cNvSpPr/>
      </dsp:nvSpPr>
      <dsp:spPr>
        <a:xfrm>
          <a:off x="0" y="507469"/>
          <a:ext cx="6666833" cy="142974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fr-FR" sz="2600" kern="1200"/>
            <a:t>Garantir la qualité du service rendu, en respectant les droits et les libertés des bénéficiaires.</a:t>
          </a:r>
          <a:endParaRPr lang="en-US" sz="2600" kern="1200"/>
        </a:p>
      </dsp:txBody>
      <dsp:txXfrm>
        <a:off x="69794" y="577263"/>
        <a:ext cx="6527245" cy="1290152"/>
      </dsp:txXfrm>
    </dsp:sp>
    <dsp:sp modelId="{F475F817-1CB5-45BE-9DA9-0D501CA7A624}">
      <dsp:nvSpPr>
        <dsp:cNvPr id="0" name=""/>
        <dsp:cNvSpPr/>
      </dsp:nvSpPr>
      <dsp:spPr>
        <a:xfrm>
          <a:off x="0" y="2012089"/>
          <a:ext cx="6666833" cy="1429740"/>
        </a:xfrm>
        <a:prstGeom prst="roundRect">
          <a:avLst/>
        </a:prstGeom>
        <a:gradFill rotWithShape="0">
          <a:gsLst>
            <a:gs pos="0">
              <a:schemeClr val="accent5">
                <a:hueOff val="-3379271"/>
                <a:satOff val="-8710"/>
                <a:lumOff val="-5883"/>
                <a:alphaOff val="0"/>
                <a:satMod val="103000"/>
                <a:lumMod val="102000"/>
                <a:tint val="94000"/>
              </a:schemeClr>
            </a:gs>
            <a:gs pos="50000">
              <a:schemeClr val="accent5">
                <a:hueOff val="-3379271"/>
                <a:satOff val="-8710"/>
                <a:lumOff val="-5883"/>
                <a:alphaOff val="0"/>
                <a:satMod val="110000"/>
                <a:lumMod val="100000"/>
                <a:shade val="100000"/>
              </a:schemeClr>
            </a:gs>
            <a:gs pos="100000">
              <a:schemeClr val="accent5">
                <a:hueOff val="-3379271"/>
                <a:satOff val="-8710"/>
                <a:lumOff val="-588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fr-FR" sz="2600" kern="1200"/>
            <a:t>Protéger les professionnels et les usagers en définissant des limites claires (confidentialité, impartialité, respect des cadres légaux).</a:t>
          </a:r>
          <a:endParaRPr lang="en-US" sz="2600" kern="1200"/>
        </a:p>
      </dsp:txBody>
      <dsp:txXfrm>
        <a:off x="69794" y="2081883"/>
        <a:ext cx="6527245" cy="1290152"/>
      </dsp:txXfrm>
    </dsp:sp>
    <dsp:sp modelId="{E1B23800-C673-4B75-AEAF-0D7BF92EEBED}">
      <dsp:nvSpPr>
        <dsp:cNvPr id="0" name=""/>
        <dsp:cNvSpPr/>
      </dsp:nvSpPr>
      <dsp:spPr>
        <a:xfrm>
          <a:off x="0" y="3516710"/>
          <a:ext cx="6666833" cy="1429740"/>
        </a:xfrm>
        <a:prstGeom prst="roundRect">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fr-FR" sz="2600" kern="1200"/>
            <a:t>Agir en conformité avec les obligations contractuelles et les valeurs partagées au sein de l'organisation.</a:t>
          </a:r>
          <a:endParaRPr lang="en-US" sz="2600" kern="1200"/>
        </a:p>
      </dsp:txBody>
      <dsp:txXfrm>
        <a:off x="69794" y="3586504"/>
        <a:ext cx="6527245" cy="129015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FE258D-B060-4418-A0C1-52D51FC06641}">
      <dsp:nvSpPr>
        <dsp:cNvPr id="0" name=""/>
        <dsp:cNvSpPr/>
      </dsp:nvSpPr>
      <dsp:spPr>
        <a:xfrm>
          <a:off x="0" y="2176"/>
          <a:ext cx="6589260" cy="110308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8641C3-693E-4215-9135-C188B255F480}">
      <dsp:nvSpPr>
        <dsp:cNvPr id="0" name=""/>
        <dsp:cNvSpPr/>
      </dsp:nvSpPr>
      <dsp:spPr>
        <a:xfrm>
          <a:off x="333682" y="250369"/>
          <a:ext cx="606695" cy="60669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6B0FCD-F135-4F62-835A-474CA462DFBA}">
      <dsp:nvSpPr>
        <dsp:cNvPr id="0" name=""/>
        <dsp:cNvSpPr/>
      </dsp:nvSpPr>
      <dsp:spPr>
        <a:xfrm>
          <a:off x="1274059" y="2176"/>
          <a:ext cx="5315200" cy="11030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743" tIns="116743" rIns="116743" bIns="116743" numCol="1" spcCol="1270" anchor="ctr" anchorCtr="0">
          <a:noAutofit/>
        </a:bodyPr>
        <a:lstStyle/>
        <a:p>
          <a:pPr marL="0" lvl="0" indent="0" algn="l" defTabSz="889000">
            <a:lnSpc>
              <a:spcPct val="90000"/>
            </a:lnSpc>
            <a:spcBef>
              <a:spcPct val="0"/>
            </a:spcBef>
            <a:spcAft>
              <a:spcPct val="35000"/>
            </a:spcAft>
            <a:buNone/>
          </a:pPr>
          <a:r>
            <a:rPr lang="fr-FR" sz="2000" kern="1200"/>
            <a:t>Une attitude proactive pour prévenir toute forme de maltraitance, qu'elle soit physique, psychologique ou morale.</a:t>
          </a:r>
          <a:endParaRPr lang="en-US" sz="2000" kern="1200"/>
        </a:p>
      </dsp:txBody>
      <dsp:txXfrm>
        <a:off x="1274059" y="2176"/>
        <a:ext cx="5315200" cy="1103082"/>
      </dsp:txXfrm>
    </dsp:sp>
    <dsp:sp modelId="{CD40DF9C-D0EF-41D3-9A9A-39C1FFD457F0}">
      <dsp:nvSpPr>
        <dsp:cNvPr id="0" name=""/>
        <dsp:cNvSpPr/>
      </dsp:nvSpPr>
      <dsp:spPr>
        <a:xfrm>
          <a:off x="0" y="1381029"/>
          <a:ext cx="6589260" cy="110308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3963B7-8E04-441F-89F1-3644E83685FC}">
      <dsp:nvSpPr>
        <dsp:cNvPr id="0" name=""/>
        <dsp:cNvSpPr/>
      </dsp:nvSpPr>
      <dsp:spPr>
        <a:xfrm>
          <a:off x="333682" y="1629222"/>
          <a:ext cx="606695" cy="60669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46C6468-3537-407B-BC59-9EC7CD459EEA}">
      <dsp:nvSpPr>
        <dsp:cNvPr id="0" name=""/>
        <dsp:cNvSpPr/>
      </dsp:nvSpPr>
      <dsp:spPr>
        <a:xfrm>
          <a:off x="1274059" y="1381029"/>
          <a:ext cx="5315200" cy="11030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743" tIns="116743" rIns="116743" bIns="116743" numCol="1" spcCol="1270" anchor="ctr" anchorCtr="0">
          <a:noAutofit/>
        </a:bodyPr>
        <a:lstStyle/>
        <a:p>
          <a:pPr marL="0" lvl="0" indent="0" algn="l" defTabSz="889000">
            <a:lnSpc>
              <a:spcPct val="90000"/>
            </a:lnSpc>
            <a:spcBef>
              <a:spcPct val="0"/>
            </a:spcBef>
            <a:spcAft>
              <a:spcPct val="35000"/>
            </a:spcAft>
            <a:buNone/>
          </a:pPr>
          <a:r>
            <a:rPr lang="fr-FR" sz="2000" kern="1200"/>
            <a:t>L'adaptation des comportements et des pratiques professionnelles aux besoins spécifiques des personnes aidées.</a:t>
          </a:r>
          <a:endParaRPr lang="en-US" sz="2000" kern="1200"/>
        </a:p>
      </dsp:txBody>
      <dsp:txXfrm>
        <a:off x="1274059" y="1381029"/>
        <a:ext cx="5315200" cy="1103082"/>
      </dsp:txXfrm>
    </dsp:sp>
    <dsp:sp modelId="{1C815E32-C164-40C2-8C29-E138487A461A}">
      <dsp:nvSpPr>
        <dsp:cNvPr id="0" name=""/>
        <dsp:cNvSpPr/>
      </dsp:nvSpPr>
      <dsp:spPr>
        <a:xfrm>
          <a:off x="0" y="2759881"/>
          <a:ext cx="6589260" cy="110308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A676DD-D814-4092-AF73-A62E6B986272}">
      <dsp:nvSpPr>
        <dsp:cNvPr id="0" name=""/>
        <dsp:cNvSpPr/>
      </dsp:nvSpPr>
      <dsp:spPr>
        <a:xfrm>
          <a:off x="333682" y="3008075"/>
          <a:ext cx="606695" cy="60669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2C92462-D11D-43EF-AABD-3E675A24F905}">
      <dsp:nvSpPr>
        <dsp:cNvPr id="0" name=""/>
        <dsp:cNvSpPr/>
      </dsp:nvSpPr>
      <dsp:spPr>
        <a:xfrm>
          <a:off x="1274059" y="2759881"/>
          <a:ext cx="5315200" cy="11030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743" tIns="116743" rIns="116743" bIns="116743" numCol="1" spcCol="1270" anchor="ctr" anchorCtr="0">
          <a:noAutofit/>
        </a:bodyPr>
        <a:lstStyle/>
        <a:p>
          <a:pPr marL="0" lvl="0" indent="0" algn="l" defTabSz="889000">
            <a:lnSpc>
              <a:spcPct val="90000"/>
            </a:lnSpc>
            <a:spcBef>
              <a:spcPct val="0"/>
            </a:spcBef>
            <a:spcAft>
              <a:spcPct val="35000"/>
            </a:spcAft>
            <a:buNone/>
          </a:pPr>
          <a:r>
            <a:rPr lang="fr-FR" sz="2000" kern="1200"/>
            <a:t>Une communication respectueuse et bienveillante, favorisant l'expression des souhaits et des ressentis de la personne.</a:t>
          </a:r>
          <a:endParaRPr lang="en-US" sz="2000" kern="1200"/>
        </a:p>
      </dsp:txBody>
      <dsp:txXfrm>
        <a:off x="1274059" y="2759881"/>
        <a:ext cx="5315200" cy="1103082"/>
      </dsp:txXfrm>
    </dsp:sp>
    <dsp:sp modelId="{5993546E-B499-4FA6-9158-D6B9141B3B4E}">
      <dsp:nvSpPr>
        <dsp:cNvPr id="0" name=""/>
        <dsp:cNvSpPr/>
      </dsp:nvSpPr>
      <dsp:spPr>
        <a:xfrm>
          <a:off x="0" y="4138734"/>
          <a:ext cx="6589260" cy="110308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64B1B9-5B5E-4749-8CA3-6152E4093E27}">
      <dsp:nvSpPr>
        <dsp:cNvPr id="0" name=""/>
        <dsp:cNvSpPr/>
      </dsp:nvSpPr>
      <dsp:spPr>
        <a:xfrm>
          <a:off x="333682" y="4386927"/>
          <a:ext cx="606695" cy="60669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436A4D-8869-4897-9FC3-793C4D0BF3A0}">
      <dsp:nvSpPr>
        <dsp:cNvPr id="0" name=""/>
        <dsp:cNvSpPr/>
      </dsp:nvSpPr>
      <dsp:spPr>
        <a:xfrm>
          <a:off x="1274059" y="4138734"/>
          <a:ext cx="5315200" cy="11030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743" tIns="116743" rIns="116743" bIns="116743" numCol="1" spcCol="1270" anchor="ctr" anchorCtr="0">
          <a:noAutofit/>
        </a:bodyPr>
        <a:lstStyle/>
        <a:p>
          <a:pPr marL="0" lvl="0" indent="0" algn="l" defTabSz="889000">
            <a:lnSpc>
              <a:spcPct val="90000"/>
            </a:lnSpc>
            <a:spcBef>
              <a:spcPct val="0"/>
            </a:spcBef>
            <a:spcAft>
              <a:spcPct val="35000"/>
            </a:spcAft>
            <a:buNone/>
          </a:pPr>
          <a:r>
            <a:rPr lang="fr-FR" sz="2000" kern="1200"/>
            <a:t>La co-construction de solutions adaptées, en favorisant l'autonomie et en valorisant les capacités de chacun.</a:t>
          </a:r>
          <a:endParaRPr lang="en-US" sz="2000" kern="1200"/>
        </a:p>
      </dsp:txBody>
      <dsp:txXfrm>
        <a:off x="1274059" y="4138734"/>
        <a:ext cx="5315200" cy="110308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62B1AE-D1C0-4FE1-9D9C-E19587B146FD}">
      <dsp:nvSpPr>
        <dsp:cNvPr id="0" name=""/>
        <dsp:cNvSpPr/>
      </dsp:nvSpPr>
      <dsp:spPr>
        <a:xfrm>
          <a:off x="402550" y="1992"/>
          <a:ext cx="3034531" cy="1820718"/>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fr-FR" sz="2900" b="1" kern="1200" dirty="0"/>
            <a:t>Violences physiques</a:t>
          </a:r>
          <a:endParaRPr lang="en-US" sz="2900" kern="1200" dirty="0"/>
        </a:p>
      </dsp:txBody>
      <dsp:txXfrm>
        <a:off x="402550" y="1992"/>
        <a:ext cx="3034531" cy="1820718"/>
      </dsp:txXfrm>
    </dsp:sp>
    <dsp:sp modelId="{DDB3D2AE-E27F-4D22-9AE5-6ED6371C1686}">
      <dsp:nvSpPr>
        <dsp:cNvPr id="0" name=""/>
        <dsp:cNvSpPr/>
      </dsp:nvSpPr>
      <dsp:spPr>
        <a:xfrm>
          <a:off x="3740534" y="1992"/>
          <a:ext cx="3034531" cy="1820718"/>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fr-FR" sz="2900" b="1" kern="1200"/>
            <a:t>violences morales</a:t>
          </a:r>
          <a:endParaRPr lang="en-US" sz="2900" kern="1200"/>
        </a:p>
      </dsp:txBody>
      <dsp:txXfrm>
        <a:off x="3740534" y="1992"/>
        <a:ext cx="3034531" cy="1820718"/>
      </dsp:txXfrm>
    </dsp:sp>
    <dsp:sp modelId="{7EAB7A15-3AA6-4CA7-A160-8E17FC1F338A}">
      <dsp:nvSpPr>
        <dsp:cNvPr id="0" name=""/>
        <dsp:cNvSpPr/>
      </dsp:nvSpPr>
      <dsp:spPr>
        <a:xfrm>
          <a:off x="7078518" y="1992"/>
          <a:ext cx="3034531" cy="1820718"/>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fr-FR" sz="2900" b="1" kern="1200"/>
            <a:t>violence matérielles et financières</a:t>
          </a:r>
          <a:endParaRPr lang="en-US" sz="2900" kern="1200"/>
        </a:p>
      </dsp:txBody>
      <dsp:txXfrm>
        <a:off x="7078518" y="1992"/>
        <a:ext cx="3034531" cy="1820718"/>
      </dsp:txXfrm>
    </dsp:sp>
    <dsp:sp modelId="{6E068C24-76B6-42B6-98B3-B87D204DBDCF}">
      <dsp:nvSpPr>
        <dsp:cNvPr id="0" name=""/>
        <dsp:cNvSpPr/>
      </dsp:nvSpPr>
      <dsp:spPr>
        <a:xfrm>
          <a:off x="402550" y="2126164"/>
          <a:ext cx="3034531" cy="1820718"/>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fr-FR" sz="2900" b="1" kern="1200" dirty="0"/>
            <a:t>Violences médicales ou médicamenteuses</a:t>
          </a:r>
          <a:endParaRPr lang="en-US" sz="2900" kern="1200" dirty="0"/>
        </a:p>
      </dsp:txBody>
      <dsp:txXfrm>
        <a:off x="402550" y="2126164"/>
        <a:ext cx="3034531" cy="1820718"/>
      </dsp:txXfrm>
    </dsp:sp>
    <dsp:sp modelId="{4E46C6C4-35C5-417D-9262-DE84A812EB38}">
      <dsp:nvSpPr>
        <dsp:cNvPr id="0" name=""/>
        <dsp:cNvSpPr/>
      </dsp:nvSpPr>
      <dsp:spPr>
        <a:xfrm>
          <a:off x="3740534" y="2126164"/>
          <a:ext cx="3034531" cy="1820718"/>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fr-FR" sz="2900" b="1" kern="1200" dirty="0"/>
            <a:t>Négligences actives</a:t>
          </a:r>
          <a:endParaRPr lang="en-US" sz="2900" kern="1200" dirty="0"/>
        </a:p>
      </dsp:txBody>
      <dsp:txXfrm>
        <a:off x="3740534" y="2126164"/>
        <a:ext cx="3034531" cy="1820718"/>
      </dsp:txXfrm>
    </dsp:sp>
    <dsp:sp modelId="{66E4F215-A631-48FE-BC6A-98ECF914163D}">
      <dsp:nvSpPr>
        <dsp:cNvPr id="0" name=""/>
        <dsp:cNvSpPr/>
      </dsp:nvSpPr>
      <dsp:spPr>
        <a:xfrm>
          <a:off x="7078518" y="2126164"/>
          <a:ext cx="3034531" cy="1820718"/>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fr-FR" sz="2900" b="1" kern="1200"/>
            <a:t>Privation ou violation de droits</a:t>
          </a:r>
          <a:endParaRPr lang="en-US" sz="2900" kern="1200"/>
        </a:p>
      </dsp:txBody>
      <dsp:txXfrm>
        <a:off x="7078518" y="2126164"/>
        <a:ext cx="3034531" cy="182071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6B5F64-3CDB-4C75-AABB-0CB37DBB24D2}">
      <dsp:nvSpPr>
        <dsp:cNvPr id="0" name=""/>
        <dsp:cNvSpPr/>
      </dsp:nvSpPr>
      <dsp:spPr>
        <a:xfrm>
          <a:off x="1963800" y="334463"/>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D5F360A-1C7F-45BC-9990-0D2A30724A03}">
      <dsp:nvSpPr>
        <dsp:cNvPr id="0" name=""/>
        <dsp:cNvSpPr/>
      </dsp:nvSpPr>
      <dsp:spPr>
        <a:xfrm>
          <a:off x="559800" y="1987500"/>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b="1"/>
          </a:pPr>
          <a:r>
            <a:rPr lang="fr-FR" sz="1600" b="1" kern="1200"/>
            <a:t>Principe</a:t>
          </a:r>
          <a:r>
            <a:rPr lang="fr-FR" sz="1600" kern="1200"/>
            <a:t> : L'action doit être centrée sur les besoins spécifiques et les attentes de chaque personne.</a:t>
          </a:r>
          <a:endParaRPr lang="en-US" sz="1600" kern="1200"/>
        </a:p>
      </dsp:txBody>
      <dsp:txXfrm>
        <a:off x="559800" y="1987500"/>
        <a:ext cx="4320000" cy="648000"/>
      </dsp:txXfrm>
    </dsp:sp>
    <dsp:sp modelId="{1EA6F89E-0BF8-4B91-B6B1-B718C4C8E93D}">
      <dsp:nvSpPr>
        <dsp:cNvPr id="0" name=""/>
        <dsp:cNvSpPr/>
      </dsp:nvSpPr>
      <dsp:spPr>
        <a:xfrm>
          <a:off x="559800" y="2701099"/>
          <a:ext cx="4320000" cy="913313"/>
        </a:xfrm>
        <a:prstGeom prst="rect">
          <a:avLst/>
        </a:prstGeom>
        <a:noFill/>
        <a:ln>
          <a:noFill/>
        </a:ln>
        <a:effectLst/>
      </dsp:spPr>
      <dsp:style>
        <a:lnRef idx="0">
          <a:scrgbClr r="0" g="0" b="0"/>
        </a:lnRef>
        <a:fillRef idx="0">
          <a:scrgbClr r="0" g="0" b="0"/>
        </a:fillRef>
        <a:effectRef idx="0">
          <a:scrgbClr r="0" g="0" b="0"/>
        </a:effectRef>
        <a:fontRef idx="minor"/>
      </dsp:style>
    </dsp:sp>
    <dsp:sp modelId="{DE34998E-5EBB-4695-B1F7-9B14D6BC2689}">
      <dsp:nvSpPr>
        <dsp:cNvPr id="0" name=""/>
        <dsp:cNvSpPr/>
      </dsp:nvSpPr>
      <dsp:spPr>
        <a:xfrm>
          <a:off x="7039800" y="334463"/>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10489FD-295A-429E-8BA2-302724653424}">
      <dsp:nvSpPr>
        <dsp:cNvPr id="0" name=""/>
        <dsp:cNvSpPr/>
      </dsp:nvSpPr>
      <dsp:spPr>
        <a:xfrm>
          <a:off x="5635800" y="1987500"/>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b="1"/>
          </a:pPr>
          <a:r>
            <a:rPr lang="fr-FR" sz="1600" b="1" kern="1200"/>
            <a:t>Mise en oeuvre</a:t>
          </a:r>
          <a:r>
            <a:rPr lang="fr-FR" sz="1600" kern="1200"/>
            <a:t> :</a:t>
          </a:r>
          <a:endParaRPr lang="en-US" sz="1600" kern="1200"/>
        </a:p>
      </dsp:txBody>
      <dsp:txXfrm>
        <a:off x="5635800" y="1987500"/>
        <a:ext cx="4320000" cy="648000"/>
      </dsp:txXfrm>
    </dsp:sp>
    <dsp:sp modelId="{9FEE70CF-2444-4C71-ABA6-8B3CF2833B07}">
      <dsp:nvSpPr>
        <dsp:cNvPr id="0" name=""/>
        <dsp:cNvSpPr/>
      </dsp:nvSpPr>
      <dsp:spPr>
        <a:xfrm>
          <a:off x="5635800" y="2701099"/>
          <a:ext cx="4320000" cy="913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fr-FR" sz="1200" kern="1200"/>
            <a:t>Réaliser une évaluation personnalisée des besoins pour adapter les interventions.</a:t>
          </a:r>
          <a:endParaRPr lang="en-US" sz="1200" kern="1200"/>
        </a:p>
        <a:p>
          <a:pPr marL="0" lvl="0" indent="0" algn="ctr" defTabSz="533400">
            <a:lnSpc>
              <a:spcPct val="90000"/>
            </a:lnSpc>
            <a:spcBef>
              <a:spcPct val="0"/>
            </a:spcBef>
            <a:spcAft>
              <a:spcPct val="35000"/>
            </a:spcAft>
            <a:buNone/>
          </a:pPr>
          <a:r>
            <a:rPr lang="fr-FR" sz="1200" kern="1200" dirty="0"/>
            <a:t>Écouter activement les bénéficiaires pour comprendre leurs besoins , priorités pour leur offrir un accompagnement sur mesure.</a:t>
          </a:r>
          <a:br>
            <a:rPr lang="fr-FR" sz="1200" kern="1200" dirty="0"/>
          </a:br>
          <a:r>
            <a:rPr lang="fr-FR" sz="1200" kern="1200" dirty="0"/>
            <a:t>(Fiche besoin client/bloc note)</a:t>
          </a:r>
          <a:endParaRPr lang="en-US" sz="1200" kern="1200" dirty="0"/>
        </a:p>
      </dsp:txBody>
      <dsp:txXfrm>
        <a:off x="5635800" y="2701099"/>
        <a:ext cx="4320000" cy="91331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F64600-A8FF-45A7-9672-2D802E9CC1D1}">
      <dsp:nvSpPr>
        <dsp:cNvPr id="0" name=""/>
        <dsp:cNvSpPr/>
      </dsp:nvSpPr>
      <dsp:spPr>
        <a:xfrm>
          <a:off x="0" y="12862"/>
          <a:ext cx="6666833" cy="1761398"/>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fr-FR" sz="2500" kern="1200"/>
            <a:t>Pour garantir l'application de ces principes, plusieurs démarches doivent être mises en place :</a:t>
          </a:r>
          <a:endParaRPr lang="en-US" sz="2500" kern="1200"/>
        </a:p>
      </dsp:txBody>
      <dsp:txXfrm>
        <a:off x="85984" y="98846"/>
        <a:ext cx="6494865" cy="1589430"/>
      </dsp:txXfrm>
    </dsp:sp>
    <dsp:sp modelId="{E0F3CDEF-B4F2-44A9-838C-B80C64BE2AA1}">
      <dsp:nvSpPr>
        <dsp:cNvPr id="0" name=""/>
        <dsp:cNvSpPr/>
      </dsp:nvSpPr>
      <dsp:spPr>
        <a:xfrm>
          <a:off x="0" y="1846260"/>
          <a:ext cx="6666833" cy="1761398"/>
        </a:xfrm>
        <a:prstGeom prst="roundRect">
          <a:avLst/>
        </a:prstGeom>
        <a:gradFill rotWithShape="0">
          <a:gsLst>
            <a:gs pos="0">
              <a:schemeClr val="accent5">
                <a:hueOff val="-3379271"/>
                <a:satOff val="-8710"/>
                <a:lumOff val="-5883"/>
                <a:alphaOff val="0"/>
                <a:satMod val="103000"/>
                <a:lumMod val="102000"/>
                <a:tint val="94000"/>
              </a:schemeClr>
            </a:gs>
            <a:gs pos="50000">
              <a:schemeClr val="accent5">
                <a:hueOff val="-3379271"/>
                <a:satOff val="-8710"/>
                <a:lumOff val="-5883"/>
                <a:alphaOff val="0"/>
                <a:satMod val="110000"/>
                <a:lumMod val="100000"/>
                <a:shade val="100000"/>
              </a:schemeClr>
            </a:gs>
            <a:gs pos="100000">
              <a:schemeClr val="accent5">
                <a:hueOff val="-3379271"/>
                <a:satOff val="-8710"/>
                <a:lumOff val="-588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fr-FR" sz="2500" b="1" kern="1200"/>
            <a:t>Formation continue</a:t>
          </a:r>
          <a:r>
            <a:rPr lang="fr-FR" sz="2500" kern="1200"/>
            <a:t> : Sensibiliser les professionnels aux enjeux de la bientraitance et aux outils pratiques pour adapter leurs interventions.</a:t>
          </a:r>
          <a:endParaRPr lang="en-US" sz="2500" kern="1200"/>
        </a:p>
      </dsp:txBody>
      <dsp:txXfrm>
        <a:off x="85984" y="1932244"/>
        <a:ext cx="6494865" cy="1589430"/>
      </dsp:txXfrm>
    </dsp:sp>
    <dsp:sp modelId="{C204D61F-F4EB-4E2F-853D-9E4C6672BA7B}">
      <dsp:nvSpPr>
        <dsp:cNvPr id="0" name=""/>
        <dsp:cNvSpPr/>
      </dsp:nvSpPr>
      <dsp:spPr>
        <a:xfrm>
          <a:off x="0" y="3679659"/>
          <a:ext cx="6666833" cy="1761398"/>
        </a:xfrm>
        <a:prstGeom prst="roundRect">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fr-FR" sz="2500" b="1" kern="1200" dirty="0"/>
            <a:t>Supervision et accompagnement</a:t>
          </a:r>
          <a:r>
            <a:rPr lang="fr-FR" sz="2500" kern="1200" dirty="0"/>
            <a:t> : Organisateur de temps d'échanges réguliers pour analyser les pratiques, prévenir les dérives et maintenir une dynamique bienveillante.</a:t>
          </a:r>
          <a:endParaRPr lang="en-US" sz="2500" kern="1200" dirty="0"/>
        </a:p>
      </dsp:txBody>
      <dsp:txXfrm>
        <a:off x="85984" y="3765643"/>
        <a:ext cx="6494865" cy="158943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76C4B0-3BFC-41DE-AE27-815F39964DFF}">
      <dsp:nvSpPr>
        <dsp:cNvPr id="0" name=""/>
        <dsp:cNvSpPr/>
      </dsp:nvSpPr>
      <dsp:spPr>
        <a:xfrm>
          <a:off x="191979" y="342231"/>
          <a:ext cx="1920244" cy="134421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kern="1200" dirty="0"/>
            <a:t>Oublier ou négliger de soins de répondre à un besoin vital (nourriture, hydratation).</a:t>
          </a:r>
          <a:endParaRPr lang="en-US" sz="1400" kern="1200" dirty="0"/>
        </a:p>
      </dsp:txBody>
      <dsp:txXfrm>
        <a:off x="191979" y="342231"/>
        <a:ext cx="1920244" cy="1344213"/>
      </dsp:txXfrm>
    </dsp:sp>
    <dsp:sp modelId="{FDC2B660-3D9C-48C4-87AD-E3A8A2115279}">
      <dsp:nvSpPr>
        <dsp:cNvPr id="0" name=""/>
        <dsp:cNvSpPr/>
      </dsp:nvSpPr>
      <dsp:spPr>
        <a:xfrm>
          <a:off x="2340904" y="342231"/>
          <a:ext cx="1920244" cy="1344213"/>
        </a:xfrm>
        <a:prstGeom prst="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kern="1200" dirty="0"/>
            <a:t>Laisser une personne en situation d'inconfort ou de douleur.</a:t>
          </a:r>
          <a:endParaRPr lang="en-US" sz="1400" kern="1200" dirty="0"/>
        </a:p>
      </dsp:txBody>
      <dsp:txXfrm>
        <a:off x="2340904" y="342231"/>
        <a:ext cx="1920244" cy="1344213"/>
      </dsp:txXfrm>
    </dsp:sp>
    <dsp:sp modelId="{88C0D965-9F6D-4866-B551-D773069F477F}">
      <dsp:nvSpPr>
        <dsp:cNvPr id="0" name=""/>
        <dsp:cNvSpPr/>
      </dsp:nvSpPr>
      <dsp:spPr>
        <a:xfrm>
          <a:off x="4547261" y="342231"/>
          <a:ext cx="1920244" cy="1344213"/>
        </a:xfrm>
        <a:prstGeom prst="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kern="1200" dirty="0"/>
            <a:t>Ne pas surveiller l'état de santé d'un bénéficiaire, entraînant une aggravation de sa condition.</a:t>
          </a:r>
          <a:endParaRPr lang="en-US" sz="1400" kern="1200" dirty="0"/>
        </a:p>
      </dsp:txBody>
      <dsp:txXfrm>
        <a:off x="4547261" y="342231"/>
        <a:ext cx="1920244" cy="1344213"/>
      </dsp:txXfrm>
    </dsp:sp>
    <dsp:sp modelId="{3B168A13-05F8-4230-9219-4FEC2DCB653E}">
      <dsp:nvSpPr>
        <dsp:cNvPr id="0" name=""/>
        <dsp:cNvSpPr/>
      </dsp:nvSpPr>
      <dsp:spPr>
        <a:xfrm>
          <a:off x="6824440" y="342231"/>
          <a:ext cx="1920244" cy="1344213"/>
        </a:xfrm>
        <a:prstGeom prst="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kern="1200" dirty="0"/>
            <a:t>Ne pas aider une personne à maintenir des liens sociaux, ce qui peut conduire à un isolement involontaire.</a:t>
          </a:r>
          <a:endParaRPr lang="en-US" sz="1400" kern="1200" dirty="0"/>
        </a:p>
      </dsp:txBody>
      <dsp:txXfrm>
        <a:off x="6824440" y="342231"/>
        <a:ext cx="1920244" cy="134421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92D57-8ECE-485C-89F3-74286A42777D}">
      <dsp:nvSpPr>
        <dsp:cNvPr id="0" name=""/>
        <dsp:cNvSpPr/>
      </dsp:nvSpPr>
      <dsp:spPr>
        <a:xfrm>
          <a:off x="1333" y="110983"/>
          <a:ext cx="4682211" cy="2973204"/>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D6AF196-CF71-495A-9CEB-6BE475BD96CB}">
      <dsp:nvSpPr>
        <dsp:cNvPr id="0" name=""/>
        <dsp:cNvSpPr/>
      </dsp:nvSpPr>
      <dsp:spPr>
        <a:xfrm>
          <a:off x="521579" y="605216"/>
          <a:ext cx="4682211" cy="2973204"/>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fr-FR" sz="2500" b="1" kern="1200"/>
            <a:t>Pour la maltraitance active</a:t>
          </a:r>
          <a:r>
            <a:rPr lang="fr-FR" sz="2500" kern="1200"/>
            <a:t> : Former les professionnels à l'importance de la bientraitance, mettre en place des mécanismes d'alerte et renforcer les sanctions en cas de comportements inacceptables.</a:t>
          </a:r>
          <a:endParaRPr lang="en-US" sz="2500" kern="1200"/>
        </a:p>
      </dsp:txBody>
      <dsp:txXfrm>
        <a:off x="608661" y="692298"/>
        <a:ext cx="4508047" cy="2799040"/>
      </dsp:txXfrm>
    </dsp:sp>
    <dsp:sp modelId="{ACA34CB9-EF25-4D72-8CE2-9AEDF8C93123}">
      <dsp:nvSpPr>
        <dsp:cNvPr id="0" name=""/>
        <dsp:cNvSpPr/>
      </dsp:nvSpPr>
      <dsp:spPr>
        <a:xfrm>
          <a:off x="5724037" y="110983"/>
          <a:ext cx="4682211" cy="2973204"/>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8DD49B0-0341-4914-BC62-5F6D9677691A}">
      <dsp:nvSpPr>
        <dsp:cNvPr id="0" name=""/>
        <dsp:cNvSpPr/>
      </dsp:nvSpPr>
      <dsp:spPr>
        <a:xfrm>
          <a:off x="6244283" y="605216"/>
          <a:ext cx="4682211" cy="2973204"/>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fr-FR" sz="2500" b="1" kern="1200" dirty="0"/>
            <a:t>Pour la maltraitance passive</a:t>
          </a:r>
          <a:r>
            <a:rPr lang="fr-FR" sz="2500" kern="1200" dirty="0"/>
            <a:t> : Proposer des formations régulières, assurer un suivi des pratiques professionnelles, et garantir des ressources suffisantes pour répondre aux besoins des bénéficiaires.</a:t>
          </a:r>
          <a:endParaRPr lang="en-US" sz="2500" kern="1200" dirty="0"/>
        </a:p>
      </dsp:txBody>
      <dsp:txXfrm>
        <a:off x="6331365" y="692298"/>
        <a:ext cx="4508047" cy="279904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A587CC-379E-47ED-B07D-026AD8492B14}">
      <dsp:nvSpPr>
        <dsp:cNvPr id="0" name=""/>
        <dsp:cNvSpPr/>
      </dsp:nvSpPr>
      <dsp:spPr>
        <a:xfrm>
          <a:off x="0" y="1808"/>
          <a:ext cx="10515600" cy="91661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97BAF5-DABD-4EAD-BCFC-4940CA55183F}">
      <dsp:nvSpPr>
        <dsp:cNvPr id="0" name=""/>
        <dsp:cNvSpPr/>
      </dsp:nvSpPr>
      <dsp:spPr>
        <a:xfrm>
          <a:off x="277275" y="208046"/>
          <a:ext cx="504136" cy="5041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2482F40-EFA2-4BC4-A809-6972A3942BED}">
      <dsp:nvSpPr>
        <dsp:cNvPr id="0" name=""/>
        <dsp:cNvSpPr/>
      </dsp:nvSpPr>
      <dsp:spPr>
        <a:xfrm>
          <a:off x="1058686" y="1808"/>
          <a:ext cx="4732020"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977900">
            <a:lnSpc>
              <a:spcPct val="90000"/>
            </a:lnSpc>
            <a:spcBef>
              <a:spcPct val="0"/>
            </a:spcBef>
            <a:spcAft>
              <a:spcPct val="35000"/>
            </a:spcAft>
            <a:buNone/>
          </a:pPr>
          <a:r>
            <a:rPr lang="fr-FR" sz="2200" b="1" kern="1200"/>
            <a:t>Auto-évaluation</a:t>
          </a:r>
          <a:endParaRPr lang="en-US" sz="2200" kern="1200"/>
        </a:p>
      </dsp:txBody>
      <dsp:txXfrm>
        <a:off x="1058686" y="1808"/>
        <a:ext cx="4732020" cy="916611"/>
      </dsp:txXfrm>
    </dsp:sp>
    <dsp:sp modelId="{4D2902F0-5674-4E92-B316-115A80DCB5E7}">
      <dsp:nvSpPr>
        <dsp:cNvPr id="0" name=""/>
        <dsp:cNvSpPr/>
      </dsp:nvSpPr>
      <dsp:spPr>
        <a:xfrm>
          <a:off x="5790706" y="1808"/>
          <a:ext cx="472489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666750">
            <a:lnSpc>
              <a:spcPct val="90000"/>
            </a:lnSpc>
            <a:spcBef>
              <a:spcPct val="0"/>
            </a:spcBef>
            <a:spcAft>
              <a:spcPct val="35000"/>
            </a:spcAft>
            <a:buNone/>
          </a:pPr>
          <a:r>
            <a:rPr lang="fr-FR" sz="1500" kern="1200"/>
            <a:t>Réfléchir régulièrement sur sa posture professionnelle.</a:t>
          </a:r>
          <a:endParaRPr lang="en-US" sz="1500" kern="1200"/>
        </a:p>
        <a:p>
          <a:pPr marL="0" lvl="0" indent="0" algn="l" defTabSz="666750">
            <a:lnSpc>
              <a:spcPct val="90000"/>
            </a:lnSpc>
            <a:spcBef>
              <a:spcPct val="0"/>
            </a:spcBef>
            <a:spcAft>
              <a:spcPct val="35000"/>
            </a:spcAft>
            <a:buNone/>
          </a:pPr>
          <a:r>
            <a:rPr lang="fr-FR" sz="1500" kern="1200"/>
            <a:t>Questions clés : "Mon attitude respecte-t-elle les besoins et les droits de la personne ?"</a:t>
          </a:r>
          <a:endParaRPr lang="en-US" sz="1500" kern="1200"/>
        </a:p>
      </dsp:txBody>
      <dsp:txXfrm>
        <a:off x="5790706" y="1808"/>
        <a:ext cx="4724893" cy="916611"/>
      </dsp:txXfrm>
    </dsp:sp>
    <dsp:sp modelId="{8017BE41-6011-4C19-A843-4AB69130EBAB}">
      <dsp:nvSpPr>
        <dsp:cNvPr id="0" name=""/>
        <dsp:cNvSpPr/>
      </dsp:nvSpPr>
      <dsp:spPr>
        <a:xfrm>
          <a:off x="0" y="1147573"/>
          <a:ext cx="10515600" cy="91661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E5DE9B-3A13-4DF8-964B-EDA3D49E7B49}">
      <dsp:nvSpPr>
        <dsp:cNvPr id="0" name=""/>
        <dsp:cNvSpPr/>
      </dsp:nvSpPr>
      <dsp:spPr>
        <a:xfrm>
          <a:off x="277275" y="1353811"/>
          <a:ext cx="504136" cy="5041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F734717-9E33-419E-BDBA-516193349DD3}">
      <dsp:nvSpPr>
        <dsp:cNvPr id="0" name=""/>
        <dsp:cNvSpPr/>
      </dsp:nvSpPr>
      <dsp:spPr>
        <a:xfrm>
          <a:off x="1058686" y="1147573"/>
          <a:ext cx="4732020"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977900">
            <a:lnSpc>
              <a:spcPct val="90000"/>
            </a:lnSpc>
            <a:spcBef>
              <a:spcPct val="0"/>
            </a:spcBef>
            <a:spcAft>
              <a:spcPct val="35000"/>
            </a:spcAft>
            <a:buNone/>
          </a:pPr>
          <a:r>
            <a:rPr lang="fr-FR" sz="2200" b="1" kern="1200"/>
            <a:t>Formation continue</a:t>
          </a:r>
          <a:endParaRPr lang="en-US" sz="2200" kern="1200"/>
        </a:p>
      </dsp:txBody>
      <dsp:txXfrm>
        <a:off x="1058686" y="1147573"/>
        <a:ext cx="4732020" cy="916611"/>
      </dsp:txXfrm>
    </dsp:sp>
    <dsp:sp modelId="{B54A9501-8D50-4CA4-999F-A248EDFBB4B0}">
      <dsp:nvSpPr>
        <dsp:cNvPr id="0" name=""/>
        <dsp:cNvSpPr/>
      </dsp:nvSpPr>
      <dsp:spPr>
        <a:xfrm>
          <a:off x="5790706" y="1147573"/>
          <a:ext cx="472489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666750">
            <a:lnSpc>
              <a:spcPct val="90000"/>
            </a:lnSpc>
            <a:spcBef>
              <a:spcPct val="0"/>
            </a:spcBef>
            <a:spcAft>
              <a:spcPct val="35000"/>
            </a:spcAft>
            <a:buNone/>
          </a:pPr>
          <a:r>
            <a:rPr lang="fr-FR" sz="1500" kern="1200"/>
            <a:t>Participer à des formations pour développer ses compétences relationnelles et éthiques.</a:t>
          </a:r>
          <a:endParaRPr lang="en-US" sz="1500" kern="1200"/>
        </a:p>
      </dsp:txBody>
      <dsp:txXfrm>
        <a:off x="5790706" y="1147573"/>
        <a:ext cx="4724893" cy="916611"/>
      </dsp:txXfrm>
    </dsp:sp>
    <dsp:sp modelId="{AE247917-5D00-44B5-8F24-F479394B20D8}">
      <dsp:nvSpPr>
        <dsp:cNvPr id="0" name=""/>
        <dsp:cNvSpPr/>
      </dsp:nvSpPr>
      <dsp:spPr>
        <a:xfrm>
          <a:off x="0" y="2293338"/>
          <a:ext cx="10515600" cy="916611"/>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C14114-B84E-43F5-B158-928C2A1CF53B}">
      <dsp:nvSpPr>
        <dsp:cNvPr id="0" name=""/>
        <dsp:cNvSpPr/>
      </dsp:nvSpPr>
      <dsp:spPr>
        <a:xfrm>
          <a:off x="277275" y="2499576"/>
          <a:ext cx="504136" cy="5041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A410F48-3CBA-4EF0-96C5-1E1EFEA3BDFA}">
      <dsp:nvSpPr>
        <dsp:cNvPr id="0" name=""/>
        <dsp:cNvSpPr/>
      </dsp:nvSpPr>
      <dsp:spPr>
        <a:xfrm>
          <a:off x="1058686" y="2293338"/>
          <a:ext cx="4732020"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977900">
            <a:lnSpc>
              <a:spcPct val="90000"/>
            </a:lnSpc>
            <a:spcBef>
              <a:spcPct val="0"/>
            </a:spcBef>
            <a:spcAft>
              <a:spcPct val="35000"/>
            </a:spcAft>
            <a:buNone/>
          </a:pPr>
          <a:r>
            <a:rPr lang="fr-FR" sz="2200" b="1" kern="1200"/>
            <a:t>Retour en équipe</a:t>
          </a:r>
          <a:endParaRPr lang="en-US" sz="2200" kern="1200"/>
        </a:p>
      </dsp:txBody>
      <dsp:txXfrm>
        <a:off x="1058686" y="2293338"/>
        <a:ext cx="4732020" cy="916611"/>
      </dsp:txXfrm>
    </dsp:sp>
    <dsp:sp modelId="{C2A807C7-68A3-4AD1-945F-9CA87F27253F}">
      <dsp:nvSpPr>
        <dsp:cNvPr id="0" name=""/>
        <dsp:cNvSpPr/>
      </dsp:nvSpPr>
      <dsp:spPr>
        <a:xfrm>
          <a:off x="5790706" y="2293338"/>
          <a:ext cx="472489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666750">
            <a:lnSpc>
              <a:spcPct val="90000"/>
            </a:lnSpc>
            <a:spcBef>
              <a:spcPct val="0"/>
            </a:spcBef>
            <a:spcAft>
              <a:spcPct val="35000"/>
            </a:spcAft>
            <a:buNone/>
          </a:pPr>
          <a:r>
            <a:rPr lang="fr-FR" sz="1500" kern="1200"/>
            <a:t>Discuter des situations complexes avec ses collègues pour ajuster son positionnement.</a:t>
          </a:r>
          <a:endParaRPr lang="en-US" sz="1500" kern="1200"/>
        </a:p>
      </dsp:txBody>
      <dsp:txXfrm>
        <a:off x="5790706" y="2293338"/>
        <a:ext cx="4724893" cy="916611"/>
      </dsp:txXfrm>
    </dsp:sp>
    <dsp:sp modelId="{FF5E14FE-FEAB-4C2F-BB7A-621C04E9FFDB}">
      <dsp:nvSpPr>
        <dsp:cNvPr id="0" name=""/>
        <dsp:cNvSpPr/>
      </dsp:nvSpPr>
      <dsp:spPr>
        <a:xfrm>
          <a:off x="0" y="3439103"/>
          <a:ext cx="10515600" cy="916611"/>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6F31E1-20D8-4D1D-8EF6-39D18EC3FBDA}">
      <dsp:nvSpPr>
        <dsp:cNvPr id="0" name=""/>
        <dsp:cNvSpPr/>
      </dsp:nvSpPr>
      <dsp:spPr>
        <a:xfrm>
          <a:off x="277275" y="3645341"/>
          <a:ext cx="504136" cy="50413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517DCD7-ADAB-4D53-89FE-E8D570175BC5}">
      <dsp:nvSpPr>
        <dsp:cNvPr id="0" name=""/>
        <dsp:cNvSpPr/>
      </dsp:nvSpPr>
      <dsp:spPr>
        <a:xfrm>
          <a:off x="1058686" y="3439103"/>
          <a:ext cx="4732020"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977900">
            <a:lnSpc>
              <a:spcPct val="90000"/>
            </a:lnSpc>
            <a:spcBef>
              <a:spcPct val="0"/>
            </a:spcBef>
            <a:spcAft>
              <a:spcPct val="35000"/>
            </a:spcAft>
            <a:buNone/>
          </a:pPr>
          <a:r>
            <a:rPr lang="fr-FR" sz="2200" b="1" kern="1200"/>
            <a:t>Supervision</a:t>
          </a:r>
          <a:endParaRPr lang="en-US" sz="2200" kern="1200"/>
        </a:p>
      </dsp:txBody>
      <dsp:txXfrm>
        <a:off x="1058686" y="3439103"/>
        <a:ext cx="4732020" cy="916611"/>
      </dsp:txXfrm>
    </dsp:sp>
    <dsp:sp modelId="{A8550D1E-13AE-4A73-A901-605182C0B25D}">
      <dsp:nvSpPr>
        <dsp:cNvPr id="0" name=""/>
        <dsp:cNvSpPr/>
      </dsp:nvSpPr>
      <dsp:spPr>
        <a:xfrm>
          <a:off x="5790706" y="3439103"/>
          <a:ext cx="472489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666750">
            <a:lnSpc>
              <a:spcPct val="90000"/>
            </a:lnSpc>
            <a:spcBef>
              <a:spcPct val="0"/>
            </a:spcBef>
            <a:spcAft>
              <a:spcPct val="35000"/>
            </a:spcAft>
            <a:buNone/>
          </a:pPr>
          <a:r>
            <a:rPr lang="fr-FR" sz="1500" kern="1200"/>
            <a:t>Faire appel à un superviseur pour prendre du recul sur des situations délicates.</a:t>
          </a:r>
          <a:endParaRPr lang="en-US" sz="1500" kern="1200"/>
        </a:p>
      </dsp:txBody>
      <dsp:txXfrm>
        <a:off x="5790706" y="3439103"/>
        <a:ext cx="4724893" cy="91661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9D7C81-7769-43A6-9D57-F3901A48FE9C}">
      <dsp:nvSpPr>
        <dsp:cNvPr id="0" name=""/>
        <dsp:cNvSpPr/>
      </dsp:nvSpPr>
      <dsp:spPr>
        <a:xfrm>
          <a:off x="0" y="524133"/>
          <a:ext cx="2918936" cy="1853524"/>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B453C9-ED4B-4376-9A8F-56F2FF647F57}">
      <dsp:nvSpPr>
        <dsp:cNvPr id="0" name=""/>
        <dsp:cNvSpPr/>
      </dsp:nvSpPr>
      <dsp:spPr>
        <a:xfrm>
          <a:off x="324326" y="832243"/>
          <a:ext cx="2918936" cy="1853524"/>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fr-FR" sz="2900" kern="1200"/>
            <a:t>Le contexte individuel</a:t>
          </a:r>
          <a:endParaRPr lang="en-US" sz="2900" kern="1200"/>
        </a:p>
      </dsp:txBody>
      <dsp:txXfrm>
        <a:off x="378614" y="886531"/>
        <a:ext cx="2810360" cy="1744948"/>
      </dsp:txXfrm>
    </dsp:sp>
    <dsp:sp modelId="{4C0B2AD3-C614-4648-A33D-BAF55CD2C59E}">
      <dsp:nvSpPr>
        <dsp:cNvPr id="0" name=""/>
        <dsp:cNvSpPr/>
      </dsp:nvSpPr>
      <dsp:spPr>
        <a:xfrm>
          <a:off x="3567588" y="524133"/>
          <a:ext cx="2918936" cy="1853524"/>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3A2C58-982F-44FC-B9DE-98A621591324}">
      <dsp:nvSpPr>
        <dsp:cNvPr id="0" name=""/>
        <dsp:cNvSpPr/>
      </dsp:nvSpPr>
      <dsp:spPr>
        <a:xfrm>
          <a:off x="3891915" y="832243"/>
          <a:ext cx="2918936" cy="1853524"/>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fr-FR" sz="2900" kern="1200"/>
            <a:t>Le contexte environnemental</a:t>
          </a:r>
          <a:endParaRPr lang="en-US" sz="2900" kern="1200"/>
        </a:p>
      </dsp:txBody>
      <dsp:txXfrm>
        <a:off x="3946203" y="886531"/>
        <a:ext cx="2810360" cy="1744948"/>
      </dsp:txXfrm>
    </dsp:sp>
    <dsp:sp modelId="{6C0F36AC-11EA-4121-BF7F-CD0A69A19C75}">
      <dsp:nvSpPr>
        <dsp:cNvPr id="0" name=""/>
        <dsp:cNvSpPr/>
      </dsp:nvSpPr>
      <dsp:spPr>
        <a:xfrm>
          <a:off x="7135177" y="524133"/>
          <a:ext cx="2918936" cy="1853524"/>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AC764E-CFCA-4D0E-A9A5-F55DF911DEE1}">
      <dsp:nvSpPr>
        <dsp:cNvPr id="0" name=""/>
        <dsp:cNvSpPr/>
      </dsp:nvSpPr>
      <dsp:spPr>
        <a:xfrm>
          <a:off x="7459503" y="832243"/>
          <a:ext cx="2918936" cy="1853524"/>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fr-FR" sz="2900" kern="1200"/>
            <a:t>Les contraintes externes</a:t>
          </a:r>
          <a:endParaRPr lang="en-US" sz="2900" kern="1200"/>
        </a:p>
      </dsp:txBody>
      <dsp:txXfrm>
        <a:off x="7513791" y="886531"/>
        <a:ext cx="2810360" cy="174494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07ADD0-0525-442E-9EF6-81DDAE5EA0D6}">
      <dsp:nvSpPr>
        <dsp:cNvPr id="0" name=""/>
        <dsp:cNvSpPr/>
      </dsp:nvSpPr>
      <dsp:spPr>
        <a:xfrm>
          <a:off x="679050" y="376937"/>
          <a:ext cx="1887187" cy="1887187"/>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B06CF6-13C2-45DA-A867-71946B7ADE74}">
      <dsp:nvSpPr>
        <dsp:cNvPr id="0" name=""/>
        <dsp:cNvSpPr/>
      </dsp:nvSpPr>
      <dsp:spPr>
        <a:xfrm>
          <a:off x="1081237" y="779125"/>
          <a:ext cx="1082812" cy="10828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7B2F60D-245D-4BFB-9602-C80F3120D726}">
      <dsp:nvSpPr>
        <dsp:cNvPr id="0" name=""/>
        <dsp:cNvSpPr/>
      </dsp:nvSpPr>
      <dsp:spPr>
        <a:xfrm>
          <a:off x="75768" y="2851938"/>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fr-FR" sz="1500" kern="1200"/>
            <a:t>Histoire de vie : Quels événements marquants influencent la personne ?</a:t>
          </a:r>
          <a:endParaRPr lang="en-US" sz="1500" kern="1200"/>
        </a:p>
      </dsp:txBody>
      <dsp:txXfrm>
        <a:off x="75768" y="2851938"/>
        <a:ext cx="3093750" cy="720000"/>
      </dsp:txXfrm>
    </dsp:sp>
    <dsp:sp modelId="{E5618A13-F7BA-45D1-BD9F-375BD340FAC3}">
      <dsp:nvSpPr>
        <dsp:cNvPr id="0" name=""/>
        <dsp:cNvSpPr/>
      </dsp:nvSpPr>
      <dsp:spPr>
        <a:xfrm>
          <a:off x="4314206" y="376937"/>
          <a:ext cx="1887187" cy="1887187"/>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12F7DF-EA9F-4233-8642-DC4D6D002979}">
      <dsp:nvSpPr>
        <dsp:cNvPr id="0" name=""/>
        <dsp:cNvSpPr/>
      </dsp:nvSpPr>
      <dsp:spPr>
        <a:xfrm>
          <a:off x="4716393" y="779125"/>
          <a:ext cx="1082812" cy="10828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981E280-A922-4902-AF6C-094908EB6104}">
      <dsp:nvSpPr>
        <dsp:cNvPr id="0" name=""/>
        <dsp:cNvSpPr/>
      </dsp:nvSpPr>
      <dsp:spPr>
        <a:xfrm>
          <a:off x="3710925" y="2851938"/>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fr-FR" sz="1500" kern="1200"/>
            <a:t>Valeurs et croyances : Quelles sont ses préférences culturelles, spirituelles ou personnelles ?</a:t>
          </a:r>
          <a:endParaRPr lang="en-US" sz="1500" kern="1200"/>
        </a:p>
      </dsp:txBody>
      <dsp:txXfrm>
        <a:off x="3710925" y="2851938"/>
        <a:ext cx="3093750" cy="720000"/>
      </dsp:txXfrm>
    </dsp:sp>
    <dsp:sp modelId="{719D9034-A0E9-4417-88E3-C1F89F1C7C4E}">
      <dsp:nvSpPr>
        <dsp:cNvPr id="0" name=""/>
        <dsp:cNvSpPr/>
      </dsp:nvSpPr>
      <dsp:spPr>
        <a:xfrm>
          <a:off x="7949362" y="376937"/>
          <a:ext cx="1887187" cy="1887187"/>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FB08A7-753B-4659-AEDA-6B24653976FB}">
      <dsp:nvSpPr>
        <dsp:cNvPr id="0" name=""/>
        <dsp:cNvSpPr/>
      </dsp:nvSpPr>
      <dsp:spPr>
        <a:xfrm>
          <a:off x="8351550" y="779125"/>
          <a:ext cx="1082812" cy="10828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FCBC58D-9053-4E66-9B3A-2909EAC421DB}">
      <dsp:nvSpPr>
        <dsp:cNvPr id="0" name=""/>
        <dsp:cNvSpPr/>
      </dsp:nvSpPr>
      <dsp:spPr>
        <a:xfrm>
          <a:off x="7346081" y="2851938"/>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fr-FR" sz="1500" kern="1200"/>
            <a:t>Besoins et attentes : Quels sont ses besoins physiques, psychologiques ou sociaux ?</a:t>
          </a:r>
          <a:endParaRPr lang="en-US" sz="1500" kern="1200"/>
        </a:p>
      </dsp:txBody>
      <dsp:txXfrm>
        <a:off x="7346081" y="2851938"/>
        <a:ext cx="3093750" cy="72000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2C40FC-151D-447C-87C5-2C6EC912CE62}">
      <dsp:nvSpPr>
        <dsp:cNvPr id="0" name=""/>
        <dsp:cNvSpPr/>
      </dsp:nvSpPr>
      <dsp:spPr>
        <a:xfrm>
          <a:off x="0" y="37938"/>
          <a:ext cx="10515600" cy="123147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fr-FR" sz="3100" kern="1200"/>
            <a:t>L’environnement physique : Le lieu est-il adapté et sécurisant ?</a:t>
          </a:r>
          <a:endParaRPr lang="en-US" sz="3100" kern="1200"/>
        </a:p>
      </dsp:txBody>
      <dsp:txXfrm>
        <a:off x="60116" y="98054"/>
        <a:ext cx="10395368" cy="1111247"/>
      </dsp:txXfrm>
    </dsp:sp>
    <dsp:sp modelId="{23BAF087-B85F-4406-9F0B-3AF0474D47BC}">
      <dsp:nvSpPr>
        <dsp:cNvPr id="0" name=""/>
        <dsp:cNvSpPr/>
      </dsp:nvSpPr>
      <dsp:spPr>
        <a:xfrm>
          <a:off x="0" y="1358698"/>
          <a:ext cx="10515600" cy="1231479"/>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fr-FR" sz="3100" kern="1200"/>
            <a:t>L’environnement social : Quelle est la dynamique relationnelle autour de cette personne (famille, proches, équipe) ?</a:t>
          </a:r>
          <a:endParaRPr lang="en-US" sz="3100" kern="1200"/>
        </a:p>
      </dsp:txBody>
      <dsp:txXfrm>
        <a:off x="60116" y="1418814"/>
        <a:ext cx="10395368" cy="1111247"/>
      </dsp:txXfrm>
    </dsp:sp>
    <dsp:sp modelId="{8409F351-7026-405E-BCAC-9C91D5E08DB9}">
      <dsp:nvSpPr>
        <dsp:cNvPr id="0" name=""/>
        <dsp:cNvSpPr/>
      </dsp:nvSpPr>
      <dsp:spPr>
        <a:xfrm>
          <a:off x="0" y="2679457"/>
          <a:ext cx="10515600" cy="1231479"/>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fr-FR" sz="3100" kern="1200"/>
            <a:t>Les ressources disponibles : Matérielles, humaines, institutionnelles.</a:t>
          </a:r>
          <a:endParaRPr lang="en-US" sz="3100" kern="1200"/>
        </a:p>
      </dsp:txBody>
      <dsp:txXfrm>
        <a:off x="60116" y="2739573"/>
        <a:ext cx="10395368" cy="1111247"/>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2B94C3-0D45-461F-B912-F52B4EF62E47}">
      <dsp:nvSpPr>
        <dsp:cNvPr id="0" name=""/>
        <dsp:cNvSpPr/>
      </dsp:nvSpPr>
      <dsp:spPr>
        <a:xfrm>
          <a:off x="1747800" y="407356"/>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752CA2D-5DAF-48FB-B177-3784407A3609}">
      <dsp:nvSpPr>
        <dsp:cNvPr id="0" name=""/>
        <dsp:cNvSpPr/>
      </dsp:nvSpPr>
      <dsp:spPr>
        <a:xfrm>
          <a:off x="559800" y="2821519"/>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fr-FR" sz="1700" kern="1200"/>
            <a:t>Les cadres législatifs et réglementaires : Respect des droits de l’usager, cadre juridique de l’accompagnement.</a:t>
          </a:r>
          <a:endParaRPr lang="en-US" sz="1700" kern="1200"/>
        </a:p>
      </dsp:txBody>
      <dsp:txXfrm>
        <a:off x="559800" y="2821519"/>
        <a:ext cx="4320000" cy="720000"/>
      </dsp:txXfrm>
    </dsp:sp>
    <dsp:sp modelId="{D22A2851-1B07-44CC-876A-F634EBA22F65}">
      <dsp:nvSpPr>
        <dsp:cNvPr id="0" name=""/>
        <dsp:cNvSpPr/>
      </dsp:nvSpPr>
      <dsp:spPr>
        <a:xfrm>
          <a:off x="6823800" y="407356"/>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A1F2AF-726E-4FFC-A404-0C4E102D1AE5}">
      <dsp:nvSpPr>
        <dsp:cNvPr id="0" name=""/>
        <dsp:cNvSpPr/>
      </dsp:nvSpPr>
      <dsp:spPr>
        <a:xfrm>
          <a:off x="5635800" y="2821519"/>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fr-FR" sz="1700" kern="1200"/>
            <a:t>Les limites professionnelles : Gestion des priorités dans des conditions parfois difficiles.</a:t>
          </a:r>
          <a:endParaRPr lang="en-US" sz="1700" kern="1200"/>
        </a:p>
      </dsp:txBody>
      <dsp:txXfrm>
        <a:off x="5635800" y="2821519"/>
        <a:ext cx="4320000" cy="72000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6556C2-F4B1-4076-B36D-0A4F0236A30C}">
      <dsp:nvSpPr>
        <dsp:cNvPr id="0" name=""/>
        <dsp:cNvSpPr/>
      </dsp:nvSpPr>
      <dsp:spPr>
        <a:xfrm>
          <a:off x="0" y="34759"/>
          <a:ext cx="10515600" cy="935415"/>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fr-FR" sz="3900" kern="1200"/>
            <a:t>Observer sans juger</a:t>
          </a:r>
          <a:endParaRPr lang="en-US" sz="3900" kern="1200"/>
        </a:p>
      </dsp:txBody>
      <dsp:txXfrm>
        <a:off x="45663" y="80422"/>
        <a:ext cx="10424274" cy="844089"/>
      </dsp:txXfrm>
    </dsp:sp>
    <dsp:sp modelId="{C2B3E98F-115A-40F5-BF82-1494F8C9E31F}">
      <dsp:nvSpPr>
        <dsp:cNvPr id="0" name=""/>
        <dsp:cNvSpPr/>
      </dsp:nvSpPr>
      <dsp:spPr>
        <a:xfrm>
          <a:off x="0" y="1082494"/>
          <a:ext cx="10515600" cy="935415"/>
        </a:xfrm>
        <a:prstGeom prst="roundRect">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fr-FR" sz="3900" kern="1200"/>
            <a:t>Poser les bonnes questions</a:t>
          </a:r>
          <a:endParaRPr lang="en-US" sz="3900" kern="1200"/>
        </a:p>
      </dsp:txBody>
      <dsp:txXfrm>
        <a:off x="45663" y="1128157"/>
        <a:ext cx="10424274" cy="844089"/>
      </dsp:txXfrm>
    </dsp:sp>
    <dsp:sp modelId="{304FC69E-A793-498E-8B41-4198A4643AA9}">
      <dsp:nvSpPr>
        <dsp:cNvPr id="0" name=""/>
        <dsp:cNvSpPr/>
      </dsp:nvSpPr>
      <dsp:spPr>
        <a:xfrm>
          <a:off x="0" y="2130229"/>
          <a:ext cx="10515600" cy="935415"/>
        </a:xfrm>
        <a:prstGeom prst="roundRect">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fr-FR" sz="3900" kern="1200" dirty="0"/>
            <a:t>Croiser les regards</a:t>
          </a:r>
          <a:endParaRPr lang="en-US" sz="3900" kern="1200" dirty="0"/>
        </a:p>
      </dsp:txBody>
      <dsp:txXfrm>
        <a:off x="45663" y="2175892"/>
        <a:ext cx="10424274" cy="844089"/>
      </dsp:txXfrm>
    </dsp:sp>
    <dsp:sp modelId="{145007BC-54FF-4622-A822-75EFA2003FF3}">
      <dsp:nvSpPr>
        <dsp:cNvPr id="0" name=""/>
        <dsp:cNvSpPr/>
      </dsp:nvSpPr>
      <dsp:spPr>
        <a:xfrm>
          <a:off x="0" y="3177964"/>
          <a:ext cx="10515600" cy="935415"/>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fr-FR" sz="3900" kern="1200" dirty="0"/>
            <a:t>Documenter et structurer l’analyse les regards</a:t>
          </a:r>
          <a:endParaRPr lang="en-US" sz="3900" kern="1200" dirty="0"/>
        </a:p>
      </dsp:txBody>
      <dsp:txXfrm>
        <a:off x="45663" y="3223627"/>
        <a:ext cx="10424274" cy="844089"/>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785DE9-C8F6-4D83-8AC5-6A9D144E2CCF}">
      <dsp:nvSpPr>
        <dsp:cNvPr id="0" name=""/>
        <dsp:cNvSpPr/>
      </dsp:nvSpPr>
      <dsp:spPr>
        <a:xfrm>
          <a:off x="2250914" y="296402"/>
          <a:ext cx="2196000" cy="2196000"/>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798711-D3EC-49BC-84B6-44118B1F8207}">
      <dsp:nvSpPr>
        <dsp:cNvPr id="0" name=""/>
        <dsp:cNvSpPr/>
      </dsp:nvSpPr>
      <dsp:spPr>
        <a:xfrm>
          <a:off x="2718914" y="764402"/>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549C56-3D0E-4D14-BBFF-378BE9364F43}">
      <dsp:nvSpPr>
        <dsp:cNvPr id="0" name=""/>
        <dsp:cNvSpPr/>
      </dsp:nvSpPr>
      <dsp:spPr>
        <a:xfrm>
          <a:off x="1548914" y="3176402"/>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fr-FR" sz="1700" kern="1200"/>
            <a:t>Techniques d’observation active pour comprendre sans préjugés.</a:t>
          </a:r>
          <a:endParaRPr lang="en-US" sz="1700" kern="1200"/>
        </a:p>
      </dsp:txBody>
      <dsp:txXfrm>
        <a:off x="1548914" y="3176402"/>
        <a:ext cx="3600000" cy="720000"/>
      </dsp:txXfrm>
    </dsp:sp>
    <dsp:sp modelId="{4BD30AEA-C83F-4459-9760-A45B16366DDD}">
      <dsp:nvSpPr>
        <dsp:cNvPr id="0" name=""/>
        <dsp:cNvSpPr/>
      </dsp:nvSpPr>
      <dsp:spPr>
        <a:xfrm>
          <a:off x="6480914" y="296402"/>
          <a:ext cx="2196000" cy="2196000"/>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99E75B-5A1C-4499-BE42-BE2A0E9D51BA}">
      <dsp:nvSpPr>
        <dsp:cNvPr id="0" name=""/>
        <dsp:cNvSpPr/>
      </dsp:nvSpPr>
      <dsp:spPr>
        <a:xfrm>
          <a:off x="6948914" y="764402"/>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AD224A-127F-4199-801B-990D93C3099A}">
      <dsp:nvSpPr>
        <dsp:cNvPr id="0" name=""/>
        <dsp:cNvSpPr/>
      </dsp:nvSpPr>
      <dsp:spPr>
        <a:xfrm>
          <a:off x="5778914" y="3176402"/>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fr-FR" sz="1700" kern="1200"/>
            <a:t>Reconnaître ses propres biais pour éviter d'influencer l’analyse.</a:t>
          </a:r>
          <a:endParaRPr lang="en-US" sz="1700" kern="1200"/>
        </a:p>
      </dsp:txBody>
      <dsp:txXfrm>
        <a:off x="5778914" y="3176402"/>
        <a:ext cx="3600000" cy="72000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4CDB0D-61D5-453E-9A2A-A3BE7C06AF7C}">
      <dsp:nvSpPr>
        <dsp:cNvPr id="0" name=""/>
        <dsp:cNvSpPr/>
      </dsp:nvSpPr>
      <dsp:spPr>
        <a:xfrm>
          <a:off x="1773918" y="885622"/>
          <a:ext cx="3074996" cy="153749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fr-FR" sz="2700" kern="1200"/>
            <a:t>Questions ouvertes pour explorer la situation :</a:t>
          </a:r>
          <a:endParaRPr lang="en-US" sz="2700" kern="1200"/>
        </a:p>
      </dsp:txBody>
      <dsp:txXfrm>
        <a:off x="1818950" y="930654"/>
        <a:ext cx="2984932" cy="1447434"/>
      </dsp:txXfrm>
    </dsp:sp>
    <dsp:sp modelId="{544901CC-B616-4B86-883C-964A189F3047}">
      <dsp:nvSpPr>
        <dsp:cNvPr id="0" name=""/>
        <dsp:cNvSpPr/>
      </dsp:nvSpPr>
      <dsp:spPr>
        <a:xfrm rot="19457599">
          <a:off x="4706540" y="1179338"/>
          <a:ext cx="1514747" cy="66005"/>
        </a:xfrm>
        <a:custGeom>
          <a:avLst/>
          <a:gdLst/>
          <a:ahLst/>
          <a:cxnLst/>
          <a:rect l="0" t="0" r="0" b="0"/>
          <a:pathLst>
            <a:path>
              <a:moveTo>
                <a:pt x="0" y="33002"/>
              </a:moveTo>
              <a:lnTo>
                <a:pt x="1514747" y="33002"/>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26045" y="1174472"/>
        <a:ext cx="75737" cy="75737"/>
      </dsp:txXfrm>
    </dsp:sp>
    <dsp:sp modelId="{ABF86484-2E3C-459B-9C30-8A83BF4947A0}">
      <dsp:nvSpPr>
        <dsp:cNvPr id="0" name=""/>
        <dsp:cNvSpPr/>
      </dsp:nvSpPr>
      <dsp:spPr>
        <a:xfrm>
          <a:off x="6078913" y="1561"/>
          <a:ext cx="3074996" cy="1537498"/>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fr-FR" sz="2700" kern="1200"/>
            <a:t>"Qu’est-ce qui est important pour vous en ce moment ?"</a:t>
          </a:r>
          <a:endParaRPr lang="en-US" sz="2700" kern="1200"/>
        </a:p>
      </dsp:txBody>
      <dsp:txXfrm>
        <a:off x="6123945" y="46593"/>
        <a:ext cx="2984932" cy="1447434"/>
      </dsp:txXfrm>
    </dsp:sp>
    <dsp:sp modelId="{6A7DB853-B5E7-4EF6-BE3A-288DE1D0BCE2}">
      <dsp:nvSpPr>
        <dsp:cNvPr id="0" name=""/>
        <dsp:cNvSpPr/>
      </dsp:nvSpPr>
      <dsp:spPr>
        <a:xfrm rot="2142401">
          <a:off x="4706540" y="2063399"/>
          <a:ext cx="1514747" cy="66005"/>
        </a:xfrm>
        <a:custGeom>
          <a:avLst/>
          <a:gdLst/>
          <a:ahLst/>
          <a:cxnLst/>
          <a:rect l="0" t="0" r="0" b="0"/>
          <a:pathLst>
            <a:path>
              <a:moveTo>
                <a:pt x="0" y="33002"/>
              </a:moveTo>
              <a:lnTo>
                <a:pt x="1514747" y="33002"/>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26045" y="2058533"/>
        <a:ext cx="75737" cy="75737"/>
      </dsp:txXfrm>
    </dsp:sp>
    <dsp:sp modelId="{BE77E605-9CE4-4C90-B432-D70BFCF91E5E}">
      <dsp:nvSpPr>
        <dsp:cNvPr id="0" name=""/>
        <dsp:cNvSpPr/>
      </dsp:nvSpPr>
      <dsp:spPr>
        <a:xfrm>
          <a:off x="6078913" y="1769684"/>
          <a:ext cx="3074996" cy="1537498"/>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fr-FR" sz="2700" kern="1200"/>
            <a:t>"Comment vivez-vous cette situation ?"</a:t>
          </a:r>
          <a:endParaRPr lang="en-US" sz="2700" kern="1200"/>
        </a:p>
      </dsp:txBody>
      <dsp:txXfrm>
        <a:off x="6123945" y="1814716"/>
        <a:ext cx="2984932" cy="1447434"/>
      </dsp:txXfrm>
    </dsp:sp>
    <dsp:sp modelId="{23A1EF08-823D-4ACB-8156-171A3074D4B7}">
      <dsp:nvSpPr>
        <dsp:cNvPr id="0" name=""/>
        <dsp:cNvSpPr/>
      </dsp:nvSpPr>
      <dsp:spPr>
        <a:xfrm>
          <a:off x="1773918" y="2653745"/>
          <a:ext cx="3074996" cy="153749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fr-FR" sz="2700" kern="1200" dirty="0"/>
            <a:t>Éviter les questions suggestives ou directives.</a:t>
          </a:r>
          <a:endParaRPr lang="en-US" sz="2700" kern="1200" dirty="0"/>
        </a:p>
      </dsp:txBody>
      <dsp:txXfrm>
        <a:off x="1818950" y="2698777"/>
        <a:ext cx="2984932" cy="1447434"/>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47D05A-2563-4695-ADDB-CE417A40E28F}">
      <dsp:nvSpPr>
        <dsp:cNvPr id="0" name=""/>
        <dsp:cNvSpPr/>
      </dsp:nvSpPr>
      <dsp:spPr>
        <a:xfrm>
          <a:off x="1953914" y="529294"/>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14AAC8C-EAFA-49D0-9E60-8F1B9CC17574}">
      <dsp:nvSpPr>
        <dsp:cNvPr id="0" name=""/>
        <dsp:cNvSpPr/>
      </dsp:nvSpPr>
      <dsp:spPr>
        <a:xfrm>
          <a:off x="765914" y="2943510"/>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fr-FR" sz="1700" kern="1200"/>
            <a:t>Solliciter l’avis d’autres professionnels pour enrichir l’analyse.</a:t>
          </a:r>
          <a:endParaRPr lang="en-US" sz="1700" kern="1200"/>
        </a:p>
      </dsp:txBody>
      <dsp:txXfrm>
        <a:off x="765914" y="2943510"/>
        <a:ext cx="4320000" cy="720000"/>
      </dsp:txXfrm>
    </dsp:sp>
    <dsp:sp modelId="{68E4E7A5-27C1-4FA4-89B5-D6E683606A8F}">
      <dsp:nvSpPr>
        <dsp:cNvPr id="0" name=""/>
        <dsp:cNvSpPr/>
      </dsp:nvSpPr>
      <dsp:spPr>
        <a:xfrm>
          <a:off x="7029914" y="529294"/>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022DE1A-6C6D-49A5-A1E0-84BF838EA8FD}">
      <dsp:nvSpPr>
        <dsp:cNvPr id="0" name=""/>
        <dsp:cNvSpPr/>
      </dsp:nvSpPr>
      <dsp:spPr>
        <a:xfrm>
          <a:off x="5841914" y="2943510"/>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fr-FR" sz="1700" kern="1200"/>
            <a:t>Inclure la personne accompagnée dans la réflexion (quand possible) pour recueillir son point de vue.</a:t>
          </a:r>
          <a:endParaRPr lang="en-US" sz="1700" kern="1200"/>
        </a:p>
      </dsp:txBody>
      <dsp:txXfrm>
        <a:off x="5841914" y="2943510"/>
        <a:ext cx="4320000" cy="720000"/>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545EF5-C0F6-4E7E-AC40-312A08636BAB}">
      <dsp:nvSpPr>
        <dsp:cNvPr id="0" name=""/>
        <dsp:cNvSpPr/>
      </dsp:nvSpPr>
      <dsp:spPr>
        <a:xfrm>
          <a:off x="765914" y="942971"/>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ADBBC22-244D-43B1-92A4-5E0F4D6FA1C6}">
      <dsp:nvSpPr>
        <dsp:cNvPr id="0" name=""/>
        <dsp:cNvSpPr/>
      </dsp:nvSpPr>
      <dsp:spPr>
        <a:xfrm>
          <a:off x="765914" y="2554166"/>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100000"/>
            </a:lnSpc>
            <a:spcBef>
              <a:spcPct val="0"/>
            </a:spcBef>
            <a:spcAft>
              <a:spcPct val="35000"/>
            </a:spcAft>
            <a:buNone/>
            <a:defRPr b="1"/>
          </a:pPr>
          <a:r>
            <a:rPr lang="fr-FR" sz="2000" b="1" kern="1200" dirty="0"/>
            <a:t>Cas pratique 1 :</a:t>
          </a:r>
          <a:r>
            <a:rPr lang="fr-FR" sz="2000" kern="1200" dirty="0"/>
            <a:t> Une personne âgée refusant de manger.</a:t>
          </a:r>
          <a:endParaRPr lang="en-US" sz="2000" kern="1200" dirty="0"/>
        </a:p>
      </dsp:txBody>
      <dsp:txXfrm>
        <a:off x="765914" y="2554166"/>
        <a:ext cx="4320000" cy="648000"/>
      </dsp:txXfrm>
    </dsp:sp>
    <dsp:sp modelId="{A110B048-5FF6-41BC-BDD0-A47B1587E158}">
      <dsp:nvSpPr>
        <dsp:cNvPr id="0" name=""/>
        <dsp:cNvSpPr/>
      </dsp:nvSpPr>
      <dsp:spPr>
        <a:xfrm>
          <a:off x="201204" y="3248303"/>
          <a:ext cx="5449420" cy="1529"/>
        </a:xfrm>
        <a:prstGeom prst="rect">
          <a:avLst/>
        </a:prstGeom>
        <a:noFill/>
        <a:ln>
          <a:noFill/>
        </a:ln>
        <a:effectLst/>
      </dsp:spPr>
      <dsp:style>
        <a:lnRef idx="0">
          <a:scrgbClr r="0" g="0" b="0"/>
        </a:lnRef>
        <a:fillRef idx="0">
          <a:scrgbClr r="0" g="0" b="0"/>
        </a:fillRef>
        <a:effectRef idx="0">
          <a:scrgbClr r="0" g="0" b="0"/>
        </a:effectRef>
        <a:fontRef idx="minor"/>
      </dsp:style>
    </dsp:sp>
    <dsp:sp modelId="{6A54389B-AE51-4D3B-8C8B-2230E71DE3A1}">
      <dsp:nvSpPr>
        <dsp:cNvPr id="0" name=""/>
        <dsp:cNvSpPr/>
      </dsp:nvSpPr>
      <dsp:spPr>
        <a:xfrm>
          <a:off x="6406624" y="942971"/>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2207612-4463-40F0-9B2F-DDEF6309B96F}">
      <dsp:nvSpPr>
        <dsp:cNvPr id="0" name=""/>
        <dsp:cNvSpPr/>
      </dsp:nvSpPr>
      <dsp:spPr>
        <a:xfrm>
          <a:off x="6406624" y="2554166"/>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100000"/>
            </a:lnSpc>
            <a:spcBef>
              <a:spcPct val="0"/>
            </a:spcBef>
            <a:spcAft>
              <a:spcPct val="35000"/>
            </a:spcAft>
            <a:buNone/>
            <a:defRPr b="1"/>
          </a:pPr>
          <a:r>
            <a:rPr lang="fr-FR" sz="2000" b="1" kern="1200" dirty="0"/>
            <a:t>Cas pratique 2 :</a:t>
          </a:r>
          <a:r>
            <a:rPr lang="fr-FR" sz="2000" kern="1200" dirty="0"/>
            <a:t> Un patient agressif envers l’intervenante.</a:t>
          </a:r>
          <a:endParaRPr lang="en-US" sz="2000" kern="1200" dirty="0"/>
        </a:p>
      </dsp:txBody>
      <dsp:txXfrm>
        <a:off x="6406624" y="2554166"/>
        <a:ext cx="4320000" cy="648000"/>
      </dsp:txXfrm>
    </dsp:sp>
    <dsp:sp modelId="{340C6EF0-6D2E-40A9-97A7-9BFBF7002AC0}">
      <dsp:nvSpPr>
        <dsp:cNvPr id="0" name=""/>
        <dsp:cNvSpPr/>
      </dsp:nvSpPr>
      <dsp:spPr>
        <a:xfrm>
          <a:off x="6406624" y="3248303"/>
          <a:ext cx="4320000" cy="15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100000"/>
            </a:lnSpc>
            <a:spcBef>
              <a:spcPct val="0"/>
            </a:spcBef>
            <a:spcAft>
              <a:spcPct val="35000"/>
            </a:spcAft>
            <a:buNone/>
          </a:pPr>
          <a:endParaRPr lang="en-US" sz="1500" kern="1200" dirty="0"/>
        </a:p>
      </dsp:txBody>
      <dsp:txXfrm>
        <a:off x="6406624" y="3248303"/>
        <a:ext cx="4320000" cy="1529"/>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DC7BCA-507D-4359-AA8B-B97DCC2AD199}">
      <dsp:nvSpPr>
        <dsp:cNvPr id="0" name=""/>
        <dsp:cNvSpPr/>
      </dsp:nvSpPr>
      <dsp:spPr>
        <a:xfrm>
          <a:off x="2080415" y="1373"/>
          <a:ext cx="2705803" cy="135290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a:t>L’analyse n’est pas un moment ponctuel mais un processus constant.</a:t>
          </a:r>
          <a:endParaRPr lang="en-US" sz="2200" kern="1200"/>
        </a:p>
      </dsp:txBody>
      <dsp:txXfrm>
        <a:off x="2120040" y="40998"/>
        <a:ext cx="2626553" cy="1273651"/>
      </dsp:txXfrm>
    </dsp:sp>
    <dsp:sp modelId="{5E94EB9A-0159-4B90-AC77-34E42398D6E4}">
      <dsp:nvSpPr>
        <dsp:cNvPr id="0" name=""/>
        <dsp:cNvSpPr/>
      </dsp:nvSpPr>
      <dsp:spPr>
        <a:xfrm>
          <a:off x="2080415" y="1557210"/>
          <a:ext cx="2705803" cy="135290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a:t>Importance de prendre du recul après chaque intervention :</a:t>
          </a:r>
          <a:endParaRPr lang="en-US" sz="2200" kern="1200"/>
        </a:p>
      </dsp:txBody>
      <dsp:txXfrm>
        <a:off x="2120040" y="1596835"/>
        <a:ext cx="2626553" cy="1273651"/>
      </dsp:txXfrm>
    </dsp:sp>
    <dsp:sp modelId="{512FC9EE-4541-484A-AC73-0AFCEEEE075B}">
      <dsp:nvSpPr>
        <dsp:cNvPr id="0" name=""/>
        <dsp:cNvSpPr/>
      </dsp:nvSpPr>
      <dsp:spPr>
        <a:xfrm rot="19457599">
          <a:off x="4660938" y="1811699"/>
          <a:ext cx="1332883" cy="66005"/>
        </a:xfrm>
        <a:custGeom>
          <a:avLst/>
          <a:gdLst/>
          <a:ahLst/>
          <a:cxnLst/>
          <a:rect l="0" t="0" r="0" b="0"/>
          <a:pathLst>
            <a:path>
              <a:moveTo>
                <a:pt x="0" y="33002"/>
              </a:moveTo>
              <a:lnTo>
                <a:pt x="1332883" y="33002"/>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94057" y="1811380"/>
        <a:ext cx="66644" cy="66644"/>
      </dsp:txXfrm>
    </dsp:sp>
    <dsp:sp modelId="{162ACF32-77D8-48AA-9263-502A37C8C6FF}">
      <dsp:nvSpPr>
        <dsp:cNvPr id="0" name=""/>
        <dsp:cNvSpPr/>
      </dsp:nvSpPr>
      <dsp:spPr>
        <a:xfrm>
          <a:off x="5868540" y="779292"/>
          <a:ext cx="2978873" cy="1352901"/>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t>Qu’est-ce qui a fonctionné ? Pourquoi ?</a:t>
          </a:r>
          <a:endParaRPr lang="en-US" sz="2200" kern="1200" dirty="0"/>
        </a:p>
      </dsp:txBody>
      <dsp:txXfrm>
        <a:off x="5908165" y="818917"/>
        <a:ext cx="2899623" cy="1273651"/>
      </dsp:txXfrm>
    </dsp:sp>
    <dsp:sp modelId="{8F4A0B9C-DB7F-4814-AA7C-CCE485F6B6AD}">
      <dsp:nvSpPr>
        <dsp:cNvPr id="0" name=""/>
        <dsp:cNvSpPr/>
      </dsp:nvSpPr>
      <dsp:spPr>
        <a:xfrm rot="2142401">
          <a:off x="4660938" y="2589618"/>
          <a:ext cx="1332883" cy="66005"/>
        </a:xfrm>
        <a:custGeom>
          <a:avLst/>
          <a:gdLst/>
          <a:ahLst/>
          <a:cxnLst/>
          <a:rect l="0" t="0" r="0" b="0"/>
          <a:pathLst>
            <a:path>
              <a:moveTo>
                <a:pt x="0" y="33002"/>
              </a:moveTo>
              <a:lnTo>
                <a:pt x="1332883" y="33002"/>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94057" y="2589299"/>
        <a:ext cx="66644" cy="66644"/>
      </dsp:txXfrm>
    </dsp:sp>
    <dsp:sp modelId="{046F3FD2-71E7-467D-81B8-B23572B3ECC6}">
      <dsp:nvSpPr>
        <dsp:cNvPr id="0" name=""/>
        <dsp:cNvSpPr/>
      </dsp:nvSpPr>
      <dsp:spPr>
        <a:xfrm>
          <a:off x="5868540" y="2335129"/>
          <a:ext cx="2978873" cy="1352901"/>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a:t>Quelles leçons tirer pour améliorer la pratique future ?</a:t>
          </a:r>
          <a:endParaRPr lang="en-US" sz="2200" kern="1200"/>
        </a:p>
      </dsp:txBody>
      <dsp:txXfrm>
        <a:off x="5908165" y="2374754"/>
        <a:ext cx="2899623" cy="1273651"/>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B4A224-448C-490A-8EBC-A5B3ED5F0E67}">
      <dsp:nvSpPr>
        <dsp:cNvPr id="0" name=""/>
        <dsp:cNvSpPr/>
      </dsp:nvSpPr>
      <dsp:spPr>
        <a:xfrm>
          <a:off x="0" y="4274295"/>
          <a:ext cx="5811128" cy="140291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fr-FR" sz="2300" kern="1200"/>
            <a:t>Exemple :</a:t>
          </a:r>
          <a:endParaRPr lang="en-US" sz="2300" kern="1200"/>
        </a:p>
      </dsp:txBody>
      <dsp:txXfrm>
        <a:off x="0" y="4274295"/>
        <a:ext cx="5811128" cy="757576"/>
      </dsp:txXfrm>
    </dsp:sp>
    <dsp:sp modelId="{A6AEEF3F-F530-4AFD-8BA4-19393DB1D4A9}">
      <dsp:nvSpPr>
        <dsp:cNvPr id="0" name=""/>
        <dsp:cNvSpPr/>
      </dsp:nvSpPr>
      <dsp:spPr>
        <a:xfrm>
          <a:off x="0" y="5003814"/>
          <a:ext cx="2905564" cy="645342"/>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marL="0" lvl="0" indent="0" algn="ctr" defTabSz="488950">
            <a:lnSpc>
              <a:spcPct val="90000"/>
            </a:lnSpc>
            <a:spcBef>
              <a:spcPct val="0"/>
            </a:spcBef>
            <a:spcAft>
              <a:spcPct val="35000"/>
            </a:spcAft>
            <a:buNone/>
          </a:pPr>
          <a:r>
            <a:rPr lang="fr-FR" sz="1100" b="1" kern="1200"/>
            <a:t>Situation :</a:t>
          </a:r>
          <a:r>
            <a:rPr lang="fr-FR" sz="1100" kern="1200"/>
            <a:t> Une personne âgée montre des signes d’isolement.</a:t>
          </a:r>
          <a:endParaRPr lang="en-US" sz="1100" kern="1200"/>
        </a:p>
      </dsp:txBody>
      <dsp:txXfrm>
        <a:off x="0" y="5003814"/>
        <a:ext cx="2905564" cy="645342"/>
      </dsp:txXfrm>
    </dsp:sp>
    <dsp:sp modelId="{55A4643A-44BC-4AF9-B897-3F7153E2ECC0}">
      <dsp:nvSpPr>
        <dsp:cNvPr id="0" name=""/>
        <dsp:cNvSpPr/>
      </dsp:nvSpPr>
      <dsp:spPr>
        <a:xfrm>
          <a:off x="2905564" y="5003814"/>
          <a:ext cx="2905564" cy="645342"/>
        </a:xfrm>
        <a:prstGeom prst="rect">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marL="0" lvl="0" indent="0" algn="ctr" defTabSz="488950">
            <a:lnSpc>
              <a:spcPct val="90000"/>
            </a:lnSpc>
            <a:spcBef>
              <a:spcPct val="0"/>
            </a:spcBef>
            <a:spcAft>
              <a:spcPct val="35000"/>
            </a:spcAft>
            <a:buNone/>
          </a:pPr>
          <a:r>
            <a:rPr lang="fr-FR" sz="1100" b="1" kern="1200"/>
            <a:t>Analyse guidée :</a:t>
          </a:r>
          <a:r>
            <a:rPr lang="fr-FR" sz="1100" kern="1200"/>
            <a:t> Évaluer comment l’environnement ou les interactions sociales pourraient être améliorés pour répondre à ce besoin.</a:t>
          </a:r>
          <a:endParaRPr lang="en-US" sz="1100" kern="1200"/>
        </a:p>
      </dsp:txBody>
      <dsp:txXfrm>
        <a:off x="2905564" y="5003814"/>
        <a:ext cx="2905564" cy="645342"/>
      </dsp:txXfrm>
    </dsp:sp>
    <dsp:sp modelId="{9F3CC068-9221-4365-A58D-FC69A86BFDE8}">
      <dsp:nvSpPr>
        <dsp:cNvPr id="0" name=""/>
        <dsp:cNvSpPr/>
      </dsp:nvSpPr>
      <dsp:spPr>
        <a:xfrm rot="10800000">
          <a:off x="0" y="2137649"/>
          <a:ext cx="5811128" cy="2157689"/>
        </a:xfrm>
        <a:prstGeom prst="upArrowCallou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fr-FR" sz="2300" kern="1200"/>
            <a:t>Méthode : Étudier chaque situation en prenant en compte les spécificités de la personne, son histoire, et son environnement.</a:t>
          </a:r>
          <a:endParaRPr lang="en-US" sz="2300" kern="1200"/>
        </a:p>
      </dsp:txBody>
      <dsp:txXfrm rot="10800000">
        <a:off x="0" y="2137649"/>
        <a:ext cx="5811128" cy="1402002"/>
      </dsp:txXfrm>
    </dsp:sp>
    <dsp:sp modelId="{69AD75D5-0135-401B-9447-9BE7CE72FA56}">
      <dsp:nvSpPr>
        <dsp:cNvPr id="0" name=""/>
        <dsp:cNvSpPr/>
      </dsp:nvSpPr>
      <dsp:spPr>
        <a:xfrm rot="10800000">
          <a:off x="0" y="1003"/>
          <a:ext cx="5811128" cy="2157689"/>
        </a:xfrm>
        <a:prstGeom prst="upArrowCallou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fr-FR" sz="2300" kern="1200"/>
            <a:t>Réflexion collective avec une approche centrée sur la personne âgée.</a:t>
          </a:r>
          <a:endParaRPr lang="en-US" sz="2300" kern="1200"/>
        </a:p>
      </dsp:txBody>
      <dsp:txXfrm rot="10800000">
        <a:off x="0" y="1003"/>
        <a:ext cx="5811128" cy="1402002"/>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8D93A4-3A65-4419-97DB-B4EA8CE48E67}">
      <dsp:nvSpPr>
        <dsp:cNvPr id="0" name=""/>
        <dsp:cNvSpPr/>
      </dsp:nvSpPr>
      <dsp:spPr>
        <a:xfrm>
          <a:off x="51" y="202981"/>
          <a:ext cx="4913783" cy="720000"/>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fr-FR" sz="2500" b="1" kern="1200"/>
            <a:t>HAS : Fiches et grilles pratiques</a:t>
          </a:r>
          <a:endParaRPr lang="en-US" sz="2500" kern="1200"/>
        </a:p>
      </dsp:txBody>
      <dsp:txXfrm>
        <a:off x="51" y="202981"/>
        <a:ext cx="4913783" cy="720000"/>
      </dsp:txXfrm>
    </dsp:sp>
    <dsp:sp modelId="{408D9723-E977-4062-AC40-5002A1139C39}">
      <dsp:nvSpPr>
        <dsp:cNvPr id="0" name=""/>
        <dsp:cNvSpPr/>
      </dsp:nvSpPr>
      <dsp:spPr>
        <a:xfrm>
          <a:off x="51" y="922981"/>
          <a:ext cx="4913783" cy="3225375"/>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fr-FR" sz="2500" b="1" kern="1200"/>
            <a:t>Fiche d’analyse d’une situation à risque :</a:t>
          </a:r>
          <a:r>
            <a:rPr lang="fr-FR" sz="2500" kern="1200"/>
            <a:t> Permet de documenter une situation, les actions entreprises, et les résultats.</a:t>
          </a:r>
          <a:endParaRPr lang="en-US" sz="2500" kern="1200"/>
        </a:p>
        <a:p>
          <a:pPr marL="228600" lvl="1" indent="-228600" algn="l" defTabSz="1111250">
            <a:lnSpc>
              <a:spcPct val="90000"/>
            </a:lnSpc>
            <a:spcBef>
              <a:spcPct val="0"/>
            </a:spcBef>
            <a:spcAft>
              <a:spcPct val="15000"/>
            </a:spcAft>
            <a:buChar char="•"/>
          </a:pPr>
          <a:r>
            <a:rPr lang="fr-FR" sz="2500" b="1" kern="1200"/>
            <a:t>Checklist de bientraitance :</a:t>
          </a:r>
          <a:r>
            <a:rPr lang="fr-FR" sz="2500" kern="1200"/>
            <a:t> Vérifie que toutes les dimensions de la bientraitance ont été respectées.</a:t>
          </a:r>
          <a:endParaRPr lang="en-US" sz="2500" kern="1200"/>
        </a:p>
      </dsp:txBody>
      <dsp:txXfrm>
        <a:off x="51" y="922981"/>
        <a:ext cx="4913783" cy="3225375"/>
      </dsp:txXfrm>
    </dsp:sp>
    <dsp:sp modelId="{EC1B7341-A1EE-446F-8268-F2D7CD95E703}">
      <dsp:nvSpPr>
        <dsp:cNvPr id="0" name=""/>
        <dsp:cNvSpPr/>
      </dsp:nvSpPr>
      <dsp:spPr>
        <a:xfrm>
          <a:off x="5601764" y="202981"/>
          <a:ext cx="4913783" cy="720000"/>
        </a:xfrm>
        <a:prstGeom prst="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w="6350" cap="flat" cmpd="sng" algn="ctr">
          <a:solidFill>
            <a:schemeClr val="accent2">
              <a:hueOff val="-1455363"/>
              <a:satOff val="-83928"/>
              <a:lumOff val="8628"/>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fr-FR" sz="2500" b="1" kern="1200"/>
            <a:t>SFGG : Approches spécifiques</a:t>
          </a:r>
          <a:endParaRPr lang="en-US" sz="2500" kern="1200"/>
        </a:p>
      </dsp:txBody>
      <dsp:txXfrm>
        <a:off x="5601764" y="202981"/>
        <a:ext cx="4913783" cy="720000"/>
      </dsp:txXfrm>
    </dsp:sp>
    <dsp:sp modelId="{2E10DACD-CF26-4923-80B0-EE11F2869DB1}">
      <dsp:nvSpPr>
        <dsp:cNvPr id="0" name=""/>
        <dsp:cNvSpPr/>
      </dsp:nvSpPr>
      <dsp:spPr>
        <a:xfrm>
          <a:off x="5601764" y="922981"/>
          <a:ext cx="4913783" cy="3225375"/>
        </a:xfrm>
        <a:prstGeom prst="rect">
          <a:avLst/>
        </a:prstGeom>
        <a:solidFill>
          <a:schemeClr val="accent2">
            <a:tint val="40000"/>
            <a:alpha val="90000"/>
            <a:hueOff val="-849226"/>
            <a:satOff val="-75346"/>
            <a:lumOff val="-769"/>
            <a:alphaOff val="0"/>
          </a:schemeClr>
        </a:solidFill>
        <a:ln w="6350" cap="flat" cmpd="sng" algn="ctr">
          <a:solidFill>
            <a:schemeClr val="accent2">
              <a:tint val="40000"/>
              <a:alpha val="90000"/>
              <a:hueOff val="-849226"/>
              <a:satOff val="-75346"/>
              <a:lumOff val="-76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fr-FR" sz="2500" b="1" kern="1200"/>
            <a:t>Observation et dialogue :</a:t>
          </a:r>
          <a:r>
            <a:rPr lang="fr-FR" sz="2500" kern="1200"/>
            <a:t> Impliquer la personne âgée et, si possible, sa famille dans la réflexion.</a:t>
          </a:r>
          <a:endParaRPr lang="en-US" sz="2500" kern="1200"/>
        </a:p>
        <a:p>
          <a:pPr marL="228600" lvl="1" indent="-228600" algn="l" defTabSz="1111250">
            <a:lnSpc>
              <a:spcPct val="90000"/>
            </a:lnSpc>
            <a:spcBef>
              <a:spcPct val="0"/>
            </a:spcBef>
            <a:spcAft>
              <a:spcPct val="15000"/>
            </a:spcAft>
            <a:buChar char="•"/>
          </a:pPr>
          <a:r>
            <a:rPr lang="fr-FR" sz="2500" b="1" kern="1200"/>
            <a:t>Études de cas :</a:t>
          </a:r>
          <a:r>
            <a:rPr lang="fr-FR" sz="2500" kern="1200"/>
            <a:t> Analyser des situations similaires pour identifier les meilleures pratiques.</a:t>
          </a:r>
          <a:endParaRPr lang="en-US" sz="2500" kern="1200"/>
        </a:p>
      </dsp:txBody>
      <dsp:txXfrm>
        <a:off x="5601764" y="922981"/>
        <a:ext cx="4913783" cy="3225375"/>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B6E368-D6D3-4F27-BC32-780F45C592C0}">
      <dsp:nvSpPr>
        <dsp:cNvPr id="0" name=""/>
        <dsp:cNvSpPr/>
      </dsp:nvSpPr>
      <dsp:spPr>
        <a:xfrm>
          <a:off x="0" y="346459"/>
          <a:ext cx="6666833" cy="23184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479044" rIns="517420" bIns="163576" numCol="1" spcCol="1270" anchor="t" anchorCtr="0">
          <a:noAutofit/>
        </a:bodyPr>
        <a:lstStyle/>
        <a:p>
          <a:pPr marL="228600" lvl="1" indent="-228600" algn="l" defTabSz="1022350">
            <a:lnSpc>
              <a:spcPct val="90000"/>
            </a:lnSpc>
            <a:spcBef>
              <a:spcPct val="0"/>
            </a:spcBef>
            <a:spcAft>
              <a:spcPct val="15000"/>
            </a:spcAft>
            <a:buChar char="•"/>
          </a:pPr>
          <a:r>
            <a:rPr lang="fr-FR" sz="2300" kern="1200"/>
            <a:t>Encourager les professionnels à se former régulièrement pour s’approprier les recommandations HAS et SFGG.</a:t>
          </a:r>
          <a:endParaRPr lang="en-US" sz="2300" kern="1200"/>
        </a:p>
        <a:p>
          <a:pPr marL="228600" lvl="1" indent="-228600" algn="l" defTabSz="1022350">
            <a:lnSpc>
              <a:spcPct val="90000"/>
            </a:lnSpc>
            <a:spcBef>
              <a:spcPct val="0"/>
            </a:spcBef>
            <a:spcAft>
              <a:spcPct val="15000"/>
            </a:spcAft>
            <a:buChar char="•"/>
          </a:pPr>
          <a:r>
            <a:rPr lang="fr-FR" sz="2300" kern="1200"/>
            <a:t>Participer à des ateliers ou groupes de travail sur l’analyse des pratiques.</a:t>
          </a:r>
          <a:endParaRPr lang="en-US" sz="2300" kern="1200"/>
        </a:p>
      </dsp:txBody>
      <dsp:txXfrm>
        <a:off x="0" y="346459"/>
        <a:ext cx="6666833" cy="2318400"/>
      </dsp:txXfrm>
    </dsp:sp>
    <dsp:sp modelId="{0F769F4A-54E4-4672-B1C2-B642A377CC49}">
      <dsp:nvSpPr>
        <dsp:cNvPr id="0" name=""/>
        <dsp:cNvSpPr/>
      </dsp:nvSpPr>
      <dsp:spPr>
        <a:xfrm>
          <a:off x="333341" y="6979"/>
          <a:ext cx="4666783" cy="67896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22350">
            <a:lnSpc>
              <a:spcPct val="90000"/>
            </a:lnSpc>
            <a:spcBef>
              <a:spcPct val="0"/>
            </a:spcBef>
            <a:spcAft>
              <a:spcPct val="35000"/>
            </a:spcAft>
            <a:buNone/>
          </a:pPr>
          <a:r>
            <a:rPr lang="fr-FR" sz="2300" b="1" kern="1200"/>
            <a:t>Formation continue :</a:t>
          </a:r>
          <a:endParaRPr lang="en-US" sz="2300" kern="1200"/>
        </a:p>
      </dsp:txBody>
      <dsp:txXfrm>
        <a:off x="366485" y="40123"/>
        <a:ext cx="4600495" cy="612672"/>
      </dsp:txXfrm>
    </dsp:sp>
    <dsp:sp modelId="{8A63F8F6-BEFD-4716-BD25-63CDB54B7369}">
      <dsp:nvSpPr>
        <dsp:cNvPr id="0" name=""/>
        <dsp:cNvSpPr/>
      </dsp:nvSpPr>
      <dsp:spPr>
        <a:xfrm>
          <a:off x="0" y="3128540"/>
          <a:ext cx="6666833" cy="2318400"/>
        </a:xfrm>
        <a:prstGeom prst="rect">
          <a:avLst/>
        </a:prstGeom>
        <a:solidFill>
          <a:schemeClr val="lt1">
            <a:alpha val="90000"/>
            <a:hueOff val="0"/>
            <a:satOff val="0"/>
            <a:lumOff val="0"/>
            <a:alphaOff val="0"/>
          </a:schemeClr>
        </a:solidFill>
        <a:ln w="6350" cap="flat" cmpd="sng" algn="ctr">
          <a:solidFill>
            <a:schemeClr val="accent2">
              <a:hueOff val="-1455363"/>
              <a:satOff val="-83928"/>
              <a:lumOff val="86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479044" rIns="517420" bIns="163576" numCol="1" spcCol="1270" anchor="t" anchorCtr="0">
          <a:noAutofit/>
        </a:bodyPr>
        <a:lstStyle/>
        <a:p>
          <a:pPr marL="228600" lvl="1" indent="-228600" algn="l" defTabSz="1022350">
            <a:lnSpc>
              <a:spcPct val="90000"/>
            </a:lnSpc>
            <a:spcBef>
              <a:spcPct val="0"/>
            </a:spcBef>
            <a:spcAft>
              <a:spcPct val="15000"/>
            </a:spcAft>
            <a:buChar char="•"/>
          </a:pPr>
          <a:r>
            <a:rPr lang="fr-FR" sz="2300" kern="1200"/>
            <a:t>Travailler avec d’autres intervenants pour partager les observations et les bonnes pratiques.</a:t>
          </a:r>
          <a:endParaRPr lang="en-US" sz="2300" kern="1200"/>
        </a:p>
        <a:p>
          <a:pPr marL="228600" lvl="1" indent="-228600" algn="l" defTabSz="1022350">
            <a:lnSpc>
              <a:spcPct val="90000"/>
            </a:lnSpc>
            <a:spcBef>
              <a:spcPct val="0"/>
            </a:spcBef>
            <a:spcAft>
              <a:spcPct val="15000"/>
            </a:spcAft>
            <a:buChar char="•"/>
          </a:pPr>
          <a:r>
            <a:rPr lang="fr-FR" sz="2300" kern="1200"/>
            <a:t>Contribuer activement aux discussions sur les axes d’amélioration dans la prise en charge.</a:t>
          </a:r>
          <a:endParaRPr lang="en-US" sz="2300" kern="1200"/>
        </a:p>
      </dsp:txBody>
      <dsp:txXfrm>
        <a:off x="0" y="3128540"/>
        <a:ext cx="6666833" cy="2318400"/>
      </dsp:txXfrm>
    </dsp:sp>
    <dsp:sp modelId="{29478D9E-5086-4C93-94ED-94B267F6E129}">
      <dsp:nvSpPr>
        <dsp:cNvPr id="0" name=""/>
        <dsp:cNvSpPr/>
      </dsp:nvSpPr>
      <dsp:spPr>
        <a:xfrm>
          <a:off x="333341" y="2789060"/>
          <a:ext cx="4666783" cy="678960"/>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22350">
            <a:lnSpc>
              <a:spcPct val="90000"/>
            </a:lnSpc>
            <a:spcBef>
              <a:spcPct val="0"/>
            </a:spcBef>
            <a:spcAft>
              <a:spcPct val="35000"/>
            </a:spcAft>
            <a:buNone/>
          </a:pPr>
          <a:r>
            <a:rPr lang="fr-FR" sz="2300" b="1" kern="1200"/>
            <a:t>Implication dans les équipes :</a:t>
          </a:r>
          <a:endParaRPr lang="en-US" sz="2300" kern="1200"/>
        </a:p>
      </dsp:txBody>
      <dsp:txXfrm>
        <a:off x="366485" y="2822204"/>
        <a:ext cx="4600495" cy="612672"/>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98979B-8658-41B3-A47D-C82E5D875438}">
      <dsp:nvSpPr>
        <dsp:cNvPr id="0" name=""/>
        <dsp:cNvSpPr/>
      </dsp:nvSpPr>
      <dsp:spPr>
        <a:xfrm>
          <a:off x="1953914" y="529294"/>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F62F52C-ED5D-4EE3-9C06-1ACDA8E6CF1F}">
      <dsp:nvSpPr>
        <dsp:cNvPr id="0" name=""/>
        <dsp:cNvSpPr/>
      </dsp:nvSpPr>
      <dsp:spPr>
        <a:xfrm>
          <a:off x="765914" y="2943510"/>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fr-FR" sz="1700" kern="1200"/>
            <a:t>L’analyse approfondie permet de personnaliser l’accompagnement et d’assurer une démarche bientraitante.</a:t>
          </a:r>
          <a:endParaRPr lang="en-US" sz="1700" kern="1200"/>
        </a:p>
      </dsp:txBody>
      <dsp:txXfrm>
        <a:off x="765914" y="2943510"/>
        <a:ext cx="4320000" cy="720000"/>
      </dsp:txXfrm>
    </dsp:sp>
    <dsp:sp modelId="{8E4D4A70-ED08-43FD-A743-B91AB5A88CD4}">
      <dsp:nvSpPr>
        <dsp:cNvPr id="0" name=""/>
        <dsp:cNvSpPr/>
      </dsp:nvSpPr>
      <dsp:spPr>
        <a:xfrm>
          <a:off x="7029914" y="529294"/>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07E6AF2-7C54-4E80-9003-4DC7D289804F}">
      <dsp:nvSpPr>
        <dsp:cNvPr id="0" name=""/>
        <dsp:cNvSpPr/>
      </dsp:nvSpPr>
      <dsp:spPr>
        <a:xfrm>
          <a:off x="5841914" y="2943510"/>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fr-FR" sz="1700" kern="1200"/>
            <a:t>Adopter une posture d'écoute et d'ouverture pour comprendre chaque situation dans sa globalité</a:t>
          </a:r>
          <a:endParaRPr lang="en-US" sz="1700" kern="1200"/>
        </a:p>
      </dsp:txBody>
      <dsp:txXfrm>
        <a:off x="5841914" y="2943510"/>
        <a:ext cx="4320000" cy="720000"/>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B1F747-320D-4E26-9BB0-0B8AE909133F}">
      <dsp:nvSpPr>
        <dsp:cNvPr id="0" name=""/>
        <dsp:cNvSpPr/>
      </dsp:nvSpPr>
      <dsp:spPr>
        <a:xfrm>
          <a:off x="0" y="2703"/>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915389D-1F65-4DD3-9C94-D7A8DDB9C026}">
      <dsp:nvSpPr>
        <dsp:cNvPr id="0" name=""/>
        <dsp:cNvSpPr/>
      </dsp:nvSpPr>
      <dsp:spPr>
        <a:xfrm>
          <a:off x="0" y="2703"/>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fr-FR" sz="2700" b="1" kern="1200"/>
            <a:t>1. Introduction : Qu’est-ce qu’un positionnement professionnel adapté ?</a:t>
          </a:r>
          <a:endParaRPr lang="en-US" sz="2700" kern="1200"/>
        </a:p>
      </dsp:txBody>
      <dsp:txXfrm>
        <a:off x="0" y="2703"/>
        <a:ext cx="6900512" cy="1843578"/>
      </dsp:txXfrm>
    </dsp:sp>
    <dsp:sp modelId="{F3995372-0304-4E7E-A225-230F59913DD5}">
      <dsp:nvSpPr>
        <dsp:cNvPr id="0" name=""/>
        <dsp:cNvSpPr/>
      </dsp:nvSpPr>
      <dsp:spPr>
        <a:xfrm>
          <a:off x="0" y="1846281"/>
          <a:ext cx="6900512" cy="0"/>
        </a:xfrm>
        <a:prstGeom prst="line">
          <a:avLst/>
        </a:prstGeom>
        <a:solidFill>
          <a:schemeClr val="accent2">
            <a:hueOff val="-727682"/>
            <a:satOff val="-41964"/>
            <a:lumOff val="4314"/>
            <a:alphaOff val="0"/>
          </a:schemeClr>
        </a:solidFill>
        <a:ln w="12700" cap="flat" cmpd="sng" algn="ctr">
          <a:solidFill>
            <a:schemeClr val="accent2">
              <a:hueOff val="-727682"/>
              <a:satOff val="-41964"/>
              <a:lumOff val="431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955D98-2182-4A85-8593-91DE0F4EC537}">
      <dsp:nvSpPr>
        <dsp:cNvPr id="0" name=""/>
        <dsp:cNvSpPr/>
      </dsp:nvSpPr>
      <dsp:spPr>
        <a:xfrm>
          <a:off x="0" y="1846281"/>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fr-FR" sz="2700" b="1" u="sng" kern="1200" dirty="0"/>
            <a:t>Définition : </a:t>
          </a:r>
          <a:r>
            <a:rPr lang="fr-FR" sz="2700" b="1" kern="1200" dirty="0"/>
            <a:t>C</a:t>
          </a:r>
          <a:r>
            <a:rPr lang="fr-FR" sz="2700" kern="1200" dirty="0"/>
            <a:t>onsiste à adopter une attitude et des comportements conformes à l’éthique, aux valeurs de bientraitance et aux attentes du rôle professionnel.</a:t>
          </a:r>
          <a:endParaRPr lang="en-US" sz="2700" kern="1200" dirty="0"/>
        </a:p>
      </dsp:txBody>
      <dsp:txXfrm>
        <a:off x="0" y="1846281"/>
        <a:ext cx="6900512" cy="1843578"/>
      </dsp:txXfrm>
    </dsp:sp>
    <dsp:sp modelId="{6112F2DC-344C-41EC-9C4A-D0EE021067BB}">
      <dsp:nvSpPr>
        <dsp:cNvPr id="0" name=""/>
        <dsp:cNvSpPr/>
      </dsp:nvSpPr>
      <dsp:spPr>
        <a:xfrm>
          <a:off x="0" y="3689859"/>
          <a:ext cx="6900512"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019D2B-4DDC-4996-BBF2-D805A3A31225}">
      <dsp:nvSpPr>
        <dsp:cNvPr id="0" name=""/>
        <dsp:cNvSpPr/>
      </dsp:nvSpPr>
      <dsp:spPr>
        <a:xfrm>
          <a:off x="0" y="3689859"/>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fr-FR" sz="2700" b="1" u="sng" kern="1200" dirty="0"/>
            <a:t>Importance : </a:t>
          </a:r>
          <a:r>
            <a:rPr lang="fr-FR" sz="2700" kern="1200" dirty="0"/>
            <a:t>Un positionnement adapté garantit une réponse ajustée aux besoins des personnes accompagnées tout en respectant les cadres éthiques, </a:t>
          </a:r>
          <a:r>
            <a:rPr lang="fr-FR" sz="2700" b="1" u="sng" kern="1200" dirty="0"/>
            <a:t>légaux</a:t>
          </a:r>
          <a:r>
            <a:rPr lang="fr-FR" sz="2700" kern="1200" dirty="0"/>
            <a:t> et organisationnels.</a:t>
          </a:r>
          <a:endParaRPr lang="en-US" sz="2700" kern="1200" dirty="0"/>
        </a:p>
      </dsp:txBody>
      <dsp:txXfrm>
        <a:off x="0" y="3689859"/>
        <a:ext cx="6900512" cy="1843578"/>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686886-2EE2-40CB-9783-5E1B2E26CB8E}">
      <dsp:nvSpPr>
        <dsp:cNvPr id="0" name=""/>
        <dsp:cNvSpPr/>
      </dsp:nvSpPr>
      <dsp:spPr>
        <a:xfrm>
          <a:off x="828914" y="1196282"/>
          <a:ext cx="810000" cy="81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4AB1210-6D57-48BA-ACC1-36F82390C60A}">
      <dsp:nvSpPr>
        <dsp:cNvPr id="0" name=""/>
        <dsp:cNvSpPr/>
      </dsp:nvSpPr>
      <dsp:spPr>
        <a:xfrm>
          <a:off x="333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fr-FR" sz="1700" kern="1200"/>
            <a:t>Connaissance de soi</a:t>
          </a:r>
          <a:endParaRPr lang="en-US" sz="1700" kern="1200"/>
        </a:p>
      </dsp:txBody>
      <dsp:txXfrm>
        <a:off x="333914" y="2276522"/>
        <a:ext cx="1800000" cy="720000"/>
      </dsp:txXfrm>
    </dsp:sp>
    <dsp:sp modelId="{283B70CD-43DB-4045-9840-936588EE9513}">
      <dsp:nvSpPr>
        <dsp:cNvPr id="0" name=""/>
        <dsp:cNvSpPr/>
      </dsp:nvSpPr>
      <dsp:spPr>
        <a:xfrm>
          <a:off x="2943914" y="1196282"/>
          <a:ext cx="810000" cy="81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5324AA8-C272-4B9C-ADA8-9DCE371A1B18}">
      <dsp:nvSpPr>
        <dsp:cNvPr id="0" name=""/>
        <dsp:cNvSpPr/>
      </dsp:nvSpPr>
      <dsp:spPr>
        <a:xfrm>
          <a:off x="2448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fr-FR" sz="1700" kern="1200"/>
            <a:t>Respect de l’autre</a:t>
          </a:r>
          <a:endParaRPr lang="en-US" sz="1700" kern="1200"/>
        </a:p>
      </dsp:txBody>
      <dsp:txXfrm>
        <a:off x="2448914" y="2276522"/>
        <a:ext cx="1800000" cy="720000"/>
      </dsp:txXfrm>
    </dsp:sp>
    <dsp:sp modelId="{7493104A-27E3-46C8-88BF-2E67E8009D84}">
      <dsp:nvSpPr>
        <dsp:cNvPr id="0" name=""/>
        <dsp:cNvSpPr/>
      </dsp:nvSpPr>
      <dsp:spPr>
        <a:xfrm>
          <a:off x="5058914" y="1196282"/>
          <a:ext cx="810000" cy="81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E5F66C-5636-4F9A-AD46-005AC10BD8D7}">
      <dsp:nvSpPr>
        <dsp:cNvPr id="0" name=""/>
        <dsp:cNvSpPr/>
      </dsp:nvSpPr>
      <dsp:spPr>
        <a:xfrm>
          <a:off x="4563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fr-FR" sz="1700" kern="1200"/>
            <a:t>Neutralité bienveillante</a:t>
          </a:r>
          <a:endParaRPr lang="en-US" sz="1700" kern="1200"/>
        </a:p>
      </dsp:txBody>
      <dsp:txXfrm>
        <a:off x="4563914" y="2276522"/>
        <a:ext cx="1800000" cy="720000"/>
      </dsp:txXfrm>
    </dsp:sp>
    <dsp:sp modelId="{EDE66908-CA8B-4A29-A771-3208415314DC}">
      <dsp:nvSpPr>
        <dsp:cNvPr id="0" name=""/>
        <dsp:cNvSpPr/>
      </dsp:nvSpPr>
      <dsp:spPr>
        <a:xfrm>
          <a:off x="7173914" y="1196282"/>
          <a:ext cx="810000" cy="81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BC24CAE-310A-40E8-977E-56DAEF4F675C}">
      <dsp:nvSpPr>
        <dsp:cNvPr id="0" name=""/>
        <dsp:cNvSpPr/>
      </dsp:nvSpPr>
      <dsp:spPr>
        <a:xfrm>
          <a:off x="6678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fr-FR" sz="1700" kern="1200"/>
            <a:t>Responsabilité et professionnalisme</a:t>
          </a:r>
          <a:endParaRPr lang="en-US" sz="1700" kern="1200"/>
        </a:p>
      </dsp:txBody>
      <dsp:txXfrm>
        <a:off x="6678914" y="2276522"/>
        <a:ext cx="1800000" cy="720000"/>
      </dsp:txXfrm>
    </dsp:sp>
    <dsp:sp modelId="{0546ADBE-5597-4688-BFFD-2F6C329D5770}">
      <dsp:nvSpPr>
        <dsp:cNvPr id="0" name=""/>
        <dsp:cNvSpPr/>
      </dsp:nvSpPr>
      <dsp:spPr>
        <a:xfrm>
          <a:off x="9288914" y="1196282"/>
          <a:ext cx="810000" cy="81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D6B7D2E-8EFB-49BB-BF34-7A719E981B61}">
      <dsp:nvSpPr>
        <dsp:cNvPr id="0" name=""/>
        <dsp:cNvSpPr/>
      </dsp:nvSpPr>
      <dsp:spPr>
        <a:xfrm>
          <a:off x="8793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fr-FR" sz="1700" kern="1200"/>
            <a:t>Collaboration avec l’équipe et l’entourage</a:t>
          </a:r>
          <a:endParaRPr lang="en-US" sz="1700" kern="1200"/>
        </a:p>
      </dsp:txBody>
      <dsp:txXfrm>
        <a:off x="8793914" y="2276522"/>
        <a:ext cx="1800000" cy="720000"/>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4D2777-69CF-477F-A79C-CEC4BBCDECD0}">
      <dsp:nvSpPr>
        <dsp:cNvPr id="0" name=""/>
        <dsp:cNvSpPr/>
      </dsp:nvSpPr>
      <dsp:spPr>
        <a:xfrm>
          <a:off x="3323664" y="834988"/>
          <a:ext cx="643158" cy="91440"/>
        </a:xfrm>
        <a:custGeom>
          <a:avLst/>
          <a:gdLst/>
          <a:ahLst/>
          <a:cxnLst/>
          <a:rect l="0" t="0" r="0" b="0"/>
          <a:pathLst>
            <a:path>
              <a:moveTo>
                <a:pt x="0" y="45720"/>
              </a:moveTo>
              <a:lnTo>
                <a:pt x="643158"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28399" y="877339"/>
        <a:ext cx="33687" cy="6737"/>
      </dsp:txXfrm>
    </dsp:sp>
    <dsp:sp modelId="{E8B8393E-754D-4E59-9BBB-7FBDE6FA9B54}">
      <dsp:nvSpPr>
        <dsp:cNvPr id="0" name=""/>
        <dsp:cNvSpPr/>
      </dsp:nvSpPr>
      <dsp:spPr>
        <a:xfrm>
          <a:off x="396080" y="1893"/>
          <a:ext cx="2929383" cy="1757630"/>
        </a:xfrm>
        <a:prstGeom prst="rect">
          <a:avLst/>
        </a:prstGeom>
        <a:solidFill>
          <a:schemeClr val="accent4"/>
        </a:solidFill>
        <a:ln w="381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542" tIns="150673" rIns="143542" bIns="150673" numCol="1" spcCol="1270" anchor="ctr" anchorCtr="0">
          <a:noAutofit/>
        </a:bodyPr>
        <a:lstStyle/>
        <a:p>
          <a:pPr marL="0" lvl="0" indent="0" algn="ctr" defTabSz="844550">
            <a:lnSpc>
              <a:spcPct val="90000"/>
            </a:lnSpc>
            <a:spcBef>
              <a:spcPct val="0"/>
            </a:spcBef>
            <a:spcAft>
              <a:spcPct val="35000"/>
            </a:spcAft>
            <a:buNone/>
          </a:pPr>
          <a:r>
            <a:rPr lang="fr-FR" sz="1900" b="1" kern="1200" dirty="0">
              <a:solidFill>
                <a:schemeClr val="tx1"/>
              </a:solidFill>
            </a:rPr>
            <a:t>Connaissance de soi</a:t>
          </a:r>
          <a:endParaRPr lang="en-US" sz="1900" kern="1200" dirty="0">
            <a:solidFill>
              <a:schemeClr val="tx1"/>
            </a:solidFill>
          </a:endParaRPr>
        </a:p>
      </dsp:txBody>
      <dsp:txXfrm>
        <a:off x="396080" y="1893"/>
        <a:ext cx="2929383" cy="1757630"/>
      </dsp:txXfrm>
    </dsp:sp>
    <dsp:sp modelId="{162CB8A8-EA5C-4E22-91B3-05618C82EEFA}">
      <dsp:nvSpPr>
        <dsp:cNvPr id="0" name=""/>
        <dsp:cNvSpPr/>
      </dsp:nvSpPr>
      <dsp:spPr>
        <a:xfrm>
          <a:off x="6926806" y="834988"/>
          <a:ext cx="643158" cy="91440"/>
        </a:xfrm>
        <a:custGeom>
          <a:avLst/>
          <a:gdLst/>
          <a:ahLst/>
          <a:cxnLst/>
          <a:rect l="0" t="0" r="0" b="0"/>
          <a:pathLst>
            <a:path>
              <a:moveTo>
                <a:pt x="0" y="45720"/>
              </a:moveTo>
              <a:lnTo>
                <a:pt x="643158" y="45720"/>
              </a:lnTo>
            </a:path>
          </a:pathLst>
        </a:custGeom>
        <a:noFill/>
        <a:ln w="6350" cap="flat" cmpd="sng" algn="ctr">
          <a:solidFill>
            <a:schemeClr val="accent2">
              <a:hueOff val="-363841"/>
              <a:satOff val="-20982"/>
              <a:lumOff val="2157"/>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231541" y="877339"/>
        <a:ext cx="33687" cy="6737"/>
      </dsp:txXfrm>
    </dsp:sp>
    <dsp:sp modelId="{5B72D2C3-38B4-48CD-B5BE-1169869B64FA}">
      <dsp:nvSpPr>
        <dsp:cNvPr id="0" name=""/>
        <dsp:cNvSpPr/>
      </dsp:nvSpPr>
      <dsp:spPr>
        <a:xfrm>
          <a:off x="3999222" y="1893"/>
          <a:ext cx="2929383" cy="1757630"/>
        </a:xfrm>
        <a:prstGeom prst="rect">
          <a:avLst/>
        </a:prstGeom>
        <a:solidFill>
          <a:schemeClr val="accent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542" tIns="150673" rIns="143542" bIns="150673" numCol="1" spcCol="1270" anchor="ctr" anchorCtr="0">
          <a:noAutofit/>
        </a:bodyPr>
        <a:lstStyle/>
        <a:p>
          <a:pPr marL="0" lvl="0" indent="0" algn="ctr" defTabSz="844550">
            <a:lnSpc>
              <a:spcPct val="90000"/>
            </a:lnSpc>
            <a:spcBef>
              <a:spcPct val="0"/>
            </a:spcBef>
            <a:spcAft>
              <a:spcPct val="35000"/>
            </a:spcAft>
            <a:buNone/>
          </a:pPr>
          <a:r>
            <a:rPr lang="fr-FR" sz="1900" kern="1200" dirty="0"/>
            <a:t>Identifier ses propres valeurs, croyances et limites pour ne pas les projeter sur les personnes accompagnées.</a:t>
          </a:r>
          <a:endParaRPr lang="en-US" sz="1900" kern="1200" dirty="0"/>
        </a:p>
      </dsp:txBody>
      <dsp:txXfrm>
        <a:off x="3999222" y="1893"/>
        <a:ext cx="2929383" cy="1757630"/>
      </dsp:txXfrm>
    </dsp:sp>
    <dsp:sp modelId="{4E2DD19E-9609-41E6-82F7-887D949E8A59}">
      <dsp:nvSpPr>
        <dsp:cNvPr id="0" name=""/>
        <dsp:cNvSpPr/>
      </dsp:nvSpPr>
      <dsp:spPr>
        <a:xfrm>
          <a:off x="1860772" y="1757723"/>
          <a:ext cx="7206284" cy="643158"/>
        </a:xfrm>
        <a:custGeom>
          <a:avLst/>
          <a:gdLst/>
          <a:ahLst/>
          <a:cxnLst/>
          <a:rect l="0" t="0" r="0" b="0"/>
          <a:pathLst>
            <a:path>
              <a:moveTo>
                <a:pt x="7206284" y="0"/>
              </a:moveTo>
              <a:lnTo>
                <a:pt x="7206284" y="338679"/>
              </a:lnTo>
              <a:lnTo>
                <a:pt x="0" y="338679"/>
              </a:lnTo>
              <a:lnTo>
                <a:pt x="0" y="643158"/>
              </a:lnTo>
            </a:path>
          </a:pathLst>
        </a:custGeom>
        <a:noFill/>
        <a:ln w="6350" cap="flat" cmpd="sng" algn="ctr">
          <a:solidFill>
            <a:schemeClr val="accent2">
              <a:hueOff val="-727682"/>
              <a:satOff val="-41964"/>
              <a:lumOff val="4314"/>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82971" y="2075933"/>
        <a:ext cx="361885" cy="6737"/>
      </dsp:txXfrm>
    </dsp:sp>
    <dsp:sp modelId="{335F3BE6-1E9E-4594-8B02-21CBE6E58924}">
      <dsp:nvSpPr>
        <dsp:cNvPr id="0" name=""/>
        <dsp:cNvSpPr/>
      </dsp:nvSpPr>
      <dsp:spPr>
        <a:xfrm>
          <a:off x="7602364" y="1893"/>
          <a:ext cx="2929383" cy="1757630"/>
        </a:xfrm>
        <a:prstGeom prst="rect">
          <a:avLst/>
        </a:prstGeom>
        <a:solidFill>
          <a:schemeClr val="accent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542" tIns="150673" rIns="143542" bIns="150673" numCol="1" spcCol="1270" anchor="ctr" anchorCtr="0">
          <a:noAutofit/>
        </a:bodyPr>
        <a:lstStyle/>
        <a:p>
          <a:pPr marL="0" lvl="0" indent="0" algn="ctr" defTabSz="844550">
            <a:lnSpc>
              <a:spcPct val="90000"/>
            </a:lnSpc>
            <a:spcBef>
              <a:spcPct val="0"/>
            </a:spcBef>
            <a:spcAft>
              <a:spcPct val="35000"/>
            </a:spcAft>
            <a:buNone/>
          </a:pPr>
          <a:r>
            <a:rPr lang="fr-FR" sz="1900" kern="1200"/>
            <a:t>Être conscient de ses émotions et savoir les gérer dans un cadre professionnel.</a:t>
          </a:r>
          <a:endParaRPr lang="en-US" sz="1900" kern="1200"/>
        </a:p>
      </dsp:txBody>
      <dsp:txXfrm>
        <a:off x="7602364" y="1893"/>
        <a:ext cx="2929383" cy="1757630"/>
      </dsp:txXfrm>
    </dsp:sp>
    <dsp:sp modelId="{C25B8C5C-2A18-468C-B890-561F3F7EB7EF}">
      <dsp:nvSpPr>
        <dsp:cNvPr id="0" name=""/>
        <dsp:cNvSpPr/>
      </dsp:nvSpPr>
      <dsp:spPr>
        <a:xfrm>
          <a:off x="3323664" y="3266376"/>
          <a:ext cx="643158" cy="91440"/>
        </a:xfrm>
        <a:custGeom>
          <a:avLst/>
          <a:gdLst/>
          <a:ahLst/>
          <a:cxnLst/>
          <a:rect l="0" t="0" r="0" b="0"/>
          <a:pathLst>
            <a:path>
              <a:moveTo>
                <a:pt x="0" y="45720"/>
              </a:moveTo>
              <a:lnTo>
                <a:pt x="643158" y="45720"/>
              </a:lnTo>
            </a:path>
          </a:pathLst>
        </a:custGeom>
        <a:noFill/>
        <a:ln w="6350" cap="flat" cmpd="sng" algn="ctr">
          <a:solidFill>
            <a:schemeClr val="accent2">
              <a:hueOff val="-1091522"/>
              <a:satOff val="-62946"/>
              <a:lumOff val="647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28399" y="3308728"/>
        <a:ext cx="33687" cy="6737"/>
      </dsp:txXfrm>
    </dsp:sp>
    <dsp:sp modelId="{4076DC84-D3D7-44C6-AB12-CD75752A0B3B}">
      <dsp:nvSpPr>
        <dsp:cNvPr id="0" name=""/>
        <dsp:cNvSpPr/>
      </dsp:nvSpPr>
      <dsp:spPr>
        <a:xfrm>
          <a:off x="396080" y="2433281"/>
          <a:ext cx="2929383" cy="1757630"/>
        </a:xfrm>
        <a:prstGeom prst="rect">
          <a:avLst/>
        </a:prstGeom>
        <a:solidFill>
          <a:srgbClr val="00B050"/>
        </a:solidFill>
        <a:ln w="381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542" tIns="150673" rIns="143542" bIns="150673" numCol="1" spcCol="1270" anchor="ctr" anchorCtr="0">
          <a:noAutofit/>
        </a:bodyPr>
        <a:lstStyle/>
        <a:p>
          <a:pPr marL="0" lvl="0" indent="0" algn="ctr" defTabSz="844550">
            <a:lnSpc>
              <a:spcPct val="90000"/>
            </a:lnSpc>
            <a:spcBef>
              <a:spcPct val="0"/>
            </a:spcBef>
            <a:spcAft>
              <a:spcPct val="35000"/>
            </a:spcAft>
            <a:buNone/>
          </a:pPr>
          <a:r>
            <a:rPr lang="fr-FR" sz="1900" b="1" kern="1200" dirty="0">
              <a:solidFill>
                <a:schemeClr val="tx1"/>
              </a:solidFill>
            </a:rPr>
            <a:t>Respect de l’autre</a:t>
          </a:r>
          <a:endParaRPr lang="en-US" sz="1900" kern="1200" dirty="0">
            <a:solidFill>
              <a:schemeClr val="tx1"/>
            </a:solidFill>
          </a:endParaRPr>
        </a:p>
      </dsp:txBody>
      <dsp:txXfrm>
        <a:off x="396080" y="2433281"/>
        <a:ext cx="2929383" cy="1757630"/>
      </dsp:txXfrm>
    </dsp:sp>
    <dsp:sp modelId="{28442A3D-D19D-43B8-BB3F-4BFF09BAA16F}">
      <dsp:nvSpPr>
        <dsp:cNvPr id="0" name=""/>
        <dsp:cNvSpPr/>
      </dsp:nvSpPr>
      <dsp:spPr>
        <a:xfrm>
          <a:off x="6926806" y="3266376"/>
          <a:ext cx="643158" cy="91440"/>
        </a:xfrm>
        <a:custGeom>
          <a:avLst/>
          <a:gdLst/>
          <a:ahLst/>
          <a:cxnLst/>
          <a:rect l="0" t="0" r="0" b="0"/>
          <a:pathLst>
            <a:path>
              <a:moveTo>
                <a:pt x="0" y="45720"/>
              </a:moveTo>
              <a:lnTo>
                <a:pt x="643158" y="45720"/>
              </a:lnTo>
            </a:path>
          </a:pathLst>
        </a:custGeom>
        <a:noFill/>
        <a:ln w="6350" cap="flat" cmpd="sng" algn="ctr">
          <a:solidFill>
            <a:schemeClr val="accent2">
              <a:hueOff val="-1455363"/>
              <a:satOff val="-83928"/>
              <a:lumOff val="8628"/>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231541" y="3308728"/>
        <a:ext cx="33687" cy="6737"/>
      </dsp:txXfrm>
    </dsp:sp>
    <dsp:sp modelId="{4C78C324-0091-4B01-AE4A-060F130A5DE5}">
      <dsp:nvSpPr>
        <dsp:cNvPr id="0" name=""/>
        <dsp:cNvSpPr/>
      </dsp:nvSpPr>
      <dsp:spPr>
        <a:xfrm>
          <a:off x="3999222" y="2433281"/>
          <a:ext cx="2929383" cy="1757630"/>
        </a:xfrm>
        <a:prstGeom prst="rect">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542" tIns="150673" rIns="143542" bIns="150673" numCol="1" spcCol="1270" anchor="ctr" anchorCtr="0">
          <a:noAutofit/>
        </a:bodyPr>
        <a:lstStyle/>
        <a:p>
          <a:pPr marL="0" lvl="0" indent="0" algn="ctr" defTabSz="844550">
            <a:lnSpc>
              <a:spcPct val="90000"/>
            </a:lnSpc>
            <a:spcBef>
              <a:spcPct val="0"/>
            </a:spcBef>
            <a:spcAft>
              <a:spcPct val="35000"/>
            </a:spcAft>
            <a:buNone/>
          </a:pPr>
          <a:r>
            <a:rPr lang="fr-FR" sz="1900" kern="1200"/>
            <a:t>Reconnaître et respecter la singularité de chaque personne : ses besoins, son rythme, ses choix.</a:t>
          </a:r>
          <a:endParaRPr lang="en-US" sz="1900" kern="1200"/>
        </a:p>
      </dsp:txBody>
      <dsp:txXfrm>
        <a:off x="3999222" y="2433281"/>
        <a:ext cx="2929383" cy="1757630"/>
      </dsp:txXfrm>
    </dsp:sp>
    <dsp:sp modelId="{A5B4E2EA-AE6D-4F5F-B603-82C7E1748C04}">
      <dsp:nvSpPr>
        <dsp:cNvPr id="0" name=""/>
        <dsp:cNvSpPr/>
      </dsp:nvSpPr>
      <dsp:spPr>
        <a:xfrm>
          <a:off x="7602364" y="2433281"/>
          <a:ext cx="2929383" cy="1757630"/>
        </a:xfrm>
        <a:prstGeom prst="rect">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542" tIns="150673" rIns="143542" bIns="150673" numCol="1" spcCol="1270" anchor="ctr" anchorCtr="0">
          <a:noAutofit/>
        </a:bodyPr>
        <a:lstStyle/>
        <a:p>
          <a:pPr marL="0" lvl="0" indent="0" algn="ctr" defTabSz="844550">
            <a:lnSpc>
              <a:spcPct val="90000"/>
            </a:lnSpc>
            <a:spcBef>
              <a:spcPct val="0"/>
            </a:spcBef>
            <a:spcAft>
              <a:spcPct val="35000"/>
            </a:spcAft>
            <a:buNone/>
          </a:pPr>
          <a:r>
            <a:rPr lang="fr-FR" sz="1900" kern="1200"/>
            <a:t>Pratiquer une écoute active et non jugeante pour comprendre la personne dans sa globalité.</a:t>
          </a:r>
          <a:endParaRPr lang="en-US" sz="1900" kern="1200"/>
        </a:p>
      </dsp:txBody>
      <dsp:txXfrm>
        <a:off x="7602364" y="2433281"/>
        <a:ext cx="2929383" cy="1757630"/>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045381-2D66-4016-B2B1-741EFFE2F21B}">
      <dsp:nvSpPr>
        <dsp:cNvPr id="0" name=""/>
        <dsp:cNvSpPr/>
      </dsp:nvSpPr>
      <dsp:spPr>
        <a:xfrm>
          <a:off x="2968203" y="511688"/>
          <a:ext cx="395868" cy="91440"/>
        </a:xfrm>
        <a:custGeom>
          <a:avLst/>
          <a:gdLst/>
          <a:ahLst/>
          <a:cxnLst/>
          <a:rect l="0" t="0" r="0" b="0"/>
          <a:pathLst>
            <a:path>
              <a:moveTo>
                <a:pt x="0" y="45720"/>
              </a:moveTo>
              <a:lnTo>
                <a:pt x="395868"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55475" y="555276"/>
        <a:ext cx="21323" cy="4264"/>
      </dsp:txXfrm>
    </dsp:sp>
    <dsp:sp modelId="{C2831B4E-57DA-4A40-861D-B546936CA7A2}">
      <dsp:nvSpPr>
        <dsp:cNvPr id="0" name=""/>
        <dsp:cNvSpPr/>
      </dsp:nvSpPr>
      <dsp:spPr>
        <a:xfrm>
          <a:off x="1115793" y="1146"/>
          <a:ext cx="1854209" cy="1112525"/>
        </a:xfrm>
        <a:prstGeom prst="rect">
          <a:avLst/>
        </a:prstGeom>
        <a:solidFill>
          <a:schemeClr val="bg2"/>
        </a:solidFill>
        <a:ln w="38100"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858" tIns="95371" rIns="90858" bIns="95371" numCol="1" spcCol="1270" anchor="ctr" anchorCtr="0">
          <a:noAutofit/>
        </a:bodyPr>
        <a:lstStyle/>
        <a:p>
          <a:pPr marL="0" lvl="0" indent="0" algn="ctr" defTabSz="533400">
            <a:lnSpc>
              <a:spcPct val="90000"/>
            </a:lnSpc>
            <a:spcBef>
              <a:spcPct val="0"/>
            </a:spcBef>
            <a:spcAft>
              <a:spcPct val="35000"/>
            </a:spcAft>
            <a:buNone/>
          </a:pPr>
          <a:r>
            <a:rPr lang="fr-FR" sz="1200" b="1" kern="1200" dirty="0">
              <a:solidFill>
                <a:schemeClr val="tx1"/>
              </a:solidFill>
            </a:rPr>
            <a:t>Neutralité bienveillante</a:t>
          </a:r>
          <a:endParaRPr lang="en-US" sz="1200" kern="1200" dirty="0">
            <a:solidFill>
              <a:schemeClr val="tx1"/>
            </a:solidFill>
          </a:endParaRPr>
        </a:p>
      </dsp:txBody>
      <dsp:txXfrm>
        <a:off x="1115793" y="1146"/>
        <a:ext cx="1854209" cy="1112525"/>
      </dsp:txXfrm>
    </dsp:sp>
    <dsp:sp modelId="{E04D8646-B582-4768-A16E-ABF71ECF8D74}">
      <dsp:nvSpPr>
        <dsp:cNvPr id="0" name=""/>
        <dsp:cNvSpPr/>
      </dsp:nvSpPr>
      <dsp:spPr>
        <a:xfrm>
          <a:off x="5248880" y="511688"/>
          <a:ext cx="395868" cy="91440"/>
        </a:xfrm>
        <a:custGeom>
          <a:avLst/>
          <a:gdLst/>
          <a:ahLst/>
          <a:cxnLst/>
          <a:rect l="0" t="0" r="0" b="0"/>
          <a:pathLst>
            <a:path>
              <a:moveTo>
                <a:pt x="0" y="45720"/>
              </a:moveTo>
              <a:lnTo>
                <a:pt x="395868" y="45720"/>
              </a:lnTo>
            </a:path>
          </a:pathLst>
        </a:custGeom>
        <a:noFill/>
        <a:ln w="6350" cap="flat" cmpd="sng" algn="ctr">
          <a:solidFill>
            <a:schemeClr val="accent2">
              <a:hueOff val="-207909"/>
              <a:satOff val="-11990"/>
              <a:lumOff val="1233"/>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36152" y="555276"/>
        <a:ext cx="21323" cy="4264"/>
      </dsp:txXfrm>
    </dsp:sp>
    <dsp:sp modelId="{89F320A1-598E-4036-A26A-8E95A3BCFC27}">
      <dsp:nvSpPr>
        <dsp:cNvPr id="0" name=""/>
        <dsp:cNvSpPr/>
      </dsp:nvSpPr>
      <dsp:spPr>
        <a:xfrm>
          <a:off x="3396471" y="1146"/>
          <a:ext cx="1854209" cy="1112525"/>
        </a:xfrm>
        <a:prstGeom prst="rect">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858" tIns="95371" rIns="90858" bIns="95371" numCol="1" spcCol="1270" anchor="ctr" anchorCtr="0">
          <a:noAutofit/>
        </a:bodyPr>
        <a:lstStyle/>
        <a:p>
          <a:pPr marL="0" lvl="0" indent="0" algn="ctr" defTabSz="533400">
            <a:lnSpc>
              <a:spcPct val="90000"/>
            </a:lnSpc>
            <a:spcBef>
              <a:spcPct val="0"/>
            </a:spcBef>
            <a:spcAft>
              <a:spcPct val="35000"/>
            </a:spcAft>
            <a:buNone/>
          </a:pPr>
          <a:r>
            <a:rPr lang="fr-FR" sz="1200" kern="1200"/>
            <a:t>Adopter une posture équilibrée entre empathie et distance professionnelle.</a:t>
          </a:r>
          <a:endParaRPr lang="en-US" sz="1200" kern="1200"/>
        </a:p>
      </dsp:txBody>
      <dsp:txXfrm>
        <a:off x="3396471" y="1146"/>
        <a:ext cx="1854209" cy="1112525"/>
      </dsp:txXfrm>
    </dsp:sp>
    <dsp:sp modelId="{6D571677-621B-4854-888F-55010C748B1F}">
      <dsp:nvSpPr>
        <dsp:cNvPr id="0" name=""/>
        <dsp:cNvSpPr/>
      </dsp:nvSpPr>
      <dsp:spPr>
        <a:xfrm>
          <a:off x="7529557" y="511688"/>
          <a:ext cx="395868" cy="91440"/>
        </a:xfrm>
        <a:custGeom>
          <a:avLst/>
          <a:gdLst/>
          <a:ahLst/>
          <a:cxnLst/>
          <a:rect l="0" t="0" r="0" b="0"/>
          <a:pathLst>
            <a:path>
              <a:moveTo>
                <a:pt x="0" y="45720"/>
              </a:moveTo>
              <a:lnTo>
                <a:pt x="395868" y="45720"/>
              </a:lnTo>
            </a:path>
          </a:pathLst>
        </a:custGeom>
        <a:noFill/>
        <a:ln w="6350" cap="flat" cmpd="sng" algn="ctr">
          <a:solidFill>
            <a:schemeClr val="accent2">
              <a:hueOff val="-415818"/>
              <a:satOff val="-23979"/>
              <a:lumOff val="2465"/>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716830" y="555276"/>
        <a:ext cx="21323" cy="4264"/>
      </dsp:txXfrm>
    </dsp:sp>
    <dsp:sp modelId="{A87E557C-A36D-4FEC-8581-DBA0B800909C}">
      <dsp:nvSpPr>
        <dsp:cNvPr id="0" name=""/>
        <dsp:cNvSpPr/>
      </dsp:nvSpPr>
      <dsp:spPr>
        <a:xfrm>
          <a:off x="5677148" y="1146"/>
          <a:ext cx="1854209" cy="1112525"/>
        </a:xfrm>
        <a:prstGeom prst="rect">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858" tIns="95371" rIns="90858" bIns="95371" numCol="1" spcCol="1270" anchor="ctr" anchorCtr="0">
          <a:noAutofit/>
        </a:bodyPr>
        <a:lstStyle/>
        <a:p>
          <a:pPr marL="0" lvl="0" indent="0" algn="ctr" defTabSz="533400">
            <a:lnSpc>
              <a:spcPct val="90000"/>
            </a:lnSpc>
            <a:spcBef>
              <a:spcPct val="0"/>
            </a:spcBef>
            <a:spcAft>
              <a:spcPct val="35000"/>
            </a:spcAft>
            <a:buNone/>
          </a:pPr>
          <a:r>
            <a:rPr lang="fr-FR" sz="1200" kern="1200"/>
            <a:t>Éviter les attitudes paternalistes ou intrusives.</a:t>
          </a:r>
          <a:endParaRPr lang="en-US" sz="1200" kern="1200"/>
        </a:p>
      </dsp:txBody>
      <dsp:txXfrm>
        <a:off x="5677148" y="1146"/>
        <a:ext cx="1854209" cy="1112525"/>
      </dsp:txXfrm>
    </dsp:sp>
    <dsp:sp modelId="{765892A2-ABD0-4B97-AF69-FDEB57ECFE6D}">
      <dsp:nvSpPr>
        <dsp:cNvPr id="0" name=""/>
        <dsp:cNvSpPr/>
      </dsp:nvSpPr>
      <dsp:spPr>
        <a:xfrm>
          <a:off x="2042898" y="1111871"/>
          <a:ext cx="6842032" cy="395868"/>
        </a:xfrm>
        <a:custGeom>
          <a:avLst/>
          <a:gdLst/>
          <a:ahLst/>
          <a:cxnLst/>
          <a:rect l="0" t="0" r="0" b="0"/>
          <a:pathLst>
            <a:path>
              <a:moveTo>
                <a:pt x="6842032" y="0"/>
              </a:moveTo>
              <a:lnTo>
                <a:pt x="6842032" y="215034"/>
              </a:lnTo>
              <a:lnTo>
                <a:pt x="0" y="215034"/>
              </a:lnTo>
              <a:lnTo>
                <a:pt x="0" y="395868"/>
              </a:lnTo>
            </a:path>
          </a:pathLst>
        </a:custGeom>
        <a:noFill/>
        <a:ln w="6350" cap="flat" cmpd="sng" algn="ctr">
          <a:solidFill>
            <a:schemeClr val="accent2">
              <a:hueOff val="-623727"/>
              <a:satOff val="-35969"/>
              <a:lumOff val="3698"/>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92531" y="1307673"/>
        <a:ext cx="342765" cy="4264"/>
      </dsp:txXfrm>
    </dsp:sp>
    <dsp:sp modelId="{387681EA-2C7E-4B36-8B24-1C7D107397F9}">
      <dsp:nvSpPr>
        <dsp:cNvPr id="0" name=""/>
        <dsp:cNvSpPr/>
      </dsp:nvSpPr>
      <dsp:spPr>
        <a:xfrm>
          <a:off x="7957825" y="1146"/>
          <a:ext cx="1854209" cy="1112525"/>
        </a:xfrm>
        <a:prstGeom prst="rect">
          <a:avLst/>
        </a:prstGeom>
        <a:solidFill>
          <a:srgbClr val="CC0000"/>
        </a:solidFill>
        <a:ln w="38100"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858" tIns="95371" rIns="90858" bIns="95371" numCol="1" spcCol="1270" anchor="ctr" anchorCtr="0">
          <a:noAutofit/>
        </a:bodyPr>
        <a:lstStyle/>
        <a:p>
          <a:pPr marL="0" lvl="0" indent="0" algn="ctr" defTabSz="533400">
            <a:lnSpc>
              <a:spcPct val="90000"/>
            </a:lnSpc>
            <a:spcBef>
              <a:spcPct val="0"/>
            </a:spcBef>
            <a:spcAft>
              <a:spcPct val="35000"/>
            </a:spcAft>
            <a:buNone/>
          </a:pPr>
          <a:r>
            <a:rPr lang="fr-FR" sz="1200" b="1" kern="1200" dirty="0">
              <a:solidFill>
                <a:schemeClr val="tx1"/>
              </a:solidFill>
            </a:rPr>
            <a:t>Responsabilité et professionnalisme</a:t>
          </a:r>
          <a:endParaRPr lang="en-US" sz="1200" kern="1200" dirty="0">
            <a:solidFill>
              <a:schemeClr val="tx1"/>
            </a:solidFill>
          </a:endParaRPr>
        </a:p>
      </dsp:txBody>
      <dsp:txXfrm>
        <a:off x="7957825" y="1146"/>
        <a:ext cx="1854209" cy="1112525"/>
      </dsp:txXfrm>
    </dsp:sp>
    <dsp:sp modelId="{A08243FA-A924-447A-A838-E992C2614EE3}">
      <dsp:nvSpPr>
        <dsp:cNvPr id="0" name=""/>
        <dsp:cNvSpPr/>
      </dsp:nvSpPr>
      <dsp:spPr>
        <a:xfrm>
          <a:off x="2968203" y="2050682"/>
          <a:ext cx="395868" cy="91440"/>
        </a:xfrm>
        <a:custGeom>
          <a:avLst/>
          <a:gdLst/>
          <a:ahLst/>
          <a:cxnLst/>
          <a:rect l="0" t="0" r="0" b="0"/>
          <a:pathLst>
            <a:path>
              <a:moveTo>
                <a:pt x="0" y="45720"/>
              </a:moveTo>
              <a:lnTo>
                <a:pt x="395868" y="45720"/>
              </a:lnTo>
            </a:path>
          </a:pathLst>
        </a:custGeom>
        <a:noFill/>
        <a:ln w="6350" cap="flat" cmpd="sng" algn="ctr">
          <a:solidFill>
            <a:schemeClr val="accent2">
              <a:hueOff val="-831636"/>
              <a:satOff val="-47959"/>
              <a:lumOff val="493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55475" y="2094270"/>
        <a:ext cx="21323" cy="4264"/>
      </dsp:txXfrm>
    </dsp:sp>
    <dsp:sp modelId="{B023DA95-72E3-4017-BDE1-39A38B65B994}">
      <dsp:nvSpPr>
        <dsp:cNvPr id="0" name=""/>
        <dsp:cNvSpPr/>
      </dsp:nvSpPr>
      <dsp:spPr>
        <a:xfrm>
          <a:off x="1115793" y="1540139"/>
          <a:ext cx="1854209" cy="1112525"/>
        </a:xfrm>
        <a:prstGeom prst="rect">
          <a:avLst/>
        </a:prstGeom>
        <a:solidFill>
          <a:srgbClr val="CC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858" tIns="95371" rIns="90858" bIns="95371" numCol="1" spcCol="1270" anchor="ctr" anchorCtr="0">
          <a:noAutofit/>
        </a:bodyPr>
        <a:lstStyle/>
        <a:p>
          <a:pPr marL="0" lvl="0" indent="0" algn="ctr" defTabSz="533400">
            <a:lnSpc>
              <a:spcPct val="90000"/>
            </a:lnSpc>
            <a:spcBef>
              <a:spcPct val="0"/>
            </a:spcBef>
            <a:spcAft>
              <a:spcPct val="35000"/>
            </a:spcAft>
            <a:buNone/>
          </a:pPr>
          <a:r>
            <a:rPr lang="fr-FR" sz="1200" kern="1200"/>
            <a:t>Assumer ses actes et décisions dans une démarche de bientraitance.</a:t>
          </a:r>
          <a:endParaRPr lang="en-US" sz="1200" kern="1200"/>
        </a:p>
      </dsp:txBody>
      <dsp:txXfrm>
        <a:off x="1115793" y="1540139"/>
        <a:ext cx="1854209" cy="1112525"/>
      </dsp:txXfrm>
    </dsp:sp>
    <dsp:sp modelId="{D182B6B9-747C-49F9-9B28-2693F59ACDA2}">
      <dsp:nvSpPr>
        <dsp:cNvPr id="0" name=""/>
        <dsp:cNvSpPr/>
      </dsp:nvSpPr>
      <dsp:spPr>
        <a:xfrm>
          <a:off x="5248880" y="2050682"/>
          <a:ext cx="395868" cy="91440"/>
        </a:xfrm>
        <a:custGeom>
          <a:avLst/>
          <a:gdLst/>
          <a:ahLst/>
          <a:cxnLst/>
          <a:rect l="0" t="0" r="0" b="0"/>
          <a:pathLst>
            <a:path>
              <a:moveTo>
                <a:pt x="0" y="45720"/>
              </a:moveTo>
              <a:lnTo>
                <a:pt x="395868" y="45720"/>
              </a:lnTo>
            </a:path>
          </a:pathLst>
        </a:custGeom>
        <a:noFill/>
        <a:ln w="6350" cap="flat" cmpd="sng" algn="ctr">
          <a:solidFill>
            <a:schemeClr val="accent2">
              <a:hueOff val="-1039545"/>
              <a:satOff val="-59949"/>
              <a:lumOff val="6163"/>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36152" y="2094270"/>
        <a:ext cx="21323" cy="4264"/>
      </dsp:txXfrm>
    </dsp:sp>
    <dsp:sp modelId="{A08D7CBD-B421-488F-9B25-4F58449DBC53}">
      <dsp:nvSpPr>
        <dsp:cNvPr id="0" name=""/>
        <dsp:cNvSpPr/>
      </dsp:nvSpPr>
      <dsp:spPr>
        <a:xfrm>
          <a:off x="3396471" y="1540139"/>
          <a:ext cx="1854209" cy="1112525"/>
        </a:xfrm>
        <a:prstGeom prst="rect">
          <a:avLst/>
        </a:prstGeom>
        <a:solidFill>
          <a:srgbClr val="CC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858" tIns="95371" rIns="90858" bIns="95371" numCol="1" spcCol="1270" anchor="ctr" anchorCtr="0">
          <a:noAutofit/>
        </a:bodyPr>
        <a:lstStyle/>
        <a:p>
          <a:pPr marL="0" lvl="0" indent="0" algn="ctr" defTabSz="533400">
            <a:lnSpc>
              <a:spcPct val="90000"/>
            </a:lnSpc>
            <a:spcBef>
              <a:spcPct val="0"/>
            </a:spcBef>
            <a:spcAft>
              <a:spcPct val="35000"/>
            </a:spcAft>
            <a:buNone/>
          </a:pPr>
          <a:r>
            <a:rPr lang="fr-FR" sz="1200" kern="1200" dirty="0"/>
            <a:t>S'appuyer sur les bonnes pratiques, la législation et les recommandations professionnelles (HAS, SFGG, etc.).</a:t>
          </a:r>
          <a:endParaRPr lang="en-US" sz="1200" kern="1200" dirty="0"/>
        </a:p>
      </dsp:txBody>
      <dsp:txXfrm>
        <a:off x="3396471" y="1540139"/>
        <a:ext cx="1854209" cy="1112525"/>
      </dsp:txXfrm>
    </dsp:sp>
    <dsp:sp modelId="{487FFFE7-6874-4233-8E37-59E81DBA24BD}">
      <dsp:nvSpPr>
        <dsp:cNvPr id="0" name=""/>
        <dsp:cNvSpPr/>
      </dsp:nvSpPr>
      <dsp:spPr>
        <a:xfrm>
          <a:off x="7529557" y="2050682"/>
          <a:ext cx="395868" cy="91440"/>
        </a:xfrm>
        <a:custGeom>
          <a:avLst/>
          <a:gdLst/>
          <a:ahLst/>
          <a:cxnLst/>
          <a:rect l="0" t="0" r="0" b="0"/>
          <a:pathLst>
            <a:path>
              <a:moveTo>
                <a:pt x="0" y="45720"/>
              </a:moveTo>
              <a:lnTo>
                <a:pt x="395868" y="45720"/>
              </a:lnTo>
            </a:path>
          </a:pathLst>
        </a:custGeom>
        <a:noFill/>
        <a:ln w="6350" cap="flat" cmpd="sng" algn="ctr">
          <a:solidFill>
            <a:schemeClr val="accent2">
              <a:hueOff val="-1247454"/>
              <a:satOff val="-71938"/>
              <a:lumOff val="7395"/>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716830" y="2094270"/>
        <a:ext cx="21323" cy="4264"/>
      </dsp:txXfrm>
    </dsp:sp>
    <dsp:sp modelId="{786B279F-31C4-41D0-B828-07BF137E901E}">
      <dsp:nvSpPr>
        <dsp:cNvPr id="0" name=""/>
        <dsp:cNvSpPr/>
      </dsp:nvSpPr>
      <dsp:spPr>
        <a:xfrm>
          <a:off x="5677148" y="1540139"/>
          <a:ext cx="1854209" cy="1112525"/>
        </a:xfrm>
        <a:prstGeom prst="rect">
          <a:avLst/>
        </a:prstGeom>
        <a:solidFill>
          <a:srgbClr val="00B0F0"/>
        </a:solidFill>
        <a:ln w="38100"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858" tIns="95371" rIns="90858" bIns="95371" numCol="1" spcCol="1270" anchor="ctr" anchorCtr="0">
          <a:noAutofit/>
        </a:bodyPr>
        <a:lstStyle/>
        <a:p>
          <a:pPr marL="0" lvl="0" indent="0" algn="ctr" defTabSz="533400">
            <a:lnSpc>
              <a:spcPct val="90000"/>
            </a:lnSpc>
            <a:spcBef>
              <a:spcPct val="0"/>
            </a:spcBef>
            <a:spcAft>
              <a:spcPct val="35000"/>
            </a:spcAft>
            <a:buNone/>
          </a:pPr>
          <a:r>
            <a:rPr lang="fr-FR" sz="1200" b="1" kern="1200" dirty="0">
              <a:solidFill>
                <a:schemeClr val="tx1"/>
              </a:solidFill>
            </a:rPr>
            <a:t>Collaboration avec l’équipe et l’entourage</a:t>
          </a:r>
          <a:endParaRPr lang="en-US" sz="1200" kern="1200" dirty="0">
            <a:solidFill>
              <a:schemeClr val="tx1"/>
            </a:solidFill>
          </a:endParaRPr>
        </a:p>
      </dsp:txBody>
      <dsp:txXfrm>
        <a:off x="5677148" y="1540139"/>
        <a:ext cx="1854209" cy="1112525"/>
      </dsp:txXfrm>
    </dsp:sp>
    <dsp:sp modelId="{F70710BC-C7E2-4F1A-AE26-DB0B2CA554D0}">
      <dsp:nvSpPr>
        <dsp:cNvPr id="0" name=""/>
        <dsp:cNvSpPr/>
      </dsp:nvSpPr>
      <dsp:spPr>
        <a:xfrm>
          <a:off x="2042898" y="2650865"/>
          <a:ext cx="6842032" cy="395868"/>
        </a:xfrm>
        <a:custGeom>
          <a:avLst/>
          <a:gdLst/>
          <a:ahLst/>
          <a:cxnLst/>
          <a:rect l="0" t="0" r="0" b="0"/>
          <a:pathLst>
            <a:path>
              <a:moveTo>
                <a:pt x="6842032" y="0"/>
              </a:moveTo>
              <a:lnTo>
                <a:pt x="6842032" y="215034"/>
              </a:lnTo>
              <a:lnTo>
                <a:pt x="0" y="215034"/>
              </a:lnTo>
              <a:lnTo>
                <a:pt x="0" y="395868"/>
              </a:lnTo>
            </a:path>
          </a:pathLst>
        </a:custGeom>
        <a:noFill/>
        <a:ln w="6350" cap="flat" cmpd="sng" algn="ctr">
          <a:solidFill>
            <a:schemeClr val="accent2">
              <a:hueOff val="-1455363"/>
              <a:satOff val="-83928"/>
              <a:lumOff val="8628"/>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92531" y="2846667"/>
        <a:ext cx="342765" cy="4264"/>
      </dsp:txXfrm>
    </dsp:sp>
    <dsp:sp modelId="{5921CA6B-78A2-483B-80C2-D1B2D72642D5}">
      <dsp:nvSpPr>
        <dsp:cNvPr id="0" name=""/>
        <dsp:cNvSpPr/>
      </dsp:nvSpPr>
      <dsp:spPr>
        <a:xfrm>
          <a:off x="7957825" y="1540139"/>
          <a:ext cx="1854209" cy="1112525"/>
        </a:xfrm>
        <a:prstGeom prst="rect">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858" tIns="95371" rIns="90858" bIns="95371" numCol="1" spcCol="1270" anchor="ctr" anchorCtr="0">
          <a:noAutofit/>
        </a:bodyPr>
        <a:lstStyle/>
        <a:p>
          <a:pPr marL="0" lvl="0" indent="0" algn="ctr" defTabSz="533400">
            <a:lnSpc>
              <a:spcPct val="90000"/>
            </a:lnSpc>
            <a:spcBef>
              <a:spcPct val="0"/>
            </a:spcBef>
            <a:spcAft>
              <a:spcPct val="35000"/>
            </a:spcAft>
            <a:buNone/>
          </a:pPr>
          <a:r>
            <a:rPr lang="fr-FR" sz="1200" kern="1200"/>
            <a:t>Travailler en cohérence avec les autres professionnels pour offrir une réponse collective et coordonnée.</a:t>
          </a:r>
          <a:endParaRPr lang="en-US" sz="1200" kern="1200"/>
        </a:p>
      </dsp:txBody>
      <dsp:txXfrm>
        <a:off x="7957825" y="1540139"/>
        <a:ext cx="1854209" cy="1112525"/>
      </dsp:txXfrm>
    </dsp:sp>
    <dsp:sp modelId="{663F3104-4D3D-48BC-9C69-FA698AEA5B33}">
      <dsp:nvSpPr>
        <dsp:cNvPr id="0" name=""/>
        <dsp:cNvSpPr/>
      </dsp:nvSpPr>
      <dsp:spPr>
        <a:xfrm>
          <a:off x="1115793" y="3079133"/>
          <a:ext cx="1854209" cy="1112525"/>
        </a:xfrm>
        <a:prstGeom prst="rect">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858" tIns="95371" rIns="90858" bIns="95371" numCol="1" spcCol="1270" anchor="ctr" anchorCtr="0">
          <a:noAutofit/>
        </a:bodyPr>
        <a:lstStyle/>
        <a:p>
          <a:pPr marL="0" lvl="0" indent="0" algn="ctr" defTabSz="533400">
            <a:lnSpc>
              <a:spcPct val="90000"/>
            </a:lnSpc>
            <a:spcBef>
              <a:spcPct val="0"/>
            </a:spcBef>
            <a:spcAft>
              <a:spcPct val="35000"/>
            </a:spcAft>
            <a:buNone/>
          </a:pPr>
          <a:r>
            <a:rPr lang="fr-FR" sz="1200" kern="1200"/>
            <a:t>Respecter le rôle et les responsabilités de chaque acteur dans la prise en charge.</a:t>
          </a:r>
          <a:endParaRPr lang="en-US" sz="1200" kern="1200"/>
        </a:p>
      </dsp:txBody>
      <dsp:txXfrm>
        <a:off x="1115793" y="3079133"/>
        <a:ext cx="1854209" cy="1112525"/>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4DC53A-41AE-4183-98F5-D3CCE27FD9BD}">
      <dsp:nvSpPr>
        <dsp:cNvPr id="0" name=""/>
        <dsp:cNvSpPr/>
      </dsp:nvSpPr>
      <dsp:spPr>
        <a:xfrm>
          <a:off x="3201" y="998291"/>
          <a:ext cx="2285879" cy="1451533"/>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DBF4E94-54DB-425D-B055-5195D176BAB8}">
      <dsp:nvSpPr>
        <dsp:cNvPr id="0" name=""/>
        <dsp:cNvSpPr/>
      </dsp:nvSpPr>
      <dsp:spPr>
        <a:xfrm>
          <a:off x="257188" y="1239579"/>
          <a:ext cx="2285879" cy="1451533"/>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fr-FR" sz="2500" kern="1200"/>
            <a:t>L’adaptation à chaque situation</a:t>
          </a:r>
          <a:endParaRPr lang="en-US" sz="2500" kern="1200"/>
        </a:p>
      </dsp:txBody>
      <dsp:txXfrm>
        <a:off x="299702" y="1282093"/>
        <a:ext cx="2200851" cy="1366505"/>
      </dsp:txXfrm>
    </dsp:sp>
    <dsp:sp modelId="{B7E9E0C3-7855-470F-873C-0DC831E534D9}">
      <dsp:nvSpPr>
        <dsp:cNvPr id="0" name=""/>
        <dsp:cNvSpPr/>
      </dsp:nvSpPr>
      <dsp:spPr>
        <a:xfrm>
          <a:off x="2797054" y="998291"/>
          <a:ext cx="2285879" cy="1451533"/>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9FD6BC-57B8-4022-9BEA-11B5E32F6EA9}">
      <dsp:nvSpPr>
        <dsp:cNvPr id="0" name=""/>
        <dsp:cNvSpPr/>
      </dsp:nvSpPr>
      <dsp:spPr>
        <a:xfrm>
          <a:off x="3051041" y="1239579"/>
          <a:ext cx="2285879" cy="1451533"/>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fr-FR" sz="2500" kern="1200" dirty="0"/>
            <a:t>La communication</a:t>
          </a:r>
          <a:endParaRPr lang="en-US" sz="2500" kern="1200" dirty="0"/>
        </a:p>
      </dsp:txBody>
      <dsp:txXfrm>
        <a:off x="3093555" y="1282093"/>
        <a:ext cx="2200851" cy="1366505"/>
      </dsp:txXfrm>
    </dsp:sp>
    <dsp:sp modelId="{DA70176A-A397-4052-A1B1-0584B6C3D3D0}">
      <dsp:nvSpPr>
        <dsp:cNvPr id="0" name=""/>
        <dsp:cNvSpPr/>
      </dsp:nvSpPr>
      <dsp:spPr>
        <a:xfrm>
          <a:off x="5590907" y="998291"/>
          <a:ext cx="2285879" cy="1451533"/>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C2304A9-BF93-4DC1-B4AE-9CBDC3D025DE}">
      <dsp:nvSpPr>
        <dsp:cNvPr id="0" name=""/>
        <dsp:cNvSpPr/>
      </dsp:nvSpPr>
      <dsp:spPr>
        <a:xfrm>
          <a:off x="5844894" y="1239579"/>
          <a:ext cx="2285879" cy="1451533"/>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fr-FR" sz="2500" kern="1200"/>
            <a:t>La gestion des conflits</a:t>
          </a:r>
          <a:endParaRPr lang="en-US" sz="2500" kern="1200"/>
        </a:p>
      </dsp:txBody>
      <dsp:txXfrm>
        <a:off x="5887408" y="1282093"/>
        <a:ext cx="2200851" cy="1366505"/>
      </dsp:txXfrm>
    </dsp:sp>
    <dsp:sp modelId="{C403BF1C-4B7E-4CCA-A606-E882BF8528C6}">
      <dsp:nvSpPr>
        <dsp:cNvPr id="0" name=""/>
        <dsp:cNvSpPr/>
      </dsp:nvSpPr>
      <dsp:spPr>
        <a:xfrm>
          <a:off x="8384760" y="998291"/>
          <a:ext cx="2285879" cy="1451533"/>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272B1AB-CBFA-4277-90E7-2049E8678ED0}">
      <dsp:nvSpPr>
        <dsp:cNvPr id="0" name=""/>
        <dsp:cNvSpPr/>
      </dsp:nvSpPr>
      <dsp:spPr>
        <a:xfrm>
          <a:off x="8638747" y="1239579"/>
          <a:ext cx="2285879" cy="1451533"/>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fr-FR" sz="2500" kern="1200" dirty="0"/>
            <a:t>L’équilibre entre cadre et souplesse</a:t>
          </a:r>
          <a:endParaRPr lang="en-US" sz="2500" kern="1200" dirty="0"/>
        </a:p>
      </dsp:txBody>
      <dsp:txXfrm>
        <a:off x="8681261" y="1282093"/>
        <a:ext cx="2200851" cy="1366505"/>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DA085A-6FE1-4766-80FE-0C7486F7FBDB}">
      <dsp:nvSpPr>
        <dsp:cNvPr id="0" name=""/>
        <dsp:cNvSpPr/>
      </dsp:nvSpPr>
      <dsp:spPr>
        <a:xfrm>
          <a:off x="0" y="2288"/>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A4B130F-49D5-4131-B6EC-32494C509B83}">
      <dsp:nvSpPr>
        <dsp:cNvPr id="0" name=""/>
        <dsp:cNvSpPr/>
      </dsp:nvSpPr>
      <dsp:spPr>
        <a:xfrm>
          <a:off x="350852" y="263253"/>
          <a:ext cx="637913" cy="6379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723CBF-29BF-46A0-9E96-84300614ED3B}">
      <dsp:nvSpPr>
        <dsp:cNvPr id="0" name=""/>
        <dsp:cNvSpPr/>
      </dsp:nvSpPr>
      <dsp:spPr>
        <a:xfrm>
          <a:off x="1339618" y="2288"/>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90000"/>
            </a:lnSpc>
            <a:spcBef>
              <a:spcPct val="0"/>
            </a:spcBef>
            <a:spcAft>
              <a:spcPct val="35000"/>
            </a:spcAft>
            <a:buNone/>
          </a:pPr>
          <a:r>
            <a:rPr lang="fr-FR" sz="2200" kern="1200"/>
            <a:t>Respecter l’individu</a:t>
          </a:r>
          <a:endParaRPr lang="en-US" sz="2200" kern="1200"/>
        </a:p>
      </dsp:txBody>
      <dsp:txXfrm>
        <a:off x="1339618" y="2288"/>
        <a:ext cx="5024605" cy="1159843"/>
      </dsp:txXfrm>
    </dsp:sp>
    <dsp:sp modelId="{F49E1429-1672-45D2-BE32-92B786C04ABC}">
      <dsp:nvSpPr>
        <dsp:cNvPr id="0" name=""/>
        <dsp:cNvSpPr/>
      </dsp:nvSpPr>
      <dsp:spPr>
        <a:xfrm>
          <a:off x="0" y="1452092"/>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D2629C-D67B-495B-AEF2-F32C9A2F056E}">
      <dsp:nvSpPr>
        <dsp:cNvPr id="0" name=""/>
        <dsp:cNvSpPr/>
      </dsp:nvSpPr>
      <dsp:spPr>
        <a:xfrm>
          <a:off x="350852" y="1713057"/>
          <a:ext cx="637913" cy="6379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F91F73A-7EAE-4FBA-831A-10074FDF41F9}">
      <dsp:nvSpPr>
        <dsp:cNvPr id="0" name=""/>
        <dsp:cNvSpPr/>
      </dsp:nvSpPr>
      <dsp:spPr>
        <a:xfrm>
          <a:off x="1339618" y="1452092"/>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90000"/>
            </a:lnSpc>
            <a:spcBef>
              <a:spcPct val="0"/>
            </a:spcBef>
            <a:spcAft>
              <a:spcPct val="35000"/>
            </a:spcAft>
            <a:buNone/>
          </a:pPr>
          <a:r>
            <a:rPr lang="fr-FR" sz="2200" kern="1200"/>
            <a:t>Promouvoir l’autonomie</a:t>
          </a:r>
          <a:endParaRPr lang="en-US" sz="2200" kern="1200"/>
        </a:p>
      </dsp:txBody>
      <dsp:txXfrm>
        <a:off x="1339618" y="1452092"/>
        <a:ext cx="5024605" cy="1159843"/>
      </dsp:txXfrm>
    </dsp:sp>
    <dsp:sp modelId="{23BB4A4B-1903-455B-B41C-683B21E733CF}">
      <dsp:nvSpPr>
        <dsp:cNvPr id="0" name=""/>
        <dsp:cNvSpPr/>
      </dsp:nvSpPr>
      <dsp:spPr>
        <a:xfrm>
          <a:off x="0" y="2901896"/>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FD8D11-BCEB-462C-AE52-2B79857179F2}">
      <dsp:nvSpPr>
        <dsp:cNvPr id="0" name=""/>
        <dsp:cNvSpPr/>
      </dsp:nvSpPr>
      <dsp:spPr>
        <a:xfrm>
          <a:off x="350852" y="3162861"/>
          <a:ext cx="637913" cy="6379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7B8C3BC-C5CB-444C-B760-DC3CD72586AA}">
      <dsp:nvSpPr>
        <dsp:cNvPr id="0" name=""/>
        <dsp:cNvSpPr/>
      </dsp:nvSpPr>
      <dsp:spPr>
        <a:xfrm>
          <a:off x="1339618" y="2901896"/>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90000"/>
            </a:lnSpc>
            <a:spcBef>
              <a:spcPct val="0"/>
            </a:spcBef>
            <a:spcAft>
              <a:spcPct val="35000"/>
            </a:spcAft>
            <a:buNone/>
          </a:pPr>
          <a:r>
            <a:rPr lang="fr-FR" sz="2200" kern="1200"/>
            <a:t>Valoriser le quotidien</a:t>
          </a:r>
          <a:endParaRPr lang="en-US" sz="2200" kern="1200"/>
        </a:p>
      </dsp:txBody>
      <dsp:txXfrm>
        <a:off x="1339618" y="2901896"/>
        <a:ext cx="5024605" cy="1159843"/>
      </dsp:txXfrm>
    </dsp:sp>
    <dsp:sp modelId="{5108AE71-4A82-4614-9765-E26F2E58663E}">
      <dsp:nvSpPr>
        <dsp:cNvPr id="0" name=""/>
        <dsp:cNvSpPr/>
      </dsp:nvSpPr>
      <dsp:spPr>
        <a:xfrm>
          <a:off x="0" y="4351700"/>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B7392E-5F28-45D4-BBBB-23225051B3FA}">
      <dsp:nvSpPr>
        <dsp:cNvPr id="0" name=""/>
        <dsp:cNvSpPr/>
      </dsp:nvSpPr>
      <dsp:spPr>
        <a:xfrm>
          <a:off x="350852" y="4612665"/>
          <a:ext cx="637913" cy="6379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FF522CE-F92E-4699-A5D4-2A0D21B07C8F}">
      <dsp:nvSpPr>
        <dsp:cNvPr id="0" name=""/>
        <dsp:cNvSpPr/>
      </dsp:nvSpPr>
      <dsp:spPr>
        <a:xfrm>
          <a:off x="1339618" y="4351700"/>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90000"/>
            </a:lnSpc>
            <a:spcBef>
              <a:spcPct val="0"/>
            </a:spcBef>
            <a:spcAft>
              <a:spcPct val="35000"/>
            </a:spcAft>
            <a:buNone/>
          </a:pPr>
          <a:r>
            <a:rPr lang="fr-FR" sz="2200" kern="1200"/>
            <a:t>Adapter les pratiques</a:t>
          </a:r>
          <a:endParaRPr lang="en-US" sz="2200" kern="1200"/>
        </a:p>
      </dsp:txBody>
      <dsp:txXfrm>
        <a:off x="1339618" y="4351700"/>
        <a:ext cx="5024605" cy="1159843"/>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7A92F0-54FC-4B72-A10B-F0BB28905032}">
      <dsp:nvSpPr>
        <dsp:cNvPr id="0" name=""/>
        <dsp:cNvSpPr/>
      </dsp:nvSpPr>
      <dsp:spPr>
        <a:xfrm>
          <a:off x="7817254" y="1856893"/>
          <a:ext cx="1343061" cy="639175"/>
        </a:xfrm>
        <a:custGeom>
          <a:avLst/>
          <a:gdLst/>
          <a:ahLst/>
          <a:cxnLst/>
          <a:rect l="0" t="0" r="0" b="0"/>
          <a:pathLst>
            <a:path>
              <a:moveTo>
                <a:pt x="0" y="0"/>
              </a:moveTo>
              <a:lnTo>
                <a:pt x="0" y="435579"/>
              </a:lnTo>
              <a:lnTo>
                <a:pt x="1343061" y="435579"/>
              </a:lnTo>
              <a:lnTo>
                <a:pt x="1343061" y="63917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9EA6D20-A1BD-4374-970D-6350F323F18A}">
      <dsp:nvSpPr>
        <dsp:cNvPr id="0" name=""/>
        <dsp:cNvSpPr/>
      </dsp:nvSpPr>
      <dsp:spPr>
        <a:xfrm>
          <a:off x="6474193" y="1856893"/>
          <a:ext cx="1343061" cy="639175"/>
        </a:xfrm>
        <a:custGeom>
          <a:avLst/>
          <a:gdLst/>
          <a:ahLst/>
          <a:cxnLst/>
          <a:rect l="0" t="0" r="0" b="0"/>
          <a:pathLst>
            <a:path>
              <a:moveTo>
                <a:pt x="1343061" y="0"/>
              </a:moveTo>
              <a:lnTo>
                <a:pt x="1343061" y="435579"/>
              </a:lnTo>
              <a:lnTo>
                <a:pt x="0" y="435579"/>
              </a:lnTo>
              <a:lnTo>
                <a:pt x="0" y="63917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E13E1EE-C40A-49B6-9513-B5B96A3E77F0}">
      <dsp:nvSpPr>
        <dsp:cNvPr id="0" name=""/>
        <dsp:cNvSpPr/>
      </dsp:nvSpPr>
      <dsp:spPr>
        <a:xfrm>
          <a:off x="2445008" y="1856893"/>
          <a:ext cx="1343061" cy="639175"/>
        </a:xfrm>
        <a:custGeom>
          <a:avLst/>
          <a:gdLst/>
          <a:ahLst/>
          <a:cxnLst/>
          <a:rect l="0" t="0" r="0" b="0"/>
          <a:pathLst>
            <a:path>
              <a:moveTo>
                <a:pt x="0" y="0"/>
              </a:moveTo>
              <a:lnTo>
                <a:pt x="0" y="435579"/>
              </a:lnTo>
              <a:lnTo>
                <a:pt x="1343061" y="435579"/>
              </a:lnTo>
              <a:lnTo>
                <a:pt x="1343061" y="63917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2770DE3-F3C9-4BB5-9A8E-D4397F87FD6C}">
      <dsp:nvSpPr>
        <dsp:cNvPr id="0" name=""/>
        <dsp:cNvSpPr/>
      </dsp:nvSpPr>
      <dsp:spPr>
        <a:xfrm>
          <a:off x="1101946" y="1856893"/>
          <a:ext cx="1343061" cy="639175"/>
        </a:xfrm>
        <a:custGeom>
          <a:avLst/>
          <a:gdLst/>
          <a:ahLst/>
          <a:cxnLst/>
          <a:rect l="0" t="0" r="0" b="0"/>
          <a:pathLst>
            <a:path>
              <a:moveTo>
                <a:pt x="1343061" y="0"/>
              </a:moveTo>
              <a:lnTo>
                <a:pt x="1343061" y="435579"/>
              </a:lnTo>
              <a:lnTo>
                <a:pt x="0" y="435579"/>
              </a:lnTo>
              <a:lnTo>
                <a:pt x="0" y="63917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34F24C-3B95-4C1B-9C39-9273BEFF2021}">
      <dsp:nvSpPr>
        <dsp:cNvPr id="0" name=""/>
        <dsp:cNvSpPr/>
      </dsp:nvSpPr>
      <dsp:spPr>
        <a:xfrm>
          <a:off x="1346139" y="461330"/>
          <a:ext cx="2197737" cy="1395563"/>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A25340-9220-438C-B232-7C2CBE98AC75}">
      <dsp:nvSpPr>
        <dsp:cNvPr id="0" name=""/>
        <dsp:cNvSpPr/>
      </dsp:nvSpPr>
      <dsp:spPr>
        <a:xfrm>
          <a:off x="1590332" y="693313"/>
          <a:ext cx="2197737" cy="1395563"/>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fr-FR" sz="1300" b="1" kern="1200"/>
            <a:t>Valoriser le quotidien</a:t>
          </a:r>
          <a:endParaRPr lang="en-US" sz="1300" kern="1200"/>
        </a:p>
      </dsp:txBody>
      <dsp:txXfrm>
        <a:off x="1631207" y="734188"/>
        <a:ext cx="2115987" cy="1313813"/>
      </dsp:txXfrm>
    </dsp:sp>
    <dsp:sp modelId="{FBBE268C-8C0F-493F-859B-07EB9EBF4B64}">
      <dsp:nvSpPr>
        <dsp:cNvPr id="0" name=""/>
        <dsp:cNvSpPr/>
      </dsp:nvSpPr>
      <dsp:spPr>
        <a:xfrm>
          <a:off x="3078" y="2496068"/>
          <a:ext cx="2197737" cy="1395563"/>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87DA0A-37E3-4B69-8C1F-F6D62290E2F8}">
      <dsp:nvSpPr>
        <dsp:cNvPr id="0" name=""/>
        <dsp:cNvSpPr/>
      </dsp:nvSpPr>
      <dsp:spPr>
        <a:xfrm>
          <a:off x="247271" y="2728052"/>
          <a:ext cx="2197737" cy="1395563"/>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fr-FR" sz="1300" kern="1200"/>
            <a:t>Voir les petites actions du quotidien (préparer un repas, ranger, accompagner à une promenade) comme des moments clés pour maintenir le bien-être global.</a:t>
          </a:r>
          <a:endParaRPr lang="en-US" sz="1300" kern="1200"/>
        </a:p>
      </dsp:txBody>
      <dsp:txXfrm>
        <a:off x="288146" y="2768927"/>
        <a:ext cx="2115987" cy="1313813"/>
      </dsp:txXfrm>
    </dsp:sp>
    <dsp:sp modelId="{10505734-9E31-4E85-918E-8B6A517896BB}">
      <dsp:nvSpPr>
        <dsp:cNvPr id="0" name=""/>
        <dsp:cNvSpPr/>
      </dsp:nvSpPr>
      <dsp:spPr>
        <a:xfrm>
          <a:off x="2689201" y="2496068"/>
          <a:ext cx="2197737" cy="1395563"/>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B5190D-291A-4D47-9DBE-2248923B8F01}">
      <dsp:nvSpPr>
        <dsp:cNvPr id="0" name=""/>
        <dsp:cNvSpPr/>
      </dsp:nvSpPr>
      <dsp:spPr>
        <a:xfrm>
          <a:off x="2933394" y="2728052"/>
          <a:ext cx="2197737" cy="1395563"/>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fr-FR" sz="1300" kern="1200" dirty="0"/>
            <a:t>Donner une signification aux gestes : « Cette promenade vous aidera à rester en forme », « Ce plat est cuisiné comme vous l’aimez ».</a:t>
          </a:r>
          <a:endParaRPr lang="en-US" sz="1300" kern="1200" dirty="0"/>
        </a:p>
      </dsp:txBody>
      <dsp:txXfrm>
        <a:off x="2974269" y="2768927"/>
        <a:ext cx="2115987" cy="1313813"/>
      </dsp:txXfrm>
    </dsp:sp>
    <dsp:sp modelId="{4EF7D302-777F-4984-8269-04AAAF668680}">
      <dsp:nvSpPr>
        <dsp:cNvPr id="0" name=""/>
        <dsp:cNvSpPr/>
      </dsp:nvSpPr>
      <dsp:spPr>
        <a:xfrm>
          <a:off x="6718386" y="461330"/>
          <a:ext cx="2197737" cy="1395563"/>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9F53DB2-5118-41B3-B320-CE67887CC126}">
      <dsp:nvSpPr>
        <dsp:cNvPr id="0" name=""/>
        <dsp:cNvSpPr/>
      </dsp:nvSpPr>
      <dsp:spPr>
        <a:xfrm>
          <a:off x="6962579" y="693313"/>
          <a:ext cx="2197737" cy="1395563"/>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fr-FR" sz="1300" b="1" kern="1200"/>
            <a:t>Adapter les pratiques</a:t>
          </a:r>
          <a:endParaRPr lang="en-US" sz="1300" kern="1200"/>
        </a:p>
      </dsp:txBody>
      <dsp:txXfrm>
        <a:off x="7003454" y="734188"/>
        <a:ext cx="2115987" cy="1313813"/>
      </dsp:txXfrm>
    </dsp:sp>
    <dsp:sp modelId="{AE0353D9-EA4B-461F-9F3C-BFD2A64E4104}">
      <dsp:nvSpPr>
        <dsp:cNvPr id="0" name=""/>
        <dsp:cNvSpPr/>
      </dsp:nvSpPr>
      <dsp:spPr>
        <a:xfrm>
          <a:off x="5375324" y="2496068"/>
          <a:ext cx="2197737" cy="1395563"/>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51ADFCD-C9F8-4A4A-B4E5-3FB042F359C7}">
      <dsp:nvSpPr>
        <dsp:cNvPr id="0" name=""/>
        <dsp:cNvSpPr/>
      </dsp:nvSpPr>
      <dsp:spPr>
        <a:xfrm>
          <a:off x="5619517" y="2728052"/>
          <a:ext cx="2197737" cy="1395563"/>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fr-FR" sz="1300" kern="1200"/>
            <a:t>Comprendre que chaque jour peut apporter des changements dans l’état ou l’humeur de la personne accompagnée.</a:t>
          </a:r>
          <a:endParaRPr lang="en-US" sz="1300" kern="1200"/>
        </a:p>
      </dsp:txBody>
      <dsp:txXfrm>
        <a:off x="5660392" y="2768927"/>
        <a:ext cx="2115987" cy="1313813"/>
      </dsp:txXfrm>
    </dsp:sp>
    <dsp:sp modelId="{C36492A8-3685-4027-95AA-E6304FF66D58}">
      <dsp:nvSpPr>
        <dsp:cNvPr id="0" name=""/>
        <dsp:cNvSpPr/>
      </dsp:nvSpPr>
      <dsp:spPr>
        <a:xfrm>
          <a:off x="8061447" y="2496068"/>
          <a:ext cx="2197737" cy="1395563"/>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23627E9-E2D5-41C0-B8D7-AF46A501217D}">
      <dsp:nvSpPr>
        <dsp:cNvPr id="0" name=""/>
        <dsp:cNvSpPr/>
      </dsp:nvSpPr>
      <dsp:spPr>
        <a:xfrm>
          <a:off x="8305640" y="2728052"/>
          <a:ext cx="2197737" cy="1395563"/>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fr-FR" sz="1300" kern="1200"/>
            <a:t>Ajuster les actions en conséquence, en tenant compte de l’évolution de ses capacités ou de son environnement.</a:t>
          </a:r>
          <a:endParaRPr lang="en-US" sz="1300" kern="1200"/>
        </a:p>
      </dsp:txBody>
      <dsp:txXfrm>
        <a:off x="8346515" y="2768927"/>
        <a:ext cx="2115987" cy="1313813"/>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34701E-AB7D-4561-AC95-60B4A82F58AF}">
      <dsp:nvSpPr>
        <dsp:cNvPr id="0" name=""/>
        <dsp:cNvSpPr/>
      </dsp:nvSpPr>
      <dsp:spPr>
        <a:xfrm>
          <a:off x="2169914" y="250176"/>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054658-E1EA-4824-B919-C935AF75965E}">
      <dsp:nvSpPr>
        <dsp:cNvPr id="0" name=""/>
        <dsp:cNvSpPr/>
      </dsp:nvSpPr>
      <dsp:spPr>
        <a:xfrm>
          <a:off x="765914" y="1920951"/>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77950">
            <a:lnSpc>
              <a:spcPct val="90000"/>
            </a:lnSpc>
            <a:spcBef>
              <a:spcPct val="0"/>
            </a:spcBef>
            <a:spcAft>
              <a:spcPct val="35000"/>
            </a:spcAft>
            <a:buNone/>
            <a:defRPr b="1"/>
          </a:pPr>
          <a:r>
            <a:rPr lang="fr-FR" sz="3100" b="1" kern="1200"/>
            <a:t>Le respect de l’autonomie</a:t>
          </a:r>
          <a:endParaRPr lang="en-US" sz="3100" kern="1200"/>
        </a:p>
      </dsp:txBody>
      <dsp:txXfrm>
        <a:off x="765914" y="1920951"/>
        <a:ext cx="4320000" cy="648000"/>
      </dsp:txXfrm>
    </dsp:sp>
    <dsp:sp modelId="{BE5E1CF5-90D9-4E6B-9D2E-DAED20873E91}">
      <dsp:nvSpPr>
        <dsp:cNvPr id="0" name=""/>
        <dsp:cNvSpPr/>
      </dsp:nvSpPr>
      <dsp:spPr>
        <a:xfrm>
          <a:off x="765914" y="2642800"/>
          <a:ext cx="4320000" cy="12998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fr-FR" sz="1700" kern="1200"/>
            <a:t>Permettre à la personne aidée de participer aux décisions qui la concernent.</a:t>
          </a:r>
          <a:endParaRPr lang="en-US" sz="1700" kern="1200"/>
        </a:p>
        <a:p>
          <a:pPr marL="0" lvl="0" indent="0" algn="ctr" defTabSz="755650">
            <a:lnSpc>
              <a:spcPct val="90000"/>
            </a:lnSpc>
            <a:spcBef>
              <a:spcPct val="0"/>
            </a:spcBef>
            <a:spcAft>
              <a:spcPct val="35000"/>
            </a:spcAft>
            <a:buNone/>
          </a:pPr>
          <a:r>
            <a:rPr lang="fr-FR" sz="1700" kern="1200"/>
            <a:t>Exemple : Laisser une personne choisir son repas, même si ses choix ne correspondent pas aux recommandations diététiques.</a:t>
          </a:r>
          <a:endParaRPr lang="en-US" sz="1700" kern="1200"/>
        </a:p>
      </dsp:txBody>
      <dsp:txXfrm>
        <a:off x="765914" y="2642800"/>
        <a:ext cx="4320000" cy="1299828"/>
      </dsp:txXfrm>
    </dsp:sp>
    <dsp:sp modelId="{5CD5190A-2494-40D0-BEE7-CC16C95BF863}">
      <dsp:nvSpPr>
        <dsp:cNvPr id="0" name=""/>
        <dsp:cNvSpPr/>
      </dsp:nvSpPr>
      <dsp:spPr>
        <a:xfrm>
          <a:off x="7245914" y="250176"/>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945E9DD-28E2-4E9A-AAC6-160201AB5190}">
      <dsp:nvSpPr>
        <dsp:cNvPr id="0" name=""/>
        <dsp:cNvSpPr/>
      </dsp:nvSpPr>
      <dsp:spPr>
        <a:xfrm>
          <a:off x="5841914" y="1920951"/>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77950">
            <a:lnSpc>
              <a:spcPct val="90000"/>
            </a:lnSpc>
            <a:spcBef>
              <a:spcPct val="0"/>
            </a:spcBef>
            <a:spcAft>
              <a:spcPct val="35000"/>
            </a:spcAft>
            <a:buNone/>
            <a:defRPr b="1"/>
          </a:pPr>
          <a:r>
            <a:rPr lang="fr-FR" sz="3100" b="1" kern="1200"/>
            <a:t>La bienfaisance</a:t>
          </a:r>
          <a:endParaRPr lang="en-US" sz="3100" kern="1200"/>
        </a:p>
      </dsp:txBody>
      <dsp:txXfrm>
        <a:off x="5841914" y="1920951"/>
        <a:ext cx="4320000" cy="648000"/>
      </dsp:txXfrm>
    </dsp:sp>
    <dsp:sp modelId="{898E0E96-0C76-425C-B5AF-442371B6A5CE}">
      <dsp:nvSpPr>
        <dsp:cNvPr id="0" name=""/>
        <dsp:cNvSpPr/>
      </dsp:nvSpPr>
      <dsp:spPr>
        <a:xfrm>
          <a:off x="5841914" y="2642800"/>
          <a:ext cx="4320000" cy="12998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fr-FR" sz="1700" kern="1200"/>
            <a:t>Agir dans l’intérêt de la personne aidée, en visant son bien-être physique et psychologique.</a:t>
          </a:r>
          <a:endParaRPr lang="en-US" sz="1700" kern="1200"/>
        </a:p>
        <a:p>
          <a:pPr marL="0" lvl="0" indent="0" algn="ctr" defTabSz="755650">
            <a:lnSpc>
              <a:spcPct val="90000"/>
            </a:lnSpc>
            <a:spcBef>
              <a:spcPct val="0"/>
            </a:spcBef>
            <a:spcAft>
              <a:spcPct val="35000"/>
            </a:spcAft>
            <a:buNone/>
          </a:pPr>
          <a:r>
            <a:rPr lang="fr-FR" sz="1700" kern="1200"/>
            <a:t>Exemple : Aménager des tâches ménagères pour rendre l’environnement plus confortable et sécurisé.</a:t>
          </a:r>
          <a:endParaRPr lang="en-US" sz="1700" kern="1200"/>
        </a:p>
      </dsp:txBody>
      <dsp:txXfrm>
        <a:off x="5841914" y="2642800"/>
        <a:ext cx="4320000" cy="1299828"/>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327EAD-0831-4CB5-809A-E54066222CCB}">
      <dsp:nvSpPr>
        <dsp:cNvPr id="0" name=""/>
        <dsp:cNvSpPr/>
      </dsp:nvSpPr>
      <dsp:spPr>
        <a:xfrm>
          <a:off x="51" y="118763"/>
          <a:ext cx="4913783" cy="1371556"/>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09728" rIns="192024" bIns="109728" numCol="1" spcCol="1270" anchor="ctr" anchorCtr="0">
          <a:noAutofit/>
        </a:bodyPr>
        <a:lstStyle/>
        <a:p>
          <a:pPr marL="0" lvl="0" indent="0" algn="ctr" defTabSz="1200150">
            <a:lnSpc>
              <a:spcPct val="90000"/>
            </a:lnSpc>
            <a:spcBef>
              <a:spcPct val="0"/>
            </a:spcBef>
            <a:spcAft>
              <a:spcPct val="35000"/>
            </a:spcAft>
            <a:buNone/>
          </a:pPr>
          <a:r>
            <a:rPr lang="fr-FR" sz="2700" b="1" kern="1200"/>
            <a:t>La communication verbale et non-verbale Communication verbale :</a:t>
          </a:r>
          <a:endParaRPr lang="en-US" sz="2700" kern="1200"/>
        </a:p>
      </dsp:txBody>
      <dsp:txXfrm>
        <a:off x="51" y="118763"/>
        <a:ext cx="4913783" cy="1371556"/>
      </dsp:txXfrm>
    </dsp:sp>
    <dsp:sp modelId="{0EF8BA87-A7A9-41AB-BD3A-A15847AE23F8}">
      <dsp:nvSpPr>
        <dsp:cNvPr id="0" name=""/>
        <dsp:cNvSpPr/>
      </dsp:nvSpPr>
      <dsp:spPr>
        <a:xfrm>
          <a:off x="51" y="1490319"/>
          <a:ext cx="4913783" cy="2742254"/>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r>
            <a:rPr lang="fr-FR" sz="2700" kern="1200"/>
            <a:t>Employer un langage clair, adapté, et respectueux.</a:t>
          </a:r>
          <a:endParaRPr lang="en-US" sz="2700" kern="1200"/>
        </a:p>
        <a:p>
          <a:pPr marL="228600" lvl="1" indent="-228600" algn="l" defTabSz="1200150">
            <a:lnSpc>
              <a:spcPct val="90000"/>
            </a:lnSpc>
            <a:spcBef>
              <a:spcPct val="0"/>
            </a:spcBef>
            <a:spcAft>
              <a:spcPct val="15000"/>
            </a:spcAft>
            <a:buChar char="•"/>
          </a:pPr>
          <a:r>
            <a:rPr lang="fr-FR" sz="2700" kern="1200"/>
            <a:t>Expliquer chaque geste ou décision pour éviter l’incompréhension ou l’anxiété.</a:t>
          </a:r>
          <a:endParaRPr lang="en-US" sz="2700" kern="1200"/>
        </a:p>
      </dsp:txBody>
      <dsp:txXfrm>
        <a:off x="51" y="1490319"/>
        <a:ext cx="4913783" cy="2742254"/>
      </dsp:txXfrm>
    </dsp:sp>
    <dsp:sp modelId="{304AB459-2F38-40CA-8684-AB3267D3263E}">
      <dsp:nvSpPr>
        <dsp:cNvPr id="0" name=""/>
        <dsp:cNvSpPr/>
      </dsp:nvSpPr>
      <dsp:spPr>
        <a:xfrm>
          <a:off x="5601764" y="118763"/>
          <a:ext cx="4913783" cy="1371556"/>
        </a:xfrm>
        <a:prstGeom prst="rect">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09728" rIns="192024" bIns="109728" numCol="1" spcCol="1270" anchor="ctr" anchorCtr="0">
          <a:noAutofit/>
        </a:bodyPr>
        <a:lstStyle/>
        <a:p>
          <a:pPr marL="0" lvl="0" indent="0" algn="ctr" defTabSz="1200150">
            <a:lnSpc>
              <a:spcPct val="90000"/>
            </a:lnSpc>
            <a:spcBef>
              <a:spcPct val="0"/>
            </a:spcBef>
            <a:spcAft>
              <a:spcPct val="35000"/>
            </a:spcAft>
            <a:buNone/>
          </a:pPr>
          <a:r>
            <a:rPr lang="fr-FR" sz="2700" b="1" kern="1200"/>
            <a:t>Communication non-verbale :</a:t>
          </a:r>
          <a:endParaRPr lang="en-US" sz="2700" kern="1200"/>
        </a:p>
      </dsp:txBody>
      <dsp:txXfrm>
        <a:off x="5601764" y="118763"/>
        <a:ext cx="4913783" cy="1371556"/>
      </dsp:txXfrm>
    </dsp:sp>
    <dsp:sp modelId="{17FDEC72-1444-4BF7-A1BF-B253780415F4}">
      <dsp:nvSpPr>
        <dsp:cNvPr id="0" name=""/>
        <dsp:cNvSpPr/>
      </dsp:nvSpPr>
      <dsp:spPr>
        <a:xfrm>
          <a:off x="5601764" y="1490319"/>
          <a:ext cx="4913783" cy="2742254"/>
        </a:xfrm>
        <a:prstGeom prst="rect">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r>
            <a:rPr lang="fr-FR" sz="2700" kern="1200"/>
            <a:t>Adopter des gestes rassurants, une posture ouverte et un ton de voix apaisant.</a:t>
          </a:r>
          <a:endParaRPr lang="en-US" sz="2700" kern="1200"/>
        </a:p>
        <a:p>
          <a:pPr marL="228600" lvl="1" indent="-228600" algn="l" defTabSz="1200150">
            <a:lnSpc>
              <a:spcPct val="90000"/>
            </a:lnSpc>
            <a:spcBef>
              <a:spcPct val="0"/>
            </a:spcBef>
            <a:spcAft>
              <a:spcPct val="15000"/>
            </a:spcAft>
            <a:buChar char="•"/>
          </a:pPr>
          <a:r>
            <a:rPr lang="fr-FR" sz="2700" kern="1200"/>
            <a:t>Maintenir un contact visuel approprié pour établir une relation de confiance.</a:t>
          </a:r>
          <a:endParaRPr lang="en-US" sz="2700" kern="1200"/>
        </a:p>
      </dsp:txBody>
      <dsp:txXfrm>
        <a:off x="5601764" y="1490319"/>
        <a:ext cx="4913783" cy="2742254"/>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A25E90-1D21-4E6F-88EF-AE63C5DEA874}">
      <dsp:nvSpPr>
        <dsp:cNvPr id="0" name=""/>
        <dsp:cNvSpPr/>
      </dsp:nvSpPr>
      <dsp:spPr>
        <a:xfrm>
          <a:off x="0" y="2530579"/>
          <a:ext cx="10927829" cy="166033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0472" tIns="220472" rIns="220472" bIns="220472" numCol="1" spcCol="1270" anchor="ctr" anchorCtr="0">
          <a:noAutofit/>
        </a:bodyPr>
        <a:lstStyle/>
        <a:p>
          <a:pPr marL="0" lvl="0" indent="0" algn="ctr" defTabSz="1377950">
            <a:lnSpc>
              <a:spcPct val="90000"/>
            </a:lnSpc>
            <a:spcBef>
              <a:spcPct val="0"/>
            </a:spcBef>
            <a:spcAft>
              <a:spcPct val="35000"/>
            </a:spcAft>
            <a:buNone/>
          </a:pPr>
          <a:r>
            <a:rPr lang="fr-FR" sz="3100" b="1" kern="1200"/>
            <a:t>Pourquoi cette compétence est essentielle ?</a:t>
          </a:r>
          <a:endParaRPr lang="en-US" sz="3100" kern="1200"/>
        </a:p>
      </dsp:txBody>
      <dsp:txXfrm>
        <a:off x="0" y="2530579"/>
        <a:ext cx="10927829" cy="896580"/>
      </dsp:txXfrm>
    </dsp:sp>
    <dsp:sp modelId="{157C7829-30C3-4AF2-9470-6CA85E805E2B}">
      <dsp:nvSpPr>
        <dsp:cNvPr id="0" name=""/>
        <dsp:cNvSpPr/>
      </dsp:nvSpPr>
      <dsp:spPr>
        <a:xfrm>
          <a:off x="0" y="3393953"/>
          <a:ext cx="5463914" cy="763753"/>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fr-FR" sz="1700" kern="1200"/>
            <a:t>La bientraitance implique de détecter rapidement les signaux de maltraitance pour protéger les personnes vulnérables.</a:t>
          </a:r>
          <a:endParaRPr lang="en-US" sz="1700" kern="1200"/>
        </a:p>
      </dsp:txBody>
      <dsp:txXfrm>
        <a:off x="0" y="3393953"/>
        <a:ext cx="5463914" cy="763753"/>
      </dsp:txXfrm>
    </dsp:sp>
    <dsp:sp modelId="{40EC62C9-7E43-4733-81DB-2CBE89E68CFB}">
      <dsp:nvSpPr>
        <dsp:cNvPr id="0" name=""/>
        <dsp:cNvSpPr/>
      </dsp:nvSpPr>
      <dsp:spPr>
        <a:xfrm>
          <a:off x="5463914" y="3393953"/>
          <a:ext cx="5463914" cy="763753"/>
        </a:xfrm>
        <a:prstGeom prst="rect">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fr-FR" sz="1700" kern="1200"/>
            <a:t>Les aides ménagères et auxiliaires de vie sociale (AVS) sont souvent en première ligne et peuvent jouer un rôle clé dans la prévention et l’intervention.</a:t>
          </a:r>
          <a:endParaRPr lang="en-US" sz="1700" kern="1200"/>
        </a:p>
      </dsp:txBody>
      <dsp:txXfrm>
        <a:off x="5463914" y="3393953"/>
        <a:ext cx="5463914" cy="763753"/>
      </dsp:txXfrm>
    </dsp:sp>
    <dsp:sp modelId="{5EE5C04C-80D5-4FC9-8C2B-F436B15D994E}">
      <dsp:nvSpPr>
        <dsp:cNvPr id="0" name=""/>
        <dsp:cNvSpPr/>
      </dsp:nvSpPr>
      <dsp:spPr>
        <a:xfrm rot="10800000">
          <a:off x="0" y="1890"/>
          <a:ext cx="10927829" cy="2553594"/>
        </a:xfrm>
        <a:prstGeom prst="upArrowCallou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0472" tIns="220472" rIns="220472" bIns="220472" numCol="1" spcCol="1270" anchor="ctr" anchorCtr="0">
          <a:noAutofit/>
        </a:bodyPr>
        <a:lstStyle/>
        <a:p>
          <a:pPr marL="0" lvl="0" indent="0" algn="ctr" defTabSz="1377950">
            <a:lnSpc>
              <a:spcPct val="90000"/>
            </a:lnSpc>
            <a:spcBef>
              <a:spcPct val="0"/>
            </a:spcBef>
            <a:spcAft>
              <a:spcPct val="35000"/>
            </a:spcAft>
            <a:buNone/>
          </a:pPr>
          <a:r>
            <a:rPr lang="fr-FR" sz="3100" b="1" kern="1200"/>
            <a:t>1. Introduction : L’importance de repérer et agir face aux situations à risque</a:t>
          </a:r>
          <a:endParaRPr lang="en-US" sz="3100" kern="1200"/>
        </a:p>
      </dsp:txBody>
      <dsp:txXfrm rot="10800000">
        <a:off x="0" y="1890"/>
        <a:ext cx="10927829" cy="1659249"/>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D3742A-3069-4394-8EA2-CB11E08879D7}">
      <dsp:nvSpPr>
        <dsp:cNvPr id="0" name=""/>
        <dsp:cNvSpPr/>
      </dsp:nvSpPr>
      <dsp:spPr>
        <a:xfrm>
          <a:off x="0" y="153163"/>
          <a:ext cx="7559504" cy="743535"/>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fr-FR" sz="3100" b="1" kern="1200"/>
            <a:t>Positionnement individuel</a:t>
          </a:r>
          <a:endParaRPr lang="en-US" sz="3100" kern="1200"/>
        </a:p>
      </dsp:txBody>
      <dsp:txXfrm>
        <a:off x="36296" y="189459"/>
        <a:ext cx="7486912" cy="670943"/>
      </dsp:txXfrm>
    </dsp:sp>
    <dsp:sp modelId="{B5887F18-0F97-45C9-9ED8-119A16B1B477}">
      <dsp:nvSpPr>
        <dsp:cNvPr id="0" name=""/>
        <dsp:cNvSpPr/>
      </dsp:nvSpPr>
      <dsp:spPr>
        <a:xfrm>
          <a:off x="0" y="896698"/>
          <a:ext cx="7559504" cy="22459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0014"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fr-FR" sz="2400" b="1" kern="1200"/>
            <a:t>Posture d’écoute :</a:t>
          </a:r>
          <a:r>
            <a:rPr lang="fr-FR" sz="2400" kern="1200"/>
            <a:t> Recevoir les confidences sans jugement ni minimisation.</a:t>
          </a:r>
          <a:endParaRPr lang="en-US" sz="2400" kern="1200"/>
        </a:p>
        <a:p>
          <a:pPr marL="228600" lvl="1" indent="-228600" algn="l" defTabSz="1066800">
            <a:lnSpc>
              <a:spcPct val="90000"/>
            </a:lnSpc>
            <a:spcBef>
              <a:spcPct val="0"/>
            </a:spcBef>
            <a:spcAft>
              <a:spcPct val="20000"/>
            </a:spcAft>
            <a:buChar char="•"/>
          </a:pPr>
          <a:r>
            <a:rPr lang="fr-FR" sz="2400" b="1" kern="1200"/>
            <a:t>Responsabilité :</a:t>
          </a:r>
          <a:r>
            <a:rPr lang="fr-FR" sz="2400" kern="1200"/>
            <a:t> Prendre au sérieux chaque signalement ou suspicion.</a:t>
          </a:r>
          <a:endParaRPr lang="en-US" sz="2400" kern="1200"/>
        </a:p>
        <a:p>
          <a:pPr marL="228600" lvl="1" indent="-228600" algn="l" defTabSz="1066800">
            <a:lnSpc>
              <a:spcPct val="90000"/>
            </a:lnSpc>
            <a:spcBef>
              <a:spcPct val="0"/>
            </a:spcBef>
            <a:spcAft>
              <a:spcPct val="20000"/>
            </a:spcAft>
            <a:buChar char="•"/>
          </a:pPr>
          <a:r>
            <a:rPr lang="fr-FR" sz="2400" b="1" kern="1200"/>
            <a:t>Neutralité :</a:t>
          </a:r>
          <a:r>
            <a:rPr lang="fr-FR" sz="2400" kern="1200"/>
            <a:t> Ne pas accuser sans preuves, mais signaler les faits.</a:t>
          </a:r>
          <a:endParaRPr lang="en-US" sz="2400" kern="1200"/>
        </a:p>
      </dsp:txBody>
      <dsp:txXfrm>
        <a:off x="0" y="896698"/>
        <a:ext cx="7559504" cy="2245950"/>
      </dsp:txXfrm>
    </dsp:sp>
    <dsp:sp modelId="{E90A3064-6771-4B8F-AED8-9AAB68FE7C4F}">
      <dsp:nvSpPr>
        <dsp:cNvPr id="0" name=""/>
        <dsp:cNvSpPr/>
      </dsp:nvSpPr>
      <dsp:spPr>
        <a:xfrm>
          <a:off x="0" y="3142648"/>
          <a:ext cx="7559504" cy="743535"/>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fr-FR" sz="3100" b="1" kern="1200"/>
            <a:t>Travail en équipe</a:t>
          </a:r>
          <a:endParaRPr lang="en-US" sz="3100" kern="1200"/>
        </a:p>
      </dsp:txBody>
      <dsp:txXfrm>
        <a:off x="36296" y="3178944"/>
        <a:ext cx="7486912" cy="670943"/>
      </dsp:txXfrm>
    </dsp:sp>
    <dsp:sp modelId="{7A0ADDAB-92BE-4AA4-A3BA-E477BA7CC88C}">
      <dsp:nvSpPr>
        <dsp:cNvPr id="0" name=""/>
        <dsp:cNvSpPr/>
      </dsp:nvSpPr>
      <dsp:spPr>
        <a:xfrm>
          <a:off x="0" y="3886183"/>
          <a:ext cx="7559504" cy="22459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0014"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fr-FR" sz="2400" b="1" kern="1200"/>
            <a:t>Collaboration :</a:t>
          </a:r>
          <a:r>
            <a:rPr lang="fr-FR" sz="2400" kern="1200"/>
            <a:t> Informer ses collègues ou responsables pour une analyse collective.</a:t>
          </a:r>
          <a:endParaRPr lang="en-US" sz="2400" kern="1200"/>
        </a:p>
        <a:p>
          <a:pPr marL="228600" lvl="1" indent="-228600" algn="l" defTabSz="1066800">
            <a:lnSpc>
              <a:spcPct val="90000"/>
            </a:lnSpc>
            <a:spcBef>
              <a:spcPct val="0"/>
            </a:spcBef>
            <a:spcAft>
              <a:spcPct val="20000"/>
            </a:spcAft>
            <a:buChar char="•"/>
          </a:pPr>
          <a:r>
            <a:rPr lang="fr-FR" sz="2400" b="1" kern="1200"/>
            <a:t>Soutien :</a:t>
          </a:r>
          <a:r>
            <a:rPr lang="fr-FR" sz="2400" kern="1200"/>
            <a:t> Partager la charge émotionnelle liée à des situations délicates.</a:t>
          </a:r>
          <a:endParaRPr lang="en-US" sz="2400" kern="1200"/>
        </a:p>
        <a:p>
          <a:pPr marL="228600" lvl="1" indent="-228600" algn="l" defTabSz="1066800">
            <a:lnSpc>
              <a:spcPct val="90000"/>
            </a:lnSpc>
            <a:spcBef>
              <a:spcPct val="0"/>
            </a:spcBef>
            <a:spcAft>
              <a:spcPct val="20000"/>
            </a:spcAft>
            <a:buChar char="•"/>
          </a:pPr>
          <a:r>
            <a:rPr lang="fr-FR" sz="2400" b="1" kern="1200"/>
            <a:t>Cohérence :</a:t>
          </a:r>
          <a:r>
            <a:rPr lang="fr-FR" sz="2400" kern="1200"/>
            <a:t> Mettre en œuvre des actions concertées pour éviter les contradictions dans l’accompagnement.</a:t>
          </a:r>
          <a:endParaRPr lang="en-US" sz="2400" kern="1200"/>
        </a:p>
      </dsp:txBody>
      <dsp:txXfrm>
        <a:off x="0" y="3886183"/>
        <a:ext cx="7559504" cy="2245950"/>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4CA340-EF71-4C04-8ED9-9D8AF3D2BA0C}">
      <dsp:nvSpPr>
        <dsp:cNvPr id="0" name=""/>
        <dsp:cNvSpPr/>
      </dsp:nvSpPr>
      <dsp:spPr>
        <a:xfrm>
          <a:off x="205509" y="1640565"/>
          <a:ext cx="911674" cy="91167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30CAC1-5CCF-4796-A5D1-26924D8EFD84}">
      <dsp:nvSpPr>
        <dsp:cNvPr id="0" name=""/>
        <dsp:cNvSpPr/>
      </dsp:nvSpPr>
      <dsp:spPr>
        <a:xfrm>
          <a:off x="396960" y="1832017"/>
          <a:ext cx="528770" cy="5287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9BC7AEC-7479-4230-9A89-E7F77227FAA0}">
      <dsp:nvSpPr>
        <dsp:cNvPr id="0" name=""/>
        <dsp:cNvSpPr/>
      </dsp:nvSpPr>
      <dsp:spPr>
        <a:xfrm>
          <a:off x="1312541" y="1640565"/>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fr-FR" sz="1300" b="1" kern="1200"/>
            <a:t>Reconnaissance de la singularité :</a:t>
          </a:r>
          <a:r>
            <a:rPr lang="fr-FR" sz="1300" kern="1200"/>
            <a:t> Chaque individu a une histoire, des valeurs et des besoins qui méritent d’être compris et pris en compte.</a:t>
          </a:r>
          <a:endParaRPr lang="en-US" sz="1300" kern="1200"/>
        </a:p>
      </dsp:txBody>
      <dsp:txXfrm>
        <a:off x="1312541" y="1640565"/>
        <a:ext cx="2148945" cy="911674"/>
      </dsp:txXfrm>
    </dsp:sp>
    <dsp:sp modelId="{79B38FB4-96A2-45B9-8ED8-ABCFC1334797}">
      <dsp:nvSpPr>
        <dsp:cNvPr id="0" name=""/>
        <dsp:cNvSpPr/>
      </dsp:nvSpPr>
      <dsp:spPr>
        <a:xfrm>
          <a:off x="3835925" y="1640565"/>
          <a:ext cx="911674" cy="91167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B9AED7-0C97-4B3A-8A94-CD6E0FD681FC}">
      <dsp:nvSpPr>
        <dsp:cNvPr id="0" name=""/>
        <dsp:cNvSpPr/>
      </dsp:nvSpPr>
      <dsp:spPr>
        <a:xfrm>
          <a:off x="4027376" y="1832017"/>
          <a:ext cx="528770" cy="5287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24E41E-6C9E-4DCF-A959-6476BDD7AD6D}">
      <dsp:nvSpPr>
        <dsp:cNvPr id="0" name=""/>
        <dsp:cNvSpPr/>
      </dsp:nvSpPr>
      <dsp:spPr>
        <a:xfrm>
          <a:off x="4942957" y="1640565"/>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fr-FR" sz="1300" b="1" kern="1200"/>
            <a:t>Absence de condescendance :</a:t>
          </a:r>
          <a:r>
            <a:rPr lang="fr-FR" sz="1300" kern="1200"/>
            <a:t> Éviter toute attitude paternaliste ou infantilisante.</a:t>
          </a:r>
          <a:endParaRPr lang="en-US" sz="1300" kern="1200"/>
        </a:p>
      </dsp:txBody>
      <dsp:txXfrm>
        <a:off x="4942957" y="1640565"/>
        <a:ext cx="2148945" cy="911674"/>
      </dsp:txXfrm>
    </dsp:sp>
    <dsp:sp modelId="{B5D66102-2AAC-45AE-8725-160DC8899FB8}">
      <dsp:nvSpPr>
        <dsp:cNvPr id="0" name=""/>
        <dsp:cNvSpPr/>
      </dsp:nvSpPr>
      <dsp:spPr>
        <a:xfrm>
          <a:off x="7466341" y="1640565"/>
          <a:ext cx="911674" cy="911674"/>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880F78-1DEE-4D3F-87A2-E2639E4C238D}">
      <dsp:nvSpPr>
        <dsp:cNvPr id="0" name=""/>
        <dsp:cNvSpPr/>
      </dsp:nvSpPr>
      <dsp:spPr>
        <a:xfrm>
          <a:off x="7657792" y="1832017"/>
          <a:ext cx="528770" cy="52877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BA00BC-C8A8-485D-B0F5-BB93C00AF868}">
      <dsp:nvSpPr>
        <dsp:cNvPr id="0" name=""/>
        <dsp:cNvSpPr/>
      </dsp:nvSpPr>
      <dsp:spPr>
        <a:xfrm>
          <a:off x="8573374" y="1640565"/>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fr-FR" sz="1300" b="1" kern="1200"/>
            <a:t>Neutralité bienveillante :</a:t>
          </a:r>
          <a:r>
            <a:rPr lang="fr-FR" sz="1300" kern="1200"/>
            <a:t> Respecter les choix de la personne, même si l’on ne les comprend pas ou ne les partage pas.</a:t>
          </a:r>
          <a:endParaRPr lang="en-US" sz="1300" kern="1200"/>
        </a:p>
      </dsp:txBody>
      <dsp:txXfrm>
        <a:off x="8573374" y="1640565"/>
        <a:ext cx="2148945" cy="911674"/>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34A754-3A7C-4E45-944A-628D7B832CED}">
      <dsp:nvSpPr>
        <dsp:cNvPr id="0" name=""/>
        <dsp:cNvSpPr/>
      </dsp:nvSpPr>
      <dsp:spPr>
        <a:xfrm>
          <a:off x="1061437" y="932837"/>
          <a:ext cx="1141382" cy="11413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C3B8EF0-42BA-4806-827B-F32284718AB6}">
      <dsp:nvSpPr>
        <dsp:cNvPr id="0" name=""/>
        <dsp:cNvSpPr/>
      </dsp:nvSpPr>
      <dsp:spPr>
        <a:xfrm>
          <a:off x="1582" y="2174287"/>
          <a:ext cx="3261093" cy="48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b="1"/>
          </a:pPr>
          <a:r>
            <a:rPr lang="fr-FR" sz="1700" b="1" kern="1200"/>
            <a:t>Respect de l’intimité :</a:t>
          </a:r>
          <a:endParaRPr lang="en-US" sz="1700" kern="1200"/>
        </a:p>
      </dsp:txBody>
      <dsp:txXfrm>
        <a:off x="1582" y="2174287"/>
        <a:ext cx="3261093" cy="489164"/>
      </dsp:txXfrm>
    </dsp:sp>
    <dsp:sp modelId="{9810FD86-6C71-422B-AFD4-04CF8BC5B044}">
      <dsp:nvSpPr>
        <dsp:cNvPr id="0" name=""/>
        <dsp:cNvSpPr/>
      </dsp:nvSpPr>
      <dsp:spPr>
        <a:xfrm>
          <a:off x="1582" y="2709993"/>
          <a:ext cx="3261093" cy="5499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fr-FR" sz="1300" kern="1200"/>
            <a:t>Toujours demander la permission avant d’intervenir dans un espace privé ou d’effectuer un geste.</a:t>
          </a:r>
          <a:endParaRPr lang="en-US" sz="1300" kern="1200"/>
        </a:p>
      </dsp:txBody>
      <dsp:txXfrm>
        <a:off x="1582" y="2709993"/>
        <a:ext cx="3261093" cy="549973"/>
      </dsp:txXfrm>
    </dsp:sp>
    <dsp:sp modelId="{8DD53493-3AF1-4CE1-AE24-28077D507C0A}">
      <dsp:nvSpPr>
        <dsp:cNvPr id="0" name=""/>
        <dsp:cNvSpPr/>
      </dsp:nvSpPr>
      <dsp:spPr>
        <a:xfrm>
          <a:off x="4893223" y="932837"/>
          <a:ext cx="1141382" cy="11413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37ED692-402E-460E-BB67-B778D08F069F}">
      <dsp:nvSpPr>
        <dsp:cNvPr id="0" name=""/>
        <dsp:cNvSpPr/>
      </dsp:nvSpPr>
      <dsp:spPr>
        <a:xfrm>
          <a:off x="3833367" y="2174287"/>
          <a:ext cx="3261093" cy="48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b="1"/>
          </a:pPr>
          <a:r>
            <a:rPr lang="fr-FR" sz="1700" b="1" kern="1200"/>
            <a:t>Prise en compte des préférences :</a:t>
          </a:r>
          <a:endParaRPr lang="en-US" sz="1700" kern="1200"/>
        </a:p>
      </dsp:txBody>
      <dsp:txXfrm>
        <a:off x="3833367" y="2174287"/>
        <a:ext cx="3261093" cy="489164"/>
      </dsp:txXfrm>
    </dsp:sp>
    <dsp:sp modelId="{81E28AC1-00A5-4E9D-ACC7-C0644B6276AB}">
      <dsp:nvSpPr>
        <dsp:cNvPr id="0" name=""/>
        <dsp:cNvSpPr/>
      </dsp:nvSpPr>
      <dsp:spPr>
        <a:xfrm>
          <a:off x="3833367" y="2709993"/>
          <a:ext cx="3261093" cy="5499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fr-FR" sz="1300" kern="1200"/>
            <a:t>Adapter ses interventions aux besoins spécifiques, comme respecter une habitude quotidienne ou une croyance religieuse.</a:t>
          </a:r>
          <a:endParaRPr lang="en-US" sz="1300" kern="1200"/>
        </a:p>
      </dsp:txBody>
      <dsp:txXfrm>
        <a:off x="3833367" y="2709993"/>
        <a:ext cx="3261093" cy="549973"/>
      </dsp:txXfrm>
    </dsp:sp>
    <dsp:sp modelId="{A7108203-D65E-4FB0-AD2A-449C01A8D221}">
      <dsp:nvSpPr>
        <dsp:cNvPr id="0" name=""/>
        <dsp:cNvSpPr/>
      </dsp:nvSpPr>
      <dsp:spPr>
        <a:xfrm>
          <a:off x="8725008" y="932837"/>
          <a:ext cx="1141382" cy="114138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DCE5F5B-286D-496C-A803-495F5763DBBC}">
      <dsp:nvSpPr>
        <dsp:cNvPr id="0" name=""/>
        <dsp:cNvSpPr/>
      </dsp:nvSpPr>
      <dsp:spPr>
        <a:xfrm>
          <a:off x="7665152" y="2174287"/>
          <a:ext cx="3261093" cy="48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b="1"/>
          </a:pPr>
          <a:r>
            <a:rPr lang="fr-FR" sz="1700" b="1" kern="1200"/>
            <a:t>Réaction adaptée aux comportements difficiles :</a:t>
          </a:r>
          <a:endParaRPr lang="en-US" sz="1700" kern="1200"/>
        </a:p>
      </dsp:txBody>
      <dsp:txXfrm>
        <a:off x="7665152" y="2174287"/>
        <a:ext cx="3261093" cy="489164"/>
      </dsp:txXfrm>
    </dsp:sp>
    <dsp:sp modelId="{8DC1BE5F-C91D-4DE3-98F8-9435250270BF}">
      <dsp:nvSpPr>
        <dsp:cNvPr id="0" name=""/>
        <dsp:cNvSpPr/>
      </dsp:nvSpPr>
      <dsp:spPr>
        <a:xfrm>
          <a:off x="7665152" y="2709993"/>
          <a:ext cx="3261093" cy="5499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fr-FR" sz="1300" kern="1200"/>
            <a:t>Face à un comportement agressif : "Je comprends que vous êtes en colère, et je suis là pour vous écouter sans vous juger."</a:t>
          </a:r>
          <a:endParaRPr lang="en-US" sz="1300" kern="1200"/>
        </a:p>
      </dsp:txBody>
      <dsp:txXfrm>
        <a:off x="7665152" y="2709993"/>
        <a:ext cx="3261093" cy="549973"/>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7.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9.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0.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6.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7.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9.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6.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7.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AC36E4-5D6B-66DB-94F1-BE8210F1E859}"/>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4C97E0F9-97CB-035A-8D20-ABA779CABE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79FAB53E-315A-D684-18FF-7B7B13B4C495}"/>
              </a:ext>
            </a:extLst>
          </p:cNvPr>
          <p:cNvSpPr>
            <a:spLocks noGrp="1"/>
          </p:cNvSpPr>
          <p:nvPr>
            <p:ph type="dt" sz="half" idx="10"/>
          </p:nvPr>
        </p:nvSpPr>
        <p:spPr/>
        <p:txBody>
          <a:bodyPr/>
          <a:lstStyle/>
          <a:p>
            <a:fld id="{B55B74CA-C3F0-4A89-BEA3-EAF1843C9A41}" type="datetimeFigureOut">
              <a:rPr lang="fr-FR" smtClean="0"/>
              <a:t>10/02/2025</a:t>
            </a:fld>
            <a:endParaRPr lang="fr-FR"/>
          </a:p>
        </p:txBody>
      </p:sp>
      <p:sp>
        <p:nvSpPr>
          <p:cNvPr id="5" name="Espace réservé du pied de page 4">
            <a:extLst>
              <a:ext uri="{FF2B5EF4-FFF2-40B4-BE49-F238E27FC236}">
                <a16:creationId xmlns:a16="http://schemas.microsoft.com/office/drawing/2014/main" id="{6F7A73F0-3663-AB0B-060B-A943B3570D5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0686588-344C-EF6F-8019-5F16CCEA06D1}"/>
              </a:ext>
            </a:extLst>
          </p:cNvPr>
          <p:cNvSpPr>
            <a:spLocks noGrp="1"/>
          </p:cNvSpPr>
          <p:nvPr>
            <p:ph type="sldNum" sz="quarter" idx="12"/>
          </p:nvPr>
        </p:nvSpPr>
        <p:spPr/>
        <p:txBody>
          <a:bodyPr/>
          <a:lstStyle/>
          <a:p>
            <a:fld id="{FCB9DBBC-39AA-44F9-9BEF-00A8FD7E5C7A}" type="slidenum">
              <a:rPr lang="fr-FR" smtClean="0"/>
              <a:t>‹N°›</a:t>
            </a:fld>
            <a:endParaRPr lang="fr-FR"/>
          </a:p>
        </p:txBody>
      </p:sp>
    </p:spTree>
    <p:extLst>
      <p:ext uri="{BB962C8B-B14F-4D97-AF65-F5344CB8AC3E}">
        <p14:creationId xmlns:p14="http://schemas.microsoft.com/office/powerpoint/2010/main" val="3765204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E9B019-71E5-6E58-AB0B-B78FE6C62E8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2131B95-80AC-760D-2779-6FD416C0E3BD}"/>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8416854-B4E8-3C09-02A7-9FD8F9B6383B}"/>
              </a:ext>
            </a:extLst>
          </p:cNvPr>
          <p:cNvSpPr>
            <a:spLocks noGrp="1"/>
          </p:cNvSpPr>
          <p:nvPr>
            <p:ph type="dt" sz="half" idx="10"/>
          </p:nvPr>
        </p:nvSpPr>
        <p:spPr/>
        <p:txBody>
          <a:bodyPr/>
          <a:lstStyle/>
          <a:p>
            <a:fld id="{B55B74CA-C3F0-4A89-BEA3-EAF1843C9A41}" type="datetimeFigureOut">
              <a:rPr lang="fr-FR" smtClean="0"/>
              <a:t>10/02/2025</a:t>
            </a:fld>
            <a:endParaRPr lang="fr-FR"/>
          </a:p>
        </p:txBody>
      </p:sp>
      <p:sp>
        <p:nvSpPr>
          <p:cNvPr id="5" name="Espace réservé du pied de page 4">
            <a:extLst>
              <a:ext uri="{FF2B5EF4-FFF2-40B4-BE49-F238E27FC236}">
                <a16:creationId xmlns:a16="http://schemas.microsoft.com/office/drawing/2014/main" id="{C79D7DF3-C208-DF31-2F50-3B4E84057F4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928DCEF-985E-E627-40BF-5B2F2ECBA80B}"/>
              </a:ext>
            </a:extLst>
          </p:cNvPr>
          <p:cNvSpPr>
            <a:spLocks noGrp="1"/>
          </p:cNvSpPr>
          <p:nvPr>
            <p:ph type="sldNum" sz="quarter" idx="12"/>
          </p:nvPr>
        </p:nvSpPr>
        <p:spPr/>
        <p:txBody>
          <a:bodyPr/>
          <a:lstStyle/>
          <a:p>
            <a:fld id="{FCB9DBBC-39AA-44F9-9BEF-00A8FD7E5C7A}" type="slidenum">
              <a:rPr lang="fr-FR" smtClean="0"/>
              <a:t>‹N°›</a:t>
            </a:fld>
            <a:endParaRPr lang="fr-FR"/>
          </a:p>
        </p:txBody>
      </p:sp>
    </p:spTree>
    <p:extLst>
      <p:ext uri="{BB962C8B-B14F-4D97-AF65-F5344CB8AC3E}">
        <p14:creationId xmlns:p14="http://schemas.microsoft.com/office/powerpoint/2010/main" val="870593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C9F220-F6C0-FBC0-F97A-228D6AF2DEAA}"/>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2830BF4B-6C10-47DE-1C2C-87FA02C6A40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A09B3DD8-3992-ADD8-A1AD-EF08F64D1FA1}"/>
              </a:ext>
            </a:extLst>
          </p:cNvPr>
          <p:cNvSpPr>
            <a:spLocks noGrp="1"/>
          </p:cNvSpPr>
          <p:nvPr>
            <p:ph type="dt" sz="half" idx="10"/>
          </p:nvPr>
        </p:nvSpPr>
        <p:spPr/>
        <p:txBody>
          <a:bodyPr/>
          <a:lstStyle/>
          <a:p>
            <a:fld id="{B55B74CA-C3F0-4A89-BEA3-EAF1843C9A41}" type="datetimeFigureOut">
              <a:rPr lang="fr-FR" smtClean="0"/>
              <a:t>10/02/2025</a:t>
            </a:fld>
            <a:endParaRPr lang="fr-FR"/>
          </a:p>
        </p:txBody>
      </p:sp>
      <p:sp>
        <p:nvSpPr>
          <p:cNvPr id="5" name="Espace réservé du pied de page 4">
            <a:extLst>
              <a:ext uri="{FF2B5EF4-FFF2-40B4-BE49-F238E27FC236}">
                <a16:creationId xmlns:a16="http://schemas.microsoft.com/office/drawing/2014/main" id="{4A12E6CB-AEF3-7A10-16CF-E53E1CF413A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7DD5BA0-AF44-A917-A18D-8CC3526950EA}"/>
              </a:ext>
            </a:extLst>
          </p:cNvPr>
          <p:cNvSpPr>
            <a:spLocks noGrp="1"/>
          </p:cNvSpPr>
          <p:nvPr>
            <p:ph type="sldNum" sz="quarter" idx="12"/>
          </p:nvPr>
        </p:nvSpPr>
        <p:spPr/>
        <p:txBody>
          <a:bodyPr/>
          <a:lstStyle/>
          <a:p>
            <a:fld id="{FCB9DBBC-39AA-44F9-9BEF-00A8FD7E5C7A}" type="slidenum">
              <a:rPr lang="fr-FR" smtClean="0"/>
              <a:t>‹N°›</a:t>
            </a:fld>
            <a:endParaRPr lang="fr-FR"/>
          </a:p>
        </p:txBody>
      </p:sp>
    </p:spTree>
    <p:extLst>
      <p:ext uri="{BB962C8B-B14F-4D97-AF65-F5344CB8AC3E}">
        <p14:creationId xmlns:p14="http://schemas.microsoft.com/office/powerpoint/2010/main" val="4178524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A936E3-6EED-017A-EEDB-52509DEAA5B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5B544A3B-08A5-D07D-E433-8993DC4D2B34}"/>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8C5E0A7-5895-91AD-5CD1-1D526222533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3E89767B-63BC-E0C3-3CDA-D2616C41EB1F}"/>
              </a:ext>
            </a:extLst>
          </p:cNvPr>
          <p:cNvSpPr>
            <a:spLocks noGrp="1"/>
          </p:cNvSpPr>
          <p:nvPr>
            <p:ph type="dt" sz="half" idx="10"/>
          </p:nvPr>
        </p:nvSpPr>
        <p:spPr/>
        <p:txBody>
          <a:bodyPr/>
          <a:lstStyle/>
          <a:p>
            <a:fld id="{B55B74CA-C3F0-4A89-BEA3-EAF1843C9A41}" type="datetimeFigureOut">
              <a:rPr lang="fr-FR" smtClean="0"/>
              <a:t>10/02/2025</a:t>
            </a:fld>
            <a:endParaRPr lang="fr-FR"/>
          </a:p>
        </p:txBody>
      </p:sp>
      <p:sp>
        <p:nvSpPr>
          <p:cNvPr id="6" name="Espace réservé du pied de page 5">
            <a:extLst>
              <a:ext uri="{FF2B5EF4-FFF2-40B4-BE49-F238E27FC236}">
                <a16:creationId xmlns:a16="http://schemas.microsoft.com/office/drawing/2014/main" id="{3792E149-1900-D224-E954-1B1E5FC6FA1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50B15BD-E43D-5089-A1BA-71E66A794018}"/>
              </a:ext>
            </a:extLst>
          </p:cNvPr>
          <p:cNvSpPr>
            <a:spLocks noGrp="1"/>
          </p:cNvSpPr>
          <p:nvPr>
            <p:ph type="sldNum" sz="quarter" idx="12"/>
          </p:nvPr>
        </p:nvSpPr>
        <p:spPr/>
        <p:txBody>
          <a:bodyPr/>
          <a:lstStyle/>
          <a:p>
            <a:fld id="{FCB9DBBC-39AA-44F9-9BEF-00A8FD7E5C7A}" type="slidenum">
              <a:rPr lang="fr-FR" smtClean="0"/>
              <a:t>‹N°›</a:t>
            </a:fld>
            <a:endParaRPr lang="fr-FR"/>
          </a:p>
        </p:txBody>
      </p:sp>
    </p:spTree>
    <p:extLst>
      <p:ext uri="{BB962C8B-B14F-4D97-AF65-F5344CB8AC3E}">
        <p14:creationId xmlns:p14="http://schemas.microsoft.com/office/powerpoint/2010/main" val="1162048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8A0D97-EB61-FD92-8B4A-BF2829026397}"/>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DF4B566C-5FA8-8E23-A6ED-2333CA9ED9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B5C81FDA-CCB3-C352-9696-54DFEC1813C4}"/>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70EE6C0A-19E4-27CA-02EF-F7E9801B7E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92DDB745-D6C9-753B-6966-9B7D76F3F391}"/>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DBD9488E-FD4E-DA3E-6E1A-9EC4595D4EF3}"/>
              </a:ext>
            </a:extLst>
          </p:cNvPr>
          <p:cNvSpPr>
            <a:spLocks noGrp="1"/>
          </p:cNvSpPr>
          <p:nvPr>
            <p:ph type="dt" sz="half" idx="10"/>
          </p:nvPr>
        </p:nvSpPr>
        <p:spPr/>
        <p:txBody>
          <a:bodyPr/>
          <a:lstStyle/>
          <a:p>
            <a:fld id="{B55B74CA-C3F0-4A89-BEA3-EAF1843C9A41}" type="datetimeFigureOut">
              <a:rPr lang="fr-FR" smtClean="0"/>
              <a:t>10/02/2025</a:t>
            </a:fld>
            <a:endParaRPr lang="fr-FR"/>
          </a:p>
        </p:txBody>
      </p:sp>
      <p:sp>
        <p:nvSpPr>
          <p:cNvPr id="8" name="Espace réservé du pied de page 7">
            <a:extLst>
              <a:ext uri="{FF2B5EF4-FFF2-40B4-BE49-F238E27FC236}">
                <a16:creationId xmlns:a16="http://schemas.microsoft.com/office/drawing/2014/main" id="{0021C5CD-DC22-843C-64E4-E7D8B79F47A3}"/>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A0D4A71C-49F9-6771-FE65-68F19F0A3169}"/>
              </a:ext>
            </a:extLst>
          </p:cNvPr>
          <p:cNvSpPr>
            <a:spLocks noGrp="1"/>
          </p:cNvSpPr>
          <p:nvPr>
            <p:ph type="sldNum" sz="quarter" idx="12"/>
          </p:nvPr>
        </p:nvSpPr>
        <p:spPr/>
        <p:txBody>
          <a:bodyPr/>
          <a:lstStyle/>
          <a:p>
            <a:fld id="{FCB9DBBC-39AA-44F9-9BEF-00A8FD7E5C7A}" type="slidenum">
              <a:rPr lang="fr-FR" smtClean="0"/>
              <a:t>‹N°›</a:t>
            </a:fld>
            <a:endParaRPr lang="fr-FR"/>
          </a:p>
        </p:txBody>
      </p:sp>
    </p:spTree>
    <p:extLst>
      <p:ext uri="{BB962C8B-B14F-4D97-AF65-F5344CB8AC3E}">
        <p14:creationId xmlns:p14="http://schemas.microsoft.com/office/powerpoint/2010/main" val="2081572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6EDB1B-F59C-63DD-FA00-CA4751D9E96A}"/>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89A31435-9305-1EAE-C934-519618103094}"/>
              </a:ext>
            </a:extLst>
          </p:cNvPr>
          <p:cNvSpPr>
            <a:spLocks noGrp="1"/>
          </p:cNvSpPr>
          <p:nvPr>
            <p:ph type="dt" sz="half" idx="10"/>
          </p:nvPr>
        </p:nvSpPr>
        <p:spPr/>
        <p:txBody>
          <a:bodyPr/>
          <a:lstStyle/>
          <a:p>
            <a:fld id="{B55B74CA-C3F0-4A89-BEA3-EAF1843C9A41}" type="datetimeFigureOut">
              <a:rPr lang="fr-FR" smtClean="0"/>
              <a:t>10/02/2025</a:t>
            </a:fld>
            <a:endParaRPr lang="fr-FR"/>
          </a:p>
        </p:txBody>
      </p:sp>
      <p:sp>
        <p:nvSpPr>
          <p:cNvPr id="4" name="Espace réservé du pied de page 3">
            <a:extLst>
              <a:ext uri="{FF2B5EF4-FFF2-40B4-BE49-F238E27FC236}">
                <a16:creationId xmlns:a16="http://schemas.microsoft.com/office/drawing/2014/main" id="{1B91B6A7-C06B-E5E7-A782-6B6BFAFCF8C2}"/>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E1B120D9-0E99-05FA-7DAD-73A51DA1AEBE}"/>
              </a:ext>
            </a:extLst>
          </p:cNvPr>
          <p:cNvSpPr>
            <a:spLocks noGrp="1"/>
          </p:cNvSpPr>
          <p:nvPr>
            <p:ph type="sldNum" sz="quarter" idx="12"/>
          </p:nvPr>
        </p:nvSpPr>
        <p:spPr/>
        <p:txBody>
          <a:bodyPr/>
          <a:lstStyle/>
          <a:p>
            <a:fld id="{FCB9DBBC-39AA-44F9-9BEF-00A8FD7E5C7A}" type="slidenum">
              <a:rPr lang="fr-FR" smtClean="0"/>
              <a:t>‹N°›</a:t>
            </a:fld>
            <a:endParaRPr lang="fr-FR"/>
          </a:p>
        </p:txBody>
      </p:sp>
    </p:spTree>
    <p:extLst>
      <p:ext uri="{BB962C8B-B14F-4D97-AF65-F5344CB8AC3E}">
        <p14:creationId xmlns:p14="http://schemas.microsoft.com/office/powerpoint/2010/main" val="2485536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0A292343-0D1E-5D0C-178A-CCD55EF8ADD4}"/>
              </a:ext>
            </a:extLst>
          </p:cNvPr>
          <p:cNvSpPr>
            <a:spLocks noGrp="1"/>
          </p:cNvSpPr>
          <p:nvPr>
            <p:ph type="dt" sz="half" idx="10"/>
          </p:nvPr>
        </p:nvSpPr>
        <p:spPr/>
        <p:txBody>
          <a:bodyPr/>
          <a:lstStyle/>
          <a:p>
            <a:fld id="{B55B74CA-C3F0-4A89-BEA3-EAF1843C9A41}" type="datetimeFigureOut">
              <a:rPr lang="fr-FR" smtClean="0"/>
              <a:t>10/02/2025</a:t>
            </a:fld>
            <a:endParaRPr lang="fr-FR"/>
          </a:p>
        </p:txBody>
      </p:sp>
      <p:sp>
        <p:nvSpPr>
          <p:cNvPr id="3" name="Espace réservé du pied de page 2">
            <a:extLst>
              <a:ext uri="{FF2B5EF4-FFF2-40B4-BE49-F238E27FC236}">
                <a16:creationId xmlns:a16="http://schemas.microsoft.com/office/drawing/2014/main" id="{BEF72EA6-B4A9-45E3-DC15-E370AB64BCD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81D4D5BA-27FB-CB7E-24A9-2ED9A29CAC5A}"/>
              </a:ext>
            </a:extLst>
          </p:cNvPr>
          <p:cNvSpPr>
            <a:spLocks noGrp="1"/>
          </p:cNvSpPr>
          <p:nvPr>
            <p:ph type="sldNum" sz="quarter" idx="12"/>
          </p:nvPr>
        </p:nvSpPr>
        <p:spPr/>
        <p:txBody>
          <a:bodyPr/>
          <a:lstStyle/>
          <a:p>
            <a:fld id="{FCB9DBBC-39AA-44F9-9BEF-00A8FD7E5C7A}" type="slidenum">
              <a:rPr lang="fr-FR" smtClean="0"/>
              <a:t>‹N°›</a:t>
            </a:fld>
            <a:endParaRPr lang="fr-FR"/>
          </a:p>
        </p:txBody>
      </p:sp>
    </p:spTree>
    <p:extLst>
      <p:ext uri="{BB962C8B-B14F-4D97-AF65-F5344CB8AC3E}">
        <p14:creationId xmlns:p14="http://schemas.microsoft.com/office/powerpoint/2010/main" val="776312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46F2432-426C-4F88-1703-FDD60B61272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6D8747F4-4E8A-6143-3342-52854201BE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038A791E-FE19-1AB7-61D4-4980575FDC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11B225B-614E-7398-B67B-2955C3167F22}"/>
              </a:ext>
            </a:extLst>
          </p:cNvPr>
          <p:cNvSpPr>
            <a:spLocks noGrp="1"/>
          </p:cNvSpPr>
          <p:nvPr>
            <p:ph type="dt" sz="half" idx="10"/>
          </p:nvPr>
        </p:nvSpPr>
        <p:spPr/>
        <p:txBody>
          <a:bodyPr/>
          <a:lstStyle/>
          <a:p>
            <a:fld id="{B55B74CA-C3F0-4A89-BEA3-EAF1843C9A41}" type="datetimeFigureOut">
              <a:rPr lang="fr-FR" smtClean="0"/>
              <a:t>10/02/2025</a:t>
            </a:fld>
            <a:endParaRPr lang="fr-FR"/>
          </a:p>
        </p:txBody>
      </p:sp>
      <p:sp>
        <p:nvSpPr>
          <p:cNvPr id="6" name="Espace réservé du pied de page 5">
            <a:extLst>
              <a:ext uri="{FF2B5EF4-FFF2-40B4-BE49-F238E27FC236}">
                <a16:creationId xmlns:a16="http://schemas.microsoft.com/office/drawing/2014/main" id="{ED114B46-4948-2CD6-2687-158599BF0B21}"/>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1C02F2D-2C60-7787-DF64-7C4B4666D66D}"/>
              </a:ext>
            </a:extLst>
          </p:cNvPr>
          <p:cNvSpPr>
            <a:spLocks noGrp="1"/>
          </p:cNvSpPr>
          <p:nvPr>
            <p:ph type="sldNum" sz="quarter" idx="12"/>
          </p:nvPr>
        </p:nvSpPr>
        <p:spPr/>
        <p:txBody>
          <a:bodyPr/>
          <a:lstStyle/>
          <a:p>
            <a:fld id="{FCB9DBBC-39AA-44F9-9BEF-00A8FD7E5C7A}" type="slidenum">
              <a:rPr lang="fr-FR" smtClean="0"/>
              <a:t>‹N°›</a:t>
            </a:fld>
            <a:endParaRPr lang="fr-FR"/>
          </a:p>
        </p:txBody>
      </p:sp>
    </p:spTree>
    <p:extLst>
      <p:ext uri="{BB962C8B-B14F-4D97-AF65-F5344CB8AC3E}">
        <p14:creationId xmlns:p14="http://schemas.microsoft.com/office/powerpoint/2010/main" val="22261070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BBAEA7-3FF4-0D7E-5009-15FD669DE71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D49E35EF-7887-91FF-3ECB-DCF2E62F3B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63DE8A3E-FCC6-87B0-A3A8-DD4E3DB6EE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001B748-9CE5-FEFB-C781-7AF53487689C}"/>
              </a:ext>
            </a:extLst>
          </p:cNvPr>
          <p:cNvSpPr>
            <a:spLocks noGrp="1"/>
          </p:cNvSpPr>
          <p:nvPr>
            <p:ph type="dt" sz="half" idx="10"/>
          </p:nvPr>
        </p:nvSpPr>
        <p:spPr/>
        <p:txBody>
          <a:bodyPr/>
          <a:lstStyle/>
          <a:p>
            <a:fld id="{B55B74CA-C3F0-4A89-BEA3-EAF1843C9A41}" type="datetimeFigureOut">
              <a:rPr lang="fr-FR" smtClean="0"/>
              <a:t>10/02/2025</a:t>
            </a:fld>
            <a:endParaRPr lang="fr-FR"/>
          </a:p>
        </p:txBody>
      </p:sp>
      <p:sp>
        <p:nvSpPr>
          <p:cNvPr id="6" name="Espace réservé du pied de page 5">
            <a:extLst>
              <a:ext uri="{FF2B5EF4-FFF2-40B4-BE49-F238E27FC236}">
                <a16:creationId xmlns:a16="http://schemas.microsoft.com/office/drawing/2014/main" id="{22F4C248-6DD9-CDA5-E359-7BBF4B6E3B5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748702D-8A82-1291-FAA5-34D416EDCE4B}"/>
              </a:ext>
            </a:extLst>
          </p:cNvPr>
          <p:cNvSpPr>
            <a:spLocks noGrp="1"/>
          </p:cNvSpPr>
          <p:nvPr>
            <p:ph type="sldNum" sz="quarter" idx="12"/>
          </p:nvPr>
        </p:nvSpPr>
        <p:spPr/>
        <p:txBody>
          <a:bodyPr/>
          <a:lstStyle/>
          <a:p>
            <a:fld id="{FCB9DBBC-39AA-44F9-9BEF-00A8FD7E5C7A}" type="slidenum">
              <a:rPr lang="fr-FR" smtClean="0"/>
              <a:t>‹N°›</a:t>
            </a:fld>
            <a:endParaRPr lang="fr-FR"/>
          </a:p>
        </p:txBody>
      </p:sp>
    </p:spTree>
    <p:extLst>
      <p:ext uri="{BB962C8B-B14F-4D97-AF65-F5344CB8AC3E}">
        <p14:creationId xmlns:p14="http://schemas.microsoft.com/office/powerpoint/2010/main" val="1433190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B405DD-7541-2459-D5AE-0BC23A6E33BF}"/>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033B11BA-6C83-3CED-3909-F5A940FD3B3B}"/>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8A3BF5A-5809-CE12-D98C-99A407DF6995}"/>
              </a:ext>
            </a:extLst>
          </p:cNvPr>
          <p:cNvSpPr>
            <a:spLocks noGrp="1"/>
          </p:cNvSpPr>
          <p:nvPr>
            <p:ph type="dt" sz="half" idx="10"/>
          </p:nvPr>
        </p:nvSpPr>
        <p:spPr/>
        <p:txBody>
          <a:bodyPr/>
          <a:lstStyle/>
          <a:p>
            <a:fld id="{B55B74CA-C3F0-4A89-BEA3-EAF1843C9A41}" type="datetimeFigureOut">
              <a:rPr lang="fr-FR" smtClean="0"/>
              <a:t>10/02/2025</a:t>
            </a:fld>
            <a:endParaRPr lang="fr-FR"/>
          </a:p>
        </p:txBody>
      </p:sp>
      <p:sp>
        <p:nvSpPr>
          <p:cNvPr id="5" name="Espace réservé du pied de page 4">
            <a:extLst>
              <a:ext uri="{FF2B5EF4-FFF2-40B4-BE49-F238E27FC236}">
                <a16:creationId xmlns:a16="http://schemas.microsoft.com/office/drawing/2014/main" id="{9CA9E97A-CC95-F7CD-75B3-5BCAD3750A7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47D0392-DCF6-FD83-98EE-FCEA1CB0E7E2}"/>
              </a:ext>
            </a:extLst>
          </p:cNvPr>
          <p:cNvSpPr>
            <a:spLocks noGrp="1"/>
          </p:cNvSpPr>
          <p:nvPr>
            <p:ph type="sldNum" sz="quarter" idx="12"/>
          </p:nvPr>
        </p:nvSpPr>
        <p:spPr/>
        <p:txBody>
          <a:bodyPr/>
          <a:lstStyle/>
          <a:p>
            <a:fld id="{FCB9DBBC-39AA-44F9-9BEF-00A8FD7E5C7A}" type="slidenum">
              <a:rPr lang="fr-FR" smtClean="0"/>
              <a:t>‹N°›</a:t>
            </a:fld>
            <a:endParaRPr lang="fr-FR"/>
          </a:p>
        </p:txBody>
      </p:sp>
    </p:spTree>
    <p:extLst>
      <p:ext uri="{BB962C8B-B14F-4D97-AF65-F5344CB8AC3E}">
        <p14:creationId xmlns:p14="http://schemas.microsoft.com/office/powerpoint/2010/main" val="37901933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B125417A-9CF2-F549-0263-AF3CBDD23FFA}"/>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4342A51-926D-57FC-C069-BD4A0298B53D}"/>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6858472-584C-5E2D-5A29-5D590F704392}"/>
              </a:ext>
            </a:extLst>
          </p:cNvPr>
          <p:cNvSpPr>
            <a:spLocks noGrp="1"/>
          </p:cNvSpPr>
          <p:nvPr>
            <p:ph type="dt" sz="half" idx="10"/>
          </p:nvPr>
        </p:nvSpPr>
        <p:spPr/>
        <p:txBody>
          <a:bodyPr/>
          <a:lstStyle/>
          <a:p>
            <a:fld id="{B55B74CA-C3F0-4A89-BEA3-EAF1843C9A41}" type="datetimeFigureOut">
              <a:rPr lang="fr-FR" smtClean="0"/>
              <a:t>10/02/2025</a:t>
            </a:fld>
            <a:endParaRPr lang="fr-FR"/>
          </a:p>
        </p:txBody>
      </p:sp>
      <p:sp>
        <p:nvSpPr>
          <p:cNvPr id="5" name="Espace réservé du pied de page 4">
            <a:extLst>
              <a:ext uri="{FF2B5EF4-FFF2-40B4-BE49-F238E27FC236}">
                <a16:creationId xmlns:a16="http://schemas.microsoft.com/office/drawing/2014/main" id="{799F6167-0226-EA71-8A2C-0D2994AA51F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1F4C11E-73F3-3B64-908B-5E348301AE59}"/>
              </a:ext>
            </a:extLst>
          </p:cNvPr>
          <p:cNvSpPr>
            <a:spLocks noGrp="1"/>
          </p:cNvSpPr>
          <p:nvPr>
            <p:ph type="sldNum" sz="quarter" idx="12"/>
          </p:nvPr>
        </p:nvSpPr>
        <p:spPr/>
        <p:txBody>
          <a:bodyPr/>
          <a:lstStyle/>
          <a:p>
            <a:fld id="{FCB9DBBC-39AA-44F9-9BEF-00A8FD7E5C7A}" type="slidenum">
              <a:rPr lang="fr-FR" smtClean="0"/>
              <a:t>‹N°›</a:t>
            </a:fld>
            <a:endParaRPr lang="fr-FR"/>
          </a:p>
        </p:txBody>
      </p:sp>
    </p:spTree>
    <p:extLst>
      <p:ext uri="{BB962C8B-B14F-4D97-AF65-F5344CB8AC3E}">
        <p14:creationId xmlns:p14="http://schemas.microsoft.com/office/powerpoint/2010/main" val="39724318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9B8E842E-0CAC-7754-9A19-C522936B0D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0D807A72-2D58-6ECA-E56B-5F14E5AB6B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229B8A8-58C6-D15E-2592-A5615BDADE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5B74CA-C3F0-4A89-BEA3-EAF1843C9A41}" type="datetimeFigureOut">
              <a:rPr lang="fr-FR" smtClean="0"/>
              <a:t>10/02/2025</a:t>
            </a:fld>
            <a:endParaRPr lang="fr-FR"/>
          </a:p>
        </p:txBody>
      </p:sp>
      <p:sp>
        <p:nvSpPr>
          <p:cNvPr id="5" name="Espace réservé du pied de page 4">
            <a:extLst>
              <a:ext uri="{FF2B5EF4-FFF2-40B4-BE49-F238E27FC236}">
                <a16:creationId xmlns:a16="http://schemas.microsoft.com/office/drawing/2014/main" id="{4FA6A576-1280-1DB0-6D48-2C56CF1850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A4AC5CF7-25E7-90BC-75BE-51A7EABE0E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B9DBBC-39AA-44F9-9BEF-00A8FD7E5C7A}" type="slidenum">
              <a:rPr lang="fr-FR" smtClean="0"/>
              <a:t>‹N°›</a:t>
            </a:fld>
            <a:endParaRPr lang="fr-FR"/>
          </a:p>
        </p:txBody>
      </p:sp>
    </p:spTree>
    <p:extLst>
      <p:ext uri="{BB962C8B-B14F-4D97-AF65-F5344CB8AC3E}">
        <p14:creationId xmlns:p14="http://schemas.microsoft.com/office/powerpoint/2010/main" val="39627294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adultes-vulnerables.fr/fiche-questionnement-tutelle/identifier-la-vulnerabilite/le-signalement-dune-situation-de?utm_source=chatgpt.com" TargetMode="External"/><Relationship Id="rId2" Type="http://schemas.openxmlformats.org/officeDocument/2006/relationships/hyperlink" Target="https://www.pour-les-personnes-agees.gouv.fr/preserver-son-autonomie/les-mesures-de-protection/abus-de-faiblesse-des-personnes-agees-dans-quelles-situations?utm_source=chatgpt.com"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hyperlink" Target="https://www.youtube.com/watch?v=Q-4sc6MubhU"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hyperlink" Target="https://www.youtube.com/watch?v=rHfYWs31PMg&amp;t=16s"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microsoft.com/office/2018/10/relationships/comments" Target="../comments/modernComment_149_9DA9C933.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43.xml.rels><?xml version="1.0" encoding="UTF-8" standalone="yes"?>
<Relationships xmlns="http://schemas.openxmlformats.org/package/2006/relationships"><Relationship Id="rId3" Type="http://schemas.openxmlformats.org/officeDocument/2006/relationships/image" Target="../media/image46.jpeg"/><Relationship Id="rId2" Type="http://schemas.microsoft.com/office/2018/10/relationships/comments" Target="../comments/modernComment_10F_CD01280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47.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55.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microsoft.com/office/2018/10/relationships/comments" Target="../comments/modernComment_19A_A121D05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64.xml.rels><?xml version="1.0" encoding="UTF-8" standalone="yes"?>
<Relationships xmlns="http://schemas.openxmlformats.org/package/2006/relationships"><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image" Target="../media/image77.jpeg"/><Relationship Id="rId1" Type="http://schemas.openxmlformats.org/officeDocument/2006/relationships/slideLayout" Target="../slideLayouts/slideLayout2.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s>
</file>

<file path=ppt/slides/_rels/slide65.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67.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68.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2.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69.xml.rels><?xml version="1.0" encoding="UTF-8" standalone="yes"?>
<Relationships xmlns="http://schemas.openxmlformats.org/package/2006/relationships"><Relationship Id="rId3" Type="http://schemas.openxmlformats.org/officeDocument/2006/relationships/diagramLayout" Target="../diagrams/layout27.xml"/><Relationship Id="rId2" Type="http://schemas.openxmlformats.org/officeDocument/2006/relationships/diagramData" Target="../diagrams/data27.xml"/><Relationship Id="rId1" Type="http://schemas.openxmlformats.org/officeDocument/2006/relationships/slideLayout" Target="../slideLayouts/slideLayout2.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70.xml.rels><?xml version="1.0" encoding="UTF-8" standalone="yes"?>
<Relationships xmlns="http://schemas.openxmlformats.org/package/2006/relationships"><Relationship Id="rId3" Type="http://schemas.openxmlformats.org/officeDocument/2006/relationships/diagramLayout" Target="../diagrams/layout28.xml"/><Relationship Id="rId2" Type="http://schemas.openxmlformats.org/officeDocument/2006/relationships/diagramData" Target="../diagrams/data28.xml"/><Relationship Id="rId1" Type="http://schemas.openxmlformats.org/officeDocument/2006/relationships/slideLayout" Target="../slideLayouts/slideLayout2.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71.xml.rels><?xml version="1.0" encoding="UTF-8" standalone="yes"?>
<Relationships xmlns="http://schemas.openxmlformats.org/package/2006/relationships"><Relationship Id="rId3" Type="http://schemas.openxmlformats.org/officeDocument/2006/relationships/diagramLayout" Target="../diagrams/layout29.xml"/><Relationship Id="rId2" Type="http://schemas.openxmlformats.org/officeDocument/2006/relationships/diagramData" Target="../diagrams/data29.xml"/><Relationship Id="rId1" Type="http://schemas.openxmlformats.org/officeDocument/2006/relationships/slideLayout" Target="../slideLayouts/slideLayout2.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diagramLayout" Target="../diagrams/layout30.xml"/><Relationship Id="rId2" Type="http://schemas.openxmlformats.org/officeDocument/2006/relationships/diagramData" Target="../diagrams/data30.xml"/><Relationship Id="rId1" Type="http://schemas.openxmlformats.org/officeDocument/2006/relationships/slideLayout" Target="../slideLayouts/slideLayout2.xml"/><Relationship Id="rId6" Type="http://schemas.microsoft.com/office/2007/relationships/diagramDrawing" Target="../diagrams/drawing30.xml"/><Relationship Id="rId5" Type="http://schemas.openxmlformats.org/officeDocument/2006/relationships/diagramColors" Target="../diagrams/colors30.xml"/><Relationship Id="rId4" Type="http://schemas.openxmlformats.org/officeDocument/2006/relationships/diagramQuickStyle" Target="../diagrams/quickStyle30.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diagramLayout" Target="../diagrams/layout31.xml"/><Relationship Id="rId2" Type="http://schemas.openxmlformats.org/officeDocument/2006/relationships/diagramData" Target="../diagrams/data31.xml"/><Relationship Id="rId1" Type="http://schemas.openxmlformats.org/officeDocument/2006/relationships/slideLayout" Target="../slideLayouts/slideLayout2.xml"/><Relationship Id="rId6" Type="http://schemas.microsoft.com/office/2007/relationships/diagramDrawing" Target="../diagrams/drawing31.xml"/><Relationship Id="rId5" Type="http://schemas.openxmlformats.org/officeDocument/2006/relationships/diagramColors" Target="../diagrams/colors31.xml"/><Relationship Id="rId4" Type="http://schemas.openxmlformats.org/officeDocument/2006/relationships/diagramQuickStyle" Target="../diagrams/quickStyle3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diagramLayout" Target="../diagrams/layout32.xml"/><Relationship Id="rId2" Type="http://schemas.openxmlformats.org/officeDocument/2006/relationships/diagramData" Target="../diagrams/data32.xml"/><Relationship Id="rId1" Type="http://schemas.openxmlformats.org/officeDocument/2006/relationships/slideLayout" Target="../slideLayouts/slideLayout2.xml"/><Relationship Id="rId6" Type="http://schemas.microsoft.com/office/2007/relationships/diagramDrawing" Target="../diagrams/drawing32.xml"/><Relationship Id="rId5" Type="http://schemas.openxmlformats.org/officeDocument/2006/relationships/diagramColors" Target="../diagrams/colors32.xml"/><Relationship Id="rId4" Type="http://schemas.openxmlformats.org/officeDocument/2006/relationships/diagramQuickStyle" Target="../diagrams/quickStyle3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99.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diagramData" Target="../diagrams/data33.xml"/><Relationship Id="rId7" Type="http://schemas.microsoft.com/office/2007/relationships/diagramDrawing" Target="../diagrams/drawing33.xml"/><Relationship Id="rId2" Type="http://schemas.openxmlformats.org/officeDocument/2006/relationships/image" Target="../media/image100.jpeg"/><Relationship Id="rId1" Type="http://schemas.openxmlformats.org/officeDocument/2006/relationships/slideLayout" Target="../slideLayouts/slideLayout2.xml"/><Relationship Id="rId6" Type="http://schemas.openxmlformats.org/officeDocument/2006/relationships/diagramColors" Target="../diagrams/colors33.xml"/><Relationship Id="rId5" Type="http://schemas.openxmlformats.org/officeDocument/2006/relationships/diagramQuickStyle" Target="../diagrams/quickStyle33.xml"/><Relationship Id="rId4" Type="http://schemas.openxmlformats.org/officeDocument/2006/relationships/diagramLayout" Target="../diagrams/layout33.xml"/></Relationships>
</file>

<file path=ppt/slides/_rels/slide89.xml.rels><?xml version="1.0" encoding="UTF-8" standalone="yes"?>
<Relationships xmlns="http://schemas.openxmlformats.org/package/2006/relationships"><Relationship Id="rId2" Type="http://schemas.openxmlformats.org/officeDocument/2006/relationships/image" Target="../media/image101.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diagramLayout" Target="../diagrams/layout34.xml"/><Relationship Id="rId2" Type="http://schemas.openxmlformats.org/officeDocument/2006/relationships/diagramData" Target="../diagrams/data34.xml"/><Relationship Id="rId1" Type="http://schemas.openxmlformats.org/officeDocument/2006/relationships/slideLayout" Target="../slideLayouts/slideLayout2.xml"/><Relationship Id="rId6" Type="http://schemas.microsoft.com/office/2007/relationships/diagramDrawing" Target="../diagrams/drawing34.xml"/><Relationship Id="rId5" Type="http://schemas.openxmlformats.org/officeDocument/2006/relationships/diagramColors" Target="../diagrams/colors34.xml"/><Relationship Id="rId4" Type="http://schemas.openxmlformats.org/officeDocument/2006/relationships/diagramQuickStyle" Target="../diagrams/quickStyle34.xml"/></Relationships>
</file>

<file path=ppt/slides/_rels/slide94.xml.rels><?xml version="1.0" encoding="UTF-8" standalone="yes"?>
<Relationships xmlns="http://schemas.openxmlformats.org/package/2006/relationships"><Relationship Id="rId2" Type="http://schemas.openxmlformats.org/officeDocument/2006/relationships/image" Target="../media/image102.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03.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diagramLayout" Target="../diagrams/layout35.xml"/><Relationship Id="rId2" Type="http://schemas.openxmlformats.org/officeDocument/2006/relationships/diagramData" Target="../diagrams/data35.xml"/><Relationship Id="rId1" Type="http://schemas.openxmlformats.org/officeDocument/2006/relationships/slideLayout" Target="../slideLayouts/slideLayout2.xml"/><Relationship Id="rId6" Type="http://schemas.microsoft.com/office/2007/relationships/diagramDrawing" Target="../diagrams/drawing35.xml"/><Relationship Id="rId5" Type="http://schemas.openxmlformats.org/officeDocument/2006/relationships/diagramColors" Target="../diagrams/colors35.xml"/><Relationship Id="rId4" Type="http://schemas.openxmlformats.org/officeDocument/2006/relationships/diagramQuickStyle" Target="../diagrams/quickStyle35.xml"/></Relationships>
</file>

<file path=ppt/slides/_rels/slide97.xml.rels><?xml version="1.0" encoding="UTF-8" standalone="yes"?>
<Relationships xmlns="http://schemas.openxmlformats.org/package/2006/relationships"><Relationship Id="rId2" Type="http://schemas.openxmlformats.org/officeDocument/2006/relationships/image" Target="../media/image104.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05.jpe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04.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hyperlink" Target="https://www.youtube.com/watch?v=2sNYdEz4BP4" TargetMode="Externa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08.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09.jpe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09.jpe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diagramLayout" Target="../diagrams/layout36.xml"/><Relationship Id="rId2" Type="http://schemas.openxmlformats.org/officeDocument/2006/relationships/diagramData" Target="../diagrams/data36.xml"/><Relationship Id="rId1" Type="http://schemas.openxmlformats.org/officeDocument/2006/relationships/slideLayout" Target="../slideLayouts/slideLayout2.xml"/><Relationship Id="rId6" Type="http://schemas.microsoft.com/office/2007/relationships/diagramDrawing" Target="../diagrams/drawing36.xml"/><Relationship Id="rId5" Type="http://schemas.openxmlformats.org/officeDocument/2006/relationships/diagramColors" Target="../diagrams/colors36.xml"/><Relationship Id="rId4" Type="http://schemas.openxmlformats.org/officeDocument/2006/relationships/diagramQuickStyle" Target="../diagrams/quickStyle36.xml"/></Relationships>
</file>

<file path=ppt/slides/_rels/slide113.xml.rels><?xml version="1.0" encoding="UTF-8" standalone="yes"?>
<Relationships xmlns="http://schemas.openxmlformats.org/package/2006/relationships"><Relationship Id="rId3" Type="http://schemas.openxmlformats.org/officeDocument/2006/relationships/diagramLayout" Target="../diagrams/layout37.xml"/><Relationship Id="rId2" Type="http://schemas.openxmlformats.org/officeDocument/2006/relationships/diagramData" Target="../diagrams/data37.xml"/><Relationship Id="rId1" Type="http://schemas.openxmlformats.org/officeDocument/2006/relationships/slideLayout" Target="../slideLayouts/slideLayout2.xml"/><Relationship Id="rId6" Type="http://schemas.microsoft.com/office/2007/relationships/diagramDrawing" Target="../diagrams/drawing37.xml"/><Relationship Id="rId5" Type="http://schemas.openxmlformats.org/officeDocument/2006/relationships/diagramColors" Target="../diagrams/colors37.xml"/><Relationship Id="rId4" Type="http://schemas.openxmlformats.org/officeDocument/2006/relationships/diagramQuickStyle" Target="../diagrams/quickStyle3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ienveillance_Background.png"/>
          <p:cNvPicPr>
            <a:picLocks noChangeAspect="1"/>
          </p:cNvPicPr>
          <p:nvPr/>
        </p:nvPicPr>
        <p:blipFill>
          <a:blip r:embed="rId2"/>
          <a:stretch>
            <a:fillRect/>
          </a:stretch>
        </p:blipFill>
        <p:spPr>
          <a:xfrm>
            <a:off x="1524000" y="0"/>
            <a:ext cx="9144000" cy="6858000"/>
          </a:xfrm>
          <a:prstGeom prst="rect">
            <a:avLst/>
          </a:prstGeom>
        </p:spPr>
      </p:pic>
      <p:sp>
        <p:nvSpPr>
          <p:cNvPr id="3" name="TextBox 2"/>
          <p:cNvSpPr txBox="1"/>
          <p:nvPr/>
        </p:nvSpPr>
        <p:spPr>
          <a:xfrm>
            <a:off x="2527652" y="2743201"/>
            <a:ext cx="7136697" cy="769441"/>
          </a:xfrm>
          <a:prstGeom prst="rect">
            <a:avLst/>
          </a:prstGeom>
          <a:noFill/>
        </p:spPr>
        <p:txBody>
          <a:bodyPr wrap="none">
            <a:spAutoFit/>
          </a:bodyPr>
          <a:lstStyle/>
          <a:p>
            <a:pPr algn="ctr">
              <a:defRPr sz="4400" b="1">
                <a:solidFill>
                  <a:srgbClr val="FFFFFF"/>
                </a:solidFill>
              </a:defRPr>
            </a:pPr>
            <a:r>
              <a:rPr sz="4400"/>
              <a:t>Bienveillance et Bientraitance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A3E4367-D686-C2C0-43B4-B420A8D53B92}"/>
              </a:ext>
            </a:extLst>
          </p:cNvPr>
          <p:cNvSpPr>
            <a:spLocks noGrp="1"/>
          </p:cNvSpPr>
          <p:nvPr>
            <p:ph type="ctrTitle"/>
          </p:nvPr>
        </p:nvSpPr>
        <p:spPr/>
        <p:txBody>
          <a:bodyPr/>
          <a:lstStyle/>
          <a:p>
            <a:r>
              <a:rPr lang="fr-FR" dirty="0"/>
              <a:t>Formation Bien </a:t>
            </a:r>
            <a:r>
              <a:rPr lang="fr-FR" dirty="0" err="1"/>
              <a:t>Traitance</a:t>
            </a:r>
            <a:endParaRPr lang="fr-FR" dirty="0"/>
          </a:p>
        </p:txBody>
      </p:sp>
      <p:sp>
        <p:nvSpPr>
          <p:cNvPr id="3" name="Sous-titre 2">
            <a:extLst>
              <a:ext uri="{FF2B5EF4-FFF2-40B4-BE49-F238E27FC236}">
                <a16:creationId xmlns:a16="http://schemas.microsoft.com/office/drawing/2014/main" id="{033E9F21-0353-A4BE-5706-437B629F0FF4}"/>
              </a:ext>
            </a:extLst>
          </p:cNvPr>
          <p:cNvSpPr>
            <a:spLocks noGrp="1"/>
          </p:cNvSpPr>
          <p:nvPr>
            <p:ph type="subTitle" idx="1"/>
          </p:nvPr>
        </p:nvSpPr>
        <p:spPr>
          <a:xfrm>
            <a:off x="1524000" y="3602038"/>
            <a:ext cx="9144000" cy="2561535"/>
          </a:xfrm>
        </p:spPr>
        <p:txBody>
          <a:bodyPr vert="horz" lIns="91440" tIns="45720" rIns="91440" bIns="45720" rtlCol="0" anchor="t">
            <a:normAutofit/>
          </a:bodyPr>
          <a:lstStyle/>
          <a:p>
            <a:pPr algn="l"/>
            <a:r>
              <a:rPr lang="fr-FR" sz="2000" kern="100" dirty="0">
                <a:ea typeface="Calibri"/>
                <a:cs typeface="Calibri"/>
              </a:rPr>
              <a:t>Un chemin vers la compréhension, l'éthique et les pratiques professionnelles bienveillantes.</a:t>
            </a:r>
            <a:endParaRPr lang="fr-FR">
              <a:ea typeface="Calibri"/>
              <a:cs typeface="Calibri"/>
            </a:endParaRPr>
          </a:p>
          <a:p>
            <a:pPr algn="l"/>
            <a:r>
              <a:rPr lang="fr-FR" sz="2000" kern="100" dirty="0">
                <a:ea typeface="Calibri"/>
                <a:cs typeface="Calibri"/>
              </a:rPr>
              <a:t>Bienvenue à cette session dédiée à l'exploration de la bienveillance en milieu professionnel. Ensemble, nous découvrirons comment instaurer une culture de bientraitance, prévenir la maltraitance et promouvoir des pratiques réflexives pour un environnement respectueux et harmonieux.</a:t>
            </a:r>
            <a:endParaRPr lang="fr-FR">
              <a:ea typeface="Calibri"/>
              <a:cs typeface="Calibri"/>
            </a:endParaRPr>
          </a:p>
          <a:p>
            <a:pPr>
              <a:lnSpc>
                <a:spcPct val="107000"/>
              </a:lnSpc>
              <a:spcAft>
                <a:spcPts val="800"/>
              </a:spcAft>
            </a:pPr>
            <a:endParaRPr lang="fr-FR" sz="1800" b="1" kern="100" dirty="0">
              <a:ea typeface="Calibri"/>
              <a:cs typeface="Times New Roman"/>
            </a:endParaRPr>
          </a:p>
          <a:p>
            <a:endParaRPr lang="fr-FR" dirty="0">
              <a:ea typeface="Calibri" panose="020F0502020204030204"/>
              <a:cs typeface="Calibri" panose="020F0502020204030204"/>
            </a:endParaRPr>
          </a:p>
        </p:txBody>
      </p:sp>
    </p:spTree>
    <p:extLst>
      <p:ext uri="{BB962C8B-B14F-4D97-AF65-F5344CB8AC3E}">
        <p14:creationId xmlns:p14="http://schemas.microsoft.com/office/powerpoint/2010/main" val="372069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42F350F-9D1E-391E-C0A8-2E3EF52D6D06}"/>
              </a:ext>
            </a:extLst>
          </p:cNvPr>
          <p:cNvSpPr>
            <a:spLocks noGrp="1"/>
          </p:cNvSpPr>
          <p:nvPr>
            <p:ph idx="1"/>
          </p:nvPr>
        </p:nvSpPr>
        <p:spPr/>
        <p:txBody>
          <a:bodyPr vert="horz" lIns="91440" tIns="45720" rIns="91440" bIns="45720" rtlCol="0" anchor="t">
            <a:normAutofit/>
          </a:bodyPr>
          <a:lstStyle/>
          <a:p>
            <a:pPr marL="0" indent="0">
              <a:buNone/>
            </a:pPr>
            <a:r>
              <a:rPr lang="fr-FR" sz="2000" dirty="0">
                <a:ea typeface="Calibri"/>
                <a:cs typeface="Calibri"/>
              </a:rPr>
              <a:t>Bienvenue à cette session dédiée à l'exploration de la bienveillance en milieu professionnel.</a:t>
            </a:r>
          </a:p>
          <a:p>
            <a:pPr marL="0" indent="0">
              <a:buNone/>
            </a:pPr>
            <a:r>
              <a:rPr lang="fr-FR" sz="2000" dirty="0">
                <a:ea typeface="Calibri"/>
                <a:cs typeface="Calibri"/>
              </a:rPr>
              <a:t> Ensemble, nous découvrirons comment instaurer une culture de bientraitance, prévenir la maltraitance et promouvoir des pratiques réflexives pour un environnement respectueux et harmonieux.</a:t>
            </a:r>
            <a:endParaRPr lang="fr-FR" dirty="0"/>
          </a:p>
        </p:txBody>
      </p:sp>
    </p:spTree>
    <p:extLst>
      <p:ext uri="{BB962C8B-B14F-4D97-AF65-F5344CB8AC3E}">
        <p14:creationId xmlns:p14="http://schemas.microsoft.com/office/powerpoint/2010/main" val="7802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ight Triangle 21">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9420626-D4A7-CE31-2EA8-BFF449E33B1F}"/>
              </a:ext>
            </a:extLst>
          </p:cNvPr>
          <p:cNvSpPr>
            <a:spLocks noGrp="1"/>
          </p:cNvSpPr>
          <p:nvPr>
            <p:ph type="title"/>
          </p:nvPr>
        </p:nvSpPr>
        <p:spPr>
          <a:xfrm>
            <a:off x="1123356" y="1188637"/>
            <a:ext cx="9984615" cy="1597228"/>
          </a:xfrm>
        </p:spPr>
        <p:txBody>
          <a:bodyPr>
            <a:normAutofit/>
          </a:bodyPr>
          <a:lstStyle/>
          <a:p>
            <a:r>
              <a:rPr lang="fr-FR" sz="3300" b="1" kern="100">
                <a:effectLst/>
                <a:latin typeface="Calibri" panose="020F0502020204030204" pitchFamily="34" charset="0"/>
                <a:ea typeface="Calibri" panose="020F0502020204030204" pitchFamily="34" charset="0"/>
                <a:cs typeface="Times New Roman" panose="02020603050405020304" pitchFamily="18" charset="0"/>
              </a:rPr>
              <a:t>Appréhender les notions relatives à l'éthique et à la déontologie</a:t>
            </a:r>
            <a:br>
              <a:rPr lang="fr-FR" sz="3300" kern="100">
                <a:effectLst/>
                <a:latin typeface="Calibri" panose="020F0502020204030204" pitchFamily="34" charset="0"/>
                <a:ea typeface="Calibri" panose="020F0502020204030204" pitchFamily="34" charset="0"/>
                <a:cs typeface="Times New Roman" panose="02020603050405020304" pitchFamily="18" charset="0"/>
              </a:rPr>
            </a:br>
            <a:endParaRPr lang="fr-FR" sz="3300"/>
          </a:p>
        </p:txBody>
      </p:sp>
      <p:pic>
        <p:nvPicPr>
          <p:cNvPr id="4" name="Image 3" descr="Éthique, déontologie et c'est la fin … | Mon Master à Dauphine">
            <a:extLst>
              <a:ext uri="{FF2B5EF4-FFF2-40B4-BE49-F238E27FC236}">
                <a16:creationId xmlns:a16="http://schemas.microsoft.com/office/drawing/2014/main" id="{D43F2517-27C5-2A34-E5D7-7C9D993CE20E}"/>
              </a:ext>
            </a:extLst>
          </p:cNvPr>
          <p:cNvPicPr>
            <a:picLocks noChangeAspect="1"/>
          </p:cNvPicPr>
          <p:nvPr/>
        </p:nvPicPr>
        <p:blipFill>
          <a:blip r:embed="rId2"/>
          <a:stretch>
            <a:fillRect/>
          </a:stretch>
        </p:blipFill>
        <p:spPr>
          <a:xfrm>
            <a:off x="1123357" y="3714358"/>
            <a:ext cx="3533985" cy="1336136"/>
          </a:xfrm>
          <a:prstGeom prst="rect">
            <a:avLst/>
          </a:prstGeom>
        </p:spPr>
      </p:pic>
      <p:sp>
        <p:nvSpPr>
          <p:cNvPr id="3" name="Espace réservé du contenu 2">
            <a:extLst>
              <a:ext uri="{FF2B5EF4-FFF2-40B4-BE49-F238E27FC236}">
                <a16:creationId xmlns:a16="http://schemas.microsoft.com/office/drawing/2014/main" id="{C55380BC-02FF-3DC0-DA10-59B587F83548}"/>
              </a:ext>
            </a:extLst>
          </p:cNvPr>
          <p:cNvSpPr>
            <a:spLocks noGrp="1"/>
          </p:cNvSpPr>
          <p:nvPr>
            <p:ph idx="1"/>
          </p:nvPr>
        </p:nvSpPr>
        <p:spPr>
          <a:xfrm>
            <a:off x="5255260" y="2998278"/>
            <a:ext cx="4958588" cy="2728198"/>
          </a:xfrm>
        </p:spPr>
        <p:txBody>
          <a:bodyPr vert="horz" lIns="91440" tIns="45720" rIns="91440" bIns="45720" rtlCol="0" anchor="t">
            <a:normAutofit/>
          </a:bodyPr>
          <a:lstStyle/>
          <a:p>
            <a:pPr algn="just"/>
            <a:r>
              <a:rPr lang="fr-FR" sz="2000" dirty="0"/>
              <a:t>L'éthique et la déontologie sont : </a:t>
            </a:r>
          </a:p>
          <a:p>
            <a:pPr marL="0" indent="0" algn="just">
              <a:buNone/>
            </a:pPr>
            <a:r>
              <a:rPr lang="fr-FR" sz="2000" dirty="0"/>
              <a:t>deux piliers essentiels dans les métiers d'accompagnement, en particulier pour les aides ménagères et les auxiliaires de vie, où les relations humaines et la qualité des interactions sont au cœur de l'activité professionnelle.</a:t>
            </a:r>
          </a:p>
        </p:txBody>
      </p:sp>
    </p:spTree>
    <p:extLst>
      <p:ext uri="{BB962C8B-B14F-4D97-AF65-F5344CB8AC3E}">
        <p14:creationId xmlns:p14="http://schemas.microsoft.com/office/powerpoint/2010/main" val="3827129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8B1245FE-20CD-002C-E56D-936AE12AB974}"/>
              </a:ext>
            </a:extLst>
          </p:cNvPr>
          <p:cNvSpPr>
            <a:spLocks noGrp="1"/>
          </p:cNvSpPr>
          <p:nvPr>
            <p:ph type="title"/>
          </p:nvPr>
        </p:nvSpPr>
        <p:spPr>
          <a:xfrm>
            <a:off x="1371597" y="348865"/>
            <a:ext cx="10044023" cy="877729"/>
          </a:xfrm>
        </p:spPr>
        <p:txBody>
          <a:bodyPr anchor="ctr">
            <a:normAutofit/>
          </a:bodyPr>
          <a:lstStyle/>
          <a:p>
            <a:r>
              <a:rPr lang="fr-FR" sz="2800">
                <a:solidFill>
                  <a:srgbClr val="FFFFFF"/>
                </a:solidFill>
              </a:rPr>
              <a:t>Ce module vise à outiller les participants pour qu'ils puissent :</a:t>
            </a:r>
            <a:br>
              <a:rPr lang="fr-FR" sz="2800">
                <a:solidFill>
                  <a:srgbClr val="FFFFFF"/>
                </a:solidFill>
              </a:rPr>
            </a:br>
            <a:endParaRPr lang="fr-FR" sz="2800">
              <a:solidFill>
                <a:srgbClr val="FFFFFF"/>
              </a:solidFill>
            </a:endParaRPr>
          </a:p>
        </p:txBody>
      </p:sp>
      <p:graphicFrame>
        <p:nvGraphicFramePr>
          <p:cNvPr id="5" name="Espace réservé du contenu 2">
            <a:extLst>
              <a:ext uri="{FF2B5EF4-FFF2-40B4-BE49-F238E27FC236}">
                <a16:creationId xmlns:a16="http://schemas.microsoft.com/office/drawing/2014/main" id="{BF195E5B-14EF-40AB-C74A-CED8311C161C}"/>
              </a:ext>
            </a:extLst>
          </p:cNvPr>
          <p:cNvGraphicFramePr>
            <a:graphicFrameLocks noGrp="1"/>
          </p:cNvGraphicFramePr>
          <p:nvPr>
            <p:ph idx="1"/>
            <p:extLst>
              <p:ext uri="{D42A27DB-BD31-4B8C-83A1-F6EECF244321}">
                <p14:modId xmlns:p14="http://schemas.microsoft.com/office/powerpoint/2010/main" val="745510120"/>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9681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AE46EB31-34F2-9FD3-7860-4A40F66B8BF1}"/>
              </a:ext>
            </a:extLst>
          </p:cNvPr>
          <p:cNvSpPr>
            <a:spLocks noGrp="1"/>
          </p:cNvSpPr>
          <p:nvPr>
            <p:ph type="title"/>
          </p:nvPr>
        </p:nvSpPr>
        <p:spPr>
          <a:xfrm>
            <a:off x="841248" y="256032"/>
            <a:ext cx="10506456" cy="1014984"/>
          </a:xfrm>
        </p:spPr>
        <p:txBody>
          <a:bodyPr anchor="b">
            <a:normAutofit/>
          </a:bodyPr>
          <a:lstStyle/>
          <a:p>
            <a:r>
              <a:rPr lang="fr-FR" sz="3100" b="1"/>
              <a:t>L'éthique</a:t>
            </a:r>
            <a:r>
              <a:rPr lang="fr-FR" sz="3100"/>
              <a:t> , c'est</a:t>
            </a:r>
            <a:br>
              <a:rPr lang="fr-FR" sz="3100"/>
            </a:br>
            <a:endParaRPr lang="fr-FR" sz="3100"/>
          </a:p>
        </p:txBody>
      </p:sp>
      <p:sp>
        <p:nvSpPr>
          <p:cNvPr id="18" name="Rectangle 17">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20" name="Espace réservé du contenu 2">
            <a:extLst>
              <a:ext uri="{FF2B5EF4-FFF2-40B4-BE49-F238E27FC236}">
                <a16:creationId xmlns:a16="http://schemas.microsoft.com/office/drawing/2014/main" id="{9DB08A8A-4E1E-20E8-3E6D-8D26418B43A2}"/>
              </a:ext>
            </a:extLst>
          </p:cNvPr>
          <p:cNvGraphicFramePr>
            <a:graphicFrameLocks noGrp="1"/>
          </p:cNvGraphicFramePr>
          <p:nvPr>
            <p:ph idx="1"/>
            <p:extLst>
              <p:ext uri="{D42A27DB-BD31-4B8C-83A1-F6EECF244321}">
                <p14:modId xmlns:p14="http://schemas.microsoft.com/office/powerpoint/2010/main" val="2168803820"/>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53146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2BFCBDC-8BEC-2812-C65B-3DD5B928F5D7}"/>
              </a:ext>
            </a:extLst>
          </p:cNvPr>
          <p:cNvSpPr>
            <a:spLocks noGrp="1"/>
          </p:cNvSpPr>
          <p:nvPr>
            <p:ph type="title"/>
          </p:nvPr>
        </p:nvSpPr>
        <p:spPr>
          <a:xfrm>
            <a:off x="586478" y="1683756"/>
            <a:ext cx="3115265" cy="2396359"/>
          </a:xfrm>
        </p:spPr>
        <p:txBody>
          <a:bodyPr anchor="b">
            <a:normAutofit fontScale="90000"/>
          </a:bodyPr>
          <a:lstStyle/>
          <a:p>
            <a:r>
              <a:rPr lang="fr-FR" sz="2800" dirty="0">
                <a:solidFill>
                  <a:srgbClr val="000000"/>
                </a:solidFill>
                <a:latin typeface="Calibri"/>
                <a:ea typeface="Calibri"/>
                <a:cs typeface="Calibri"/>
              </a:rPr>
              <a:t> </a:t>
            </a:r>
            <a:r>
              <a:rPr lang="fr-FR" sz="2800" dirty="0">
                <a:solidFill>
                  <a:schemeClr val="bg1"/>
                </a:solidFill>
                <a:latin typeface="Calibri"/>
                <a:ea typeface="Calibri"/>
                <a:cs typeface="Calibri"/>
              </a:rPr>
              <a:t>La déontologie quant à elle, repose sur un ensemble de règles professionnelles qui encadrent les pratiques.</a:t>
            </a:r>
            <a:br>
              <a:rPr lang="fr-FR" sz="2800" dirty="0">
                <a:solidFill>
                  <a:schemeClr val="bg1"/>
                </a:solidFill>
                <a:latin typeface="Calibri"/>
                <a:ea typeface="Calibri"/>
                <a:cs typeface="Calibri"/>
              </a:rPr>
            </a:br>
            <a:endParaRPr lang="fr-FR" sz="4000" b="1">
              <a:solidFill>
                <a:schemeClr val="bg1"/>
              </a:solidFill>
              <a:ea typeface="Calibri Light" panose="020F0302020204030204"/>
              <a:cs typeface="Calibri Light" panose="020F0302020204030204"/>
            </a:endParaRPr>
          </a:p>
        </p:txBody>
      </p:sp>
      <p:graphicFrame>
        <p:nvGraphicFramePr>
          <p:cNvPr id="5" name="Espace réservé du contenu 2">
            <a:extLst>
              <a:ext uri="{FF2B5EF4-FFF2-40B4-BE49-F238E27FC236}">
                <a16:creationId xmlns:a16="http://schemas.microsoft.com/office/drawing/2014/main" id="{0A657D95-AF2E-515A-3FDE-1F55214DC1FF}"/>
              </a:ext>
            </a:extLst>
          </p:cNvPr>
          <p:cNvGraphicFramePr>
            <a:graphicFrameLocks noGrp="1"/>
          </p:cNvGraphicFramePr>
          <p:nvPr>
            <p:ph idx="1"/>
            <p:extLst>
              <p:ext uri="{D42A27DB-BD31-4B8C-83A1-F6EECF244321}">
                <p14:modId xmlns:p14="http://schemas.microsoft.com/office/powerpoint/2010/main" val="2545970699"/>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8" name="ZoneTexte 17">
            <a:extLst>
              <a:ext uri="{FF2B5EF4-FFF2-40B4-BE49-F238E27FC236}">
                <a16:creationId xmlns:a16="http://schemas.microsoft.com/office/drawing/2014/main" id="{E3813906-8AE4-6080-1C9C-C2D41FEB4A58}"/>
              </a:ext>
            </a:extLst>
          </p:cNvPr>
          <p:cNvSpPr txBox="1"/>
          <p:nvPr/>
        </p:nvSpPr>
        <p:spPr>
          <a:xfrm>
            <a:off x="5056239" y="238432"/>
            <a:ext cx="365268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2500" dirty="0"/>
              <a:t>Ces règles visées à :</a:t>
            </a:r>
            <a:r>
              <a:rPr lang="fr-FR" sz="3600" b="1" dirty="0">
                <a:latin typeface="Calibri Light"/>
              </a:rPr>
              <a:t> </a:t>
            </a:r>
            <a:endParaRPr lang="fr-FR" dirty="0"/>
          </a:p>
        </p:txBody>
      </p:sp>
    </p:spTree>
    <p:extLst>
      <p:ext uri="{BB962C8B-B14F-4D97-AF65-F5344CB8AC3E}">
        <p14:creationId xmlns:p14="http://schemas.microsoft.com/office/powerpoint/2010/main" val="1655446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33D6B9-F658-8F0B-FDEA-FB7F38827AAE}"/>
              </a:ext>
            </a:extLst>
          </p:cNvPr>
          <p:cNvSpPr>
            <a:spLocks noGrp="1"/>
          </p:cNvSpPr>
          <p:nvPr>
            <p:ph type="title"/>
          </p:nvPr>
        </p:nvSpPr>
        <p:spPr/>
        <p:txBody>
          <a:bodyPr/>
          <a:lstStyle/>
          <a:p>
            <a:r>
              <a:rPr lang="fr-FR" b="1" dirty="0"/>
              <a:t>Exemple d'éthique</a:t>
            </a:r>
            <a:br>
              <a:rPr lang="fr-FR" b="1" dirty="0"/>
            </a:br>
            <a:endParaRPr lang="fr-FR" dirty="0"/>
          </a:p>
        </p:txBody>
      </p:sp>
      <p:sp>
        <p:nvSpPr>
          <p:cNvPr id="3" name="Espace réservé du contenu 2">
            <a:extLst>
              <a:ext uri="{FF2B5EF4-FFF2-40B4-BE49-F238E27FC236}">
                <a16:creationId xmlns:a16="http://schemas.microsoft.com/office/drawing/2014/main" id="{5038A209-3FA0-E592-452F-D393CFB56C9D}"/>
              </a:ext>
            </a:extLst>
          </p:cNvPr>
          <p:cNvSpPr>
            <a:spLocks noGrp="1"/>
          </p:cNvSpPr>
          <p:nvPr>
            <p:ph idx="1"/>
          </p:nvPr>
        </p:nvSpPr>
        <p:spPr/>
        <p:txBody>
          <a:bodyPr>
            <a:normAutofit fontScale="92500"/>
          </a:bodyPr>
          <a:lstStyle/>
          <a:p>
            <a:pPr marL="0" indent="0">
              <a:buNone/>
            </a:pPr>
            <a:r>
              <a:rPr lang="fr-FR" dirty="0"/>
              <a:t>Un bénéficiaire, âgé et en perte d'autonomie, refuse catégoriquement qu'on l'aide à prendre une douche, invoquant sa pudeur et son souhait de préserver son intimité.</a:t>
            </a:r>
          </a:p>
          <a:p>
            <a:pPr>
              <a:buFont typeface="Arial" panose="020B0604020202020204" pitchFamily="34" charset="0"/>
              <a:buChar char="•"/>
            </a:pPr>
            <a:r>
              <a:rPr lang="fr-FR" b="1" dirty="0"/>
              <a:t>Réflexion éthique</a:t>
            </a:r>
            <a:r>
              <a:rPr lang="fr-FR" dirty="0"/>
              <a:t> : L'AVS doit respecter la volonté de la personne tout en assurant son hygiène et sa santé. Elle peut engager un dialogue bienveillant pour comprendre les raisons du refus et proposer des alternatives adaptées (par exemple, un gant de toilette pour une toilette partielle, ou un autre moment de la journée où le bénéficiaire serait plus à l'aise).</a:t>
            </a:r>
          </a:p>
          <a:p>
            <a:pPr>
              <a:buFont typeface="Arial" panose="020B0604020202020204" pitchFamily="34" charset="0"/>
              <a:buChar char="•"/>
            </a:pPr>
            <a:r>
              <a:rPr lang="fr-FR" b="1" dirty="0"/>
              <a:t>Décision éthique</a:t>
            </a:r>
            <a:r>
              <a:rPr lang="fr-FR" dirty="0"/>
              <a:t> : En respectant la dignité et les choix du bénéficiaire, l'AVS évite d'imposer une intervention qui pourrait être vécue comme une atteinte à son autonomie ou une humiliation.</a:t>
            </a:r>
          </a:p>
          <a:p>
            <a:endParaRPr lang="fr-FR" dirty="0"/>
          </a:p>
        </p:txBody>
      </p:sp>
    </p:spTree>
    <p:extLst>
      <p:ext uri="{BB962C8B-B14F-4D97-AF65-F5344CB8AC3E}">
        <p14:creationId xmlns:p14="http://schemas.microsoft.com/office/powerpoint/2010/main" val="1741923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9B3C81-4E49-C17C-00E3-E78EB593932E}"/>
              </a:ext>
            </a:extLst>
          </p:cNvPr>
          <p:cNvSpPr>
            <a:spLocks noGrp="1"/>
          </p:cNvSpPr>
          <p:nvPr>
            <p:ph type="title"/>
          </p:nvPr>
        </p:nvSpPr>
        <p:spPr/>
        <p:txBody>
          <a:bodyPr/>
          <a:lstStyle/>
          <a:p>
            <a:r>
              <a:rPr lang="fr-FR" b="1" dirty="0"/>
              <a:t>Exemple de déontologie</a:t>
            </a:r>
            <a:br>
              <a:rPr lang="fr-FR" b="1" dirty="0"/>
            </a:br>
            <a:endParaRPr lang="fr-FR" dirty="0"/>
          </a:p>
        </p:txBody>
      </p:sp>
      <p:sp>
        <p:nvSpPr>
          <p:cNvPr id="3" name="Espace réservé du contenu 2">
            <a:extLst>
              <a:ext uri="{FF2B5EF4-FFF2-40B4-BE49-F238E27FC236}">
                <a16:creationId xmlns:a16="http://schemas.microsoft.com/office/drawing/2014/main" id="{23D64019-D45C-FE54-2D13-01B54F010A11}"/>
              </a:ext>
            </a:extLst>
          </p:cNvPr>
          <p:cNvSpPr>
            <a:spLocks noGrp="1"/>
          </p:cNvSpPr>
          <p:nvPr>
            <p:ph idx="1"/>
          </p:nvPr>
        </p:nvSpPr>
        <p:spPr/>
        <p:txBody>
          <a:bodyPr>
            <a:normAutofit fontScale="92500"/>
          </a:bodyPr>
          <a:lstStyle/>
          <a:p>
            <a:pPr marL="0" indent="0">
              <a:buNone/>
            </a:pPr>
            <a:r>
              <a:rPr lang="fr-FR" dirty="0"/>
              <a:t>Un bénéficiaire demande à l'AVS de lui prêter une somme d'argent pour régler une facture urgente ou d'aller chercher de l'argent à sa place à la banque.</a:t>
            </a:r>
          </a:p>
          <a:p>
            <a:pPr>
              <a:buFont typeface="Arial" panose="020B0604020202020204" pitchFamily="34" charset="0"/>
              <a:buChar char="•"/>
            </a:pPr>
            <a:r>
              <a:rPr lang="fr-FR" b="1" dirty="0"/>
              <a:t>Règle déontologique</a:t>
            </a:r>
            <a:r>
              <a:rPr lang="fr-FR" dirty="0"/>
              <a:t> : L'AVS est tenu de respecter une stricte impartialité et d'éviter toute situation pouvant créer une relation de dépendance ou d'abus de confiance. Elle doit refuser cette demande, même si elle comprend la difficulté de la situation.</a:t>
            </a:r>
          </a:p>
          <a:p>
            <a:pPr>
              <a:buFont typeface="Arial" panose="020B0604020202020204" pitchFamily="34" charset="0"/>
              <a:buChar char="•"/>
            </a:pPr>
            <a:r>
              <a:rPr lang="fr-FR" b="1" dirty="0"/>
              <a:t>Justification</a:t>
            </a:r>
            <a:r>
              <a:rPr lang="fr-FR" dirty="0"/>
              <a:t> : Cette règle vise à protéger à la fois le bénéficiaire, pour éviter des abus, et le professionnel, pour éviter tout malentendu ou conflit d'intérêt. L'AVS peut orienter le bénéficiaire vers les services sociaux ou alerter son supérieur pour trouver une solution appropriée.</a:t>
            </a:r>
          </a:p>
          <a:p>
            <a:endParaRPr lang="fr-FR" dirty="0"/>
          </a:p>
        </p:txBody>
      </p:sp>
    </p:spTree>
    <p:extLst>
      <p:ext uri="{BB962C8B-B14F-4D97-AF65-F5344CB8AC3E}">
        <p14:creationId xmlns:p14="http://schemas.microsoft.com/office/powerpoint/2010/main" val="33137998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01AE5BE-2B27-32E1-237F-DF7BE8C0542A}"/>
              </a:ext>
            </a:extLst>
          </p:cNvPr>
          <p:cNvSpPr>
            <a:spLocks noGrp="1"/>
          </p:cNvSpPr>
          <p:nvPr>
            <p:ph type="title"/>
          </p:nvPr>
        </p:nvSpPr>
        <p:spPr>
          <a:xfrm>
            <a:off x="761798" y="342123"/>
            <a:ext cx="5334197" cy="1708242"/>
          </a:xfrm>
        </p:spPr>
        <p:txBody>
          <a:bodyPr anchor="ctr">
            <a:normAutofit/>
          </a:bodyPr>
          <a:lstStyle/>
          <a:p>
            <a:r>
              <a:rPr lang="fr-FR" sz="3100" b="1" kern="100" dirty="0">
                <a:effectLst/>
                <a:latin typeface="Calibri" panose="020F0502020204030204" pitchFamily="34" charset="0"/>
                <a:ea typeface="Calibri" panose="020F0502020204030204" pitchFamily="34" charset="0"/>
                <a:cs typeface="Times New Roman" panose="02020603050405020304" pitchFamily="18" charset="0"/>
              </a:rPr>
              <a:t>Définition de la bientraitance : qu'est-ce-que la bientraitance ? </a:t>
            </a:r>
            <a:br>
              <a:rPr lang="fr-FR" sz="3100" kern="100" dirty="0">
                <a:effectLst/>
                <a:latin typeface="Calibri" panose="020F0502020204030204" pitchFamily="34" charset="0"/>
                <a:ea typeface="Calibri" panose="020F0502020204030204" pitchFamily="34" charset="0"/>
                <a:cs typeface="Times New Roman" panose="02020603050405020304" pitchFamily="18" charset="0"/>
              </a:rPr>
            </a:br>
            <a:endParaRPr lang="fr-FR" sz="3100" dirty="0"/>
          </a:p>
        </p:txBody>
      </p:sp>
      <p:sp>
        <p:nvSpPr>
          <p:cNvPr id="3" name="Espace réservé du contenu 2">
            <a:extLst>
              <a:ext uri="{FF2B5EF4-FFF2-40B4-BE49-F238E27FC236}">
                <a16:creationId xmlns:a16="http://schemas.microsoft.com/office/drawing/2014/main" id="{6CB8D80C-8F23-96D7-63C7-1D62E550AAEE}"/>
              </a:ext>
            </a:extLst>
          </p:cNvPr>
          <p:cNvSpPr>
            <a:spLocks noGrp="1"/>
          </p:cNvSpPr>
          <p:nvPr>
            <p:ph idx="1"/>
          </p:nvPr>
        </p:nvSpPr>
        <p:spPr>
          <a:xfrm>
            <a:off x="761799" y="2127380"/>
            <a:ext cx="5334197" cy="3984911"/>
          </a:xfrm>
        </p:spPr>
        <p:txBody>
          <a:bodyPr vert="horz" lIns="91440" tIns="45720" rIns="91440" bIns="45720" rtlCol="0" anchor="ctr">
            <a:normAutofit lnSpcReduction="10000"/>
          </a:bodyPr>
          <a:lstStyle/>
          <a:p>
            <a:pPr marL="0" indent="0">
              <a:buNone/>
            </a:pPr>
            <a:r>
              <a:rPr lang="fr-FR" sz="2000" dirty="0"/>
              <a:t>La bientraitance peut être définie : comme une démarche volontaire qui vise à promouvoir le respect et le bien-être de la personne accompagnant ou aidée, en tenant compte de ses besoins, attentes, choix et singularités. </a:t>
            </a:r>
            <a:endParaRPr lang="fr-FR" dirty="0"/>
          </a:p>
          <a:p>
            <a:pPr marL="0" indent="0">
              <a:buNone/>
            </a:pPr>
            <a:r>
              <a:rPr lang="fr-FR" sz="2000" dirty="0"/>
              <a:t>Elle repose sur des valeurs fondamentales, telles que :</a:t>
            </a:r>
            <a:br>
              <a:rPr lang="fr-FR" sz="2000" dirty="0">
                <a:ea typeface="Calibri"/>
                <a:cs typeface="Calibri"/>
              </a:rPr>
            </a:br>
            <a:endParaRPr lang="fr-FR" sz="2000" dirty="0">
              <a:ea typeface="Calibri"/>
              <a:cs typeface="Calibri"/>
            </a:endParaRPr>
          </a:p>
          <a:p>
            <a:pPr marL="342900" indent="-342900">
              <a:buFont typeface="Wingdings" panose="020B0604020202020204" pitchFamily="34" charset="0"/>
              <a:buChar char="ü"/>
            </a:pPr>
            <a:r>
              <a:rPr lang="fr-FR" sz="2000" dirty="0"/>
              <a:t>Le respect </a:t>
            </a:r>
            <a:endParaRPr lang="fr-FR" dirty="0">
              <a:ea typeface="Calibri" panose="020F0502020204030204"/>
              <a:cs typeface="Calibri" panose="020F0502020204030204"/>
            </a:endParaRPr>
          </a:p>
          <a:p>
            <a:pPr marL="342900" indent="-342900">
              <a:buFont typeface="Wingdings" panose="020B0604020202020204" pitchFamily="34" charset="0"/>
              <a:buChar char="ü"/>
            </a:pPr>
            <a:r>
              <a:rPr lang="fr-FR" sz="2000" dirty="0">
                <a:ea typeface="Calibri"/>
                <a:cs typeface="Calibri"/>
              </a:rPr>
              <a:t>L'écoute</a:t>
            </a:r>
          </a:p>
          <a:p>
            <a:pPr marL="342900" indent="-342900">
              <a:buFont typeface="Wingdings" panose="020B0604020202020204" pitchFamily="34" charset="0"/>
              <a:buChar char="ü"/>
            </a:pPr>
            <a:r>
              <a:rPr lang="fr-FR" sz="2000" dirty="0"/>
              <a:t>la dignité </a:t>
            </a:r>
            <a:endParaRPr lang="fr-FR" dirty="0">
              <a:ea typeface="Calibri" panose="020F0502020204030204"/>
              <a:cs typeface="Calibri" panose="020F0502020204030204"/>
            </a:endParaRPr>
          </a:p>
          <a:p>
            <a:pPr marL="342900" indent="-342900">
              <a:buFont typeface="Wingdings" panose="020B0604020202020204" pitchFamily="34" charset="0"/>
              <a:buChar char="ü"/>
            </a:pPr>
            <a:r>
              <a:rPr lang="fr-FR" sz="2000" dirty="0"/>
              <a:t>La considération </a:t>
            </a:r>
            <a:endParaRPr lang="fr-FR" sz="2000" dirty="0">
              <a:ea typeface="Calibri"/>
              <a:cs typeface="Calibri"/>
            </a:endParaRPr>
          </a:p>
        </p:txBody>
      </p:sp>
      <p:pic>
        <p:nvPicPr>
          <p:cNvPr id="5" name="Picture 4" descr="Deux personnes se tenant la main">
            <a:extLst>
              <a:ext uri="{FF2B5EF4-FFF2-40B4-BE49-F238E27FC236}">
                <a16:creationId xmlns:a16="http://schemas.microsoft.com/office/drawing/2014/main" id="{78486715-EE8F-3E58-3D23-B239F4441062}"/>
              </a:ext>
            </a:extLst>
          </p:cNvPr>
          <p:cNvPicPr>
            <a:picLocks noChangeAspect="1"/>
          </p:cNvPicPr>
          <p:nvPr/>
        </p:nvPicPr>
        <p:blipFill>
          <a:blip r:embed="rId2"/>
          <a:srcRect l="20917" r="27323" b="-3"/>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422778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alpha val="3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5278130-DFE0-457B-8698-88DF69019D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Rectangle 10">
            <a:extLst>
              <a:ext uri="{FF2B5EF4-FFF2-40B4-BE49-F238E27FC236}">
                <a16:creationId xmlns:a16="http://schemas.microsoft.com/office/drawing/2014/main" id="{2F99531B-1681-4D6E-BECB-18325B33A6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Rectangle 12">
            <a:extLst>
              <a:ext uri="{FF2B5EF4-FFF2-40B4-BE49-F238E27FC236}">
                <a16:creationId xmlns:a16="http://schemas.microsoft.com/office/drawing/2014/main" id="{20344094-430A-400B-804B-910E696A1A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709375"/>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53C67DF-7782-4E57-AB9B-F1B4811AD8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43451" y="1248213"/>
            <a:ext cx="5413238" cy="4326335"/>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E098CA5-CEFB-F8F6-FB75-E538356F0D9F}"/>
              </a:ext>
            </a:extLst>
          </p:cNvPr>
          <p:cNvSpPr>
            <a:spLocks noGrp="1"/>
          </p:cNvSpPr>
          <p:nvPr>
            <p:ph type="title"/>
          </p:nvPr>
        </p:nvSpPr>
        <p:spPr>
          <a:xfrm>
            <a:off x="504967" y="675564"/>
            <a:ext cx="3609833" cy="5204085"/>
          </a:xfrm>
        </p:spPr>
        <p:txBody>
          <a:bodyPr>
            <a:normAutofit/>
          </a:bodyPr>
          <a:lstStyle/>
          <a:p>
            <a:r>
              <a:rPr lang="fr-FR" dirty="0"/>
              <a:t>En pratique, la bientraitance implique :</a:t>
            </a:r>
            <a:br>
              <a:rPr lang="fr-FR" dirty="0"/>
            </a:br>
            <a:endParaRPr lang="fr-FR" dirty="0"/>
          </a:p>
        </p:txBody>
      </p:sp>
      <p:cxnSp>
        <p:nvCxnSpPr>
          <p:cNvPr id="17" name="Straight Connector 16">
            <a:extLst>
              <a:ext uri="{FF2B5EF4-FFF2-40B4-BE49-F238E27FC236}">
                <a16:creationId xmlns:a16="http://schemas.microsoft.com/office/drawing/2014/main" id="{B03A5AE3-BD30-455C-842B-7626C8BEF0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365990"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DBECAA5-1F2D-470D-875C-8F2C2CA3E5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18001"/>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5" name="Espace réservé du contenu 2">
            <a:extLst>
              <a:ext uri="{FF2B5EF4-FFF2-40B4-BE49-F238E27FC236}">
                <a16:creationId xmlns:a16="http://schemas.microsoft.com/office/drawing/2014/main" id="{1332BF6D-0656-B9AD-4910-AE22DA10857D}"/>
              </a:ext>
            </a:extLst>
          </p:cNvPr>
          <p:cNvGraphicFramePr>
            <a:graphicFrameLocks noGrp="1"/>
          </p:cNvGraphicFramePr>
          <p:nvPr>
            <p:ph idx="1"/>
            <p:extLst>
              <p:ext uri="{D42A27DB-BD31-4B8C-83A1-F6EECF244321}">
                <p14:modId xmlns:p14="http://schemas.microsoft.com/office/powerpoint/2010/main" val="3244102547"/>
              </p:ext>
            </p:extLst>
          </p:nvPr>
        </p:nvGraphicFramePr>
        <p:xfrm>
          <a:off x="4776730" y="819369"/>
          <a:ext cx="6589260" cy="52439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291680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31BF440-39FA-4087-84CC-2EEC0BBDA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 4" descr="La maltraitance des aînés | Société Alzheimer du Canada">
            <a:extLst>
              <a:ext uri="{FF2B5EF4-FFF2-40B4-BE49-F238E27FC236}">
                <a16:creationId xmlns:a16="http://schemas.microsoft.com/office/drawing/2014/main" id="{BFE29F62-9B3E-75D0-37C6-4CA5C807A6DA}"/>
              </a:ext>
            </a:extLst>
          </p:cNvPr>
          <p:cNvPicPr>
            <a:picLocks noChangeAspect="1"/>
          </p:cNvPicPr>
          <p:nvPr/>
        </p:nvPicPr>
        <p:blipFill>
          <a:blip r:embed="rId2"/>
          <a:srcRect r="-1" b="17512"/>
          <a:stretch/>
        </p:blipFill>
        <p:spPr>
          <a:xfrm>
            <a:off x="4883025" y="10"/>
            <a:ext cx="7308975" cy="3364982"/>
          </a:xfrm>
          <a:custGeom>
            <a:avLst/>
            <a:gdLst/>
            <a:ahLst/>
            <a:cxnLst/>
            <a:rect l="l" t="t" r="r" b="b"/>
            <a:pathLst>
              <a:path w="7308975" h="3364992">
                <a:moveTo>
                  <a:pt x="0" y="0"/>
                </a:moveTo>
                <a:lnTo>
                  <a:pt x="7308975" y="0"/>
                </a:lnTo>
                <a:lnTo>
                  <a:pt x="7308975" y="3364992"/>
                </a:lnTo>
                <a:lnTo>
                  <a:pt x="1210305" y="3364992"/>
                </a:lnTo>
                <a:lnTo>
                  <a:pt x="1192705" y="2943200"/>
                </a:lnTo>
                <a:cubicBezTo>
                  <a:pt x="1098874" y="1825108"/>
                  <a:pt x="684692" y="821621"/>
                  <a:pt x="62981" y="69271"/>
                </a:cubicBezTo>
                <a:close/>
              </a:path>
            </a:pathLst>
          </a:custGeom>
        </p:spPr>
      </p:pic>
      <p:pic>
        <p:nvPicPr>
          <p:cNvPr id="4" name="Image 3" descr="Maltraitances : les neuf recommandations du Conseil de l'âge - ASH |  Actualités sociales hebdomadaires">
            <a:extLst>
              <a:ext uri="{FF2B5EF4-FFF2-40B4-BE49-F238E27FC236}">
                <a16:creationId xmlns:a16="http://schemas.microsoft.com/office/drawing/2014/main" id="{608A81AE-0C4E-55E3-52CA-AEB6A18697AD}"/>
              </a:ext>
            </a:extLst>
          </p:cNvPr>
          <p:cNvPicPr>
            <a:picLocks noChangeAspect="1"/>
          </p:cNvPicPr>
          <p:nvPr/>
        </p:nvPicPr>
        <p:blipFill>
          <a:blip r:embed="rId3"/>
          <a:srcRect t="12372" b="18443"/>
          <a:stretch/>
        </p:blipFill>
        <p:spPr>
          <a:xfrm>
            <a:off x="4883025" y="3493008"/>
            <a:ext cx="7308975" cy="3364992"/>
          </a:xfrm>
          <a:custGeom>
            <a:avLst/>
            <a:gdLst/>
            <a:ahLst/>
            <a:cxnLst/>
            <a:rect l="l" t="t" r="r" b="b"/>
            <a:pathLst>
              <a:path w="7308975" h="3364992">
                <a:moveTo>
                  <a:pt x="1210305" y="0"/>
                </a:moveTo>
                <a:lnTo>
                  <a:pt x="7308975" y="0"/>
                </a:lnTo>
                <a:lnTo>
                  <a:pt x="7308975" y="3364992"/>
                </a:lnTo>
                <a:lnTo>
                  <a:pt x="0" y="3364992"/>
                </a:lnTo>
                <a:lnTo>
                  <a:pt x="62981" y="3295722"/>
                </a:lnTo>
                <a:cubicBezTo>
                  <a:pt x="684692" y="2543371"/>
                  <a:pt x="1098874" y="1539884"/>
                  <a:pt x="1192705" y="421793"/>
                </a:cubicBezTo>
                <a:close/>
              </a:path>
            </a:pathLst>
          </a:custGeom>
        </p:spPr>
      </p:pic>
      <p:sp useBgFill="1">
        <p:nvSpPr>
          <p:cNvPr id="12" name="Freeform: Shape 11">
            <a:extLst>
              <a:ext uri="{FF2B5EF4-FFF2-40B4-BE49-F238E27FC236}">
                <a16:creationId xmlns:a16="http://schemas.microsoft.com/office/drawing/2014/main" id="{F04E4CBA-303B-48BD-8451-C2701CB0EE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1" cy="6858000"/>
          </a:xfrm>
          <a:custGeom>
            <a:avLst/>
            <a:gdLst>
              <a:gd name="connsiteX0" fmla="*/ 0 w 6096001"/>
              <a:gd name="connsiteY0" fmla="*/ 0 h 6858000"/>
              <a:gd name="connsiteX1" fmla="*/ 4883024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4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4" y="0"/>
                </a:lnTo>
                <a:lnTo>
                  <a:pt x="4946006" y="69271"/>
                </a:lnTo>
                <a:cubicBezTo>
                  <a:pt x="5656532" y="929100"/>
                  <a:pt x="6096001" y="2116944"/>
                  <a:pt x="6096001" y="3429000"/>
                </a:cubicBezTo>
                <a:cubicBezTo>
                  <a:pt x="6096001" y="4741056"/>
                  <a:pt x="5656532" y="5928900"/>
                  <a:pt x="4946006" y="6788730"/>
                </a:cubicBezTo>
                <a:lnTo>
                  <a:pt x="4883024"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F6CA58B3-AFCC-4A40-9882-50D508087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7332" cy="6858000"/>
          </a:xfrm>
          <a:custGeom>
            <a:avLst/>
            <a:gdLst>
              <a:gd name="connsiteX0" fmla="*/ 0 w 6087332"/>
              <a:gd name="connsiteY0" fmla="*/ 0 h 6858000"/>
              <a:gd name="connsiteX1" fmla="*/ 4874355 w 6087332"/>
              <a:gd name="connsiteY1" fmla="*/ 0 h 6858000"/>
              <a:gd name="connsiteX2" fmla="*/ 4937337 w 6087332"/>
              <a:gd name="connsiteY2" fmla="*/ 69271 h 6858000"/>
              <a:gd name="connsiteX3" fmla="*/ 6087332 w 6087332"/>
              <a:gd name="connsiteY3" fmla="*/ 3429000 h 6858000"/>
              <a:gd name="connsiteX4" fmla="*/ 4937337 w 6087332"/>
              <a:gd name="connsiteY4" fmla="*/ 6788730 h 6858000"/>
              <a:gd name="connsiteX5" fmla="*/ 4874355 w 6087332"/>
              <a:gd name="connsiteY5" fmla="*/ 6858000 h 6858000"/>
              <a:gd name="connsiteX6" fmla="*/ 0 w 6087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7332" h="6858000">
                <a:moveTo>
                  <a:pt x="0" y="0"/>
                </a:moveTo>
                <a:lnTo>
                  <a:pt x="4874355" y="0"/>
                </a:lnTo>
                <a:lnTo>
                  <a:pt x="4937337" y="69271"/>
                </a:lnTo>
                <a:cubicBezTo>
                  <a:pt x="5647863" y="929100"/>
                  <a:pt x="6087332" y="2116944"/>
                  <a:pt x="6087332" y="3429000"/>
                </a:cubicBezTo>
                <a:cubicBezTo>
                  <a:pt x="6087332" y="4741056"/>
                  <a:pt x="5647863" y="5928900"/>
                  <a:pt x="4937337" y="6788730"/>
                </a:cubicBezTo>
                <a:lnTo>
                  <a:pt x="4874355"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re 1">
            <a:extLst>
              <a:ext uri="{FF2B5EF4-FFF2-40B4-BE49-F238E27FC236}">
                <a16:creationId xmlns:a16="http://schemas.microsoft.com/office/drawing/2014/main" id="{C45F4812-59E5-6FA4-0AC8-8F87BACD2FC4}"/>
              </a:ext>
            </a:extLst>
          </p:cNvPr>
          <p:cNvSpPr>
            <a:spLocks noGrp="1"/>
          </p:cNvSpPr>
          <p:nvPr>
            <p:ph type="title"/>
          </p:nvPr>
        </p:nvSpPr>
        <p:spPr>
          <a:xfrm>
            <a:off x="448056" y="859536"/>
            <a:ext cx="4832802" cy="1243584"/>
          </a:xfrm>
        </p:spPr>
        <p:txBody>
          <a:bodyPr>
            <a:normAutofit/>
          </a:bodyPr>
          <a:lstStyle/>
          <a:p>
            <a:r>
              <a:rPr lang="fr-FR" sz="3400" b="1">
                <a:effectLst/>
                <a:latin typeface="Calibri" panose="020F0502020204030204" pitchFamily="34" charset="0"/>
                <a:ea typeface="Calibri" panose="020F0502020204030204" pitchFamily="34" charset="0"/>
                <a:cs typeface="Times New Roman" panose="02020603050405020304" pitchFamily="18" charset="0"/>
              </a:rPr>
              <a:t>Définition de la maltraitance</a:t>
            </a:r>
            <a:endParaRPr lang="fr-FR" sz="3400"/>
          </a:p>
        </p:txBody>
      </p:sp>
      <p:sp>
        <p:nvSpPr>
          <p:cNvPr id="16" name="Rectangle 15">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8" name="Rectangle 17">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544" y="2194560"/>
            <a:ext cx="4892040" cy="18288"/>
          </a:xfrm>
          <a:prstGeom prst="rect">
            <a:avLst/>
          </a:prstGeom>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CA00AE6B-AA30-4CF8-BA6F-339B780AD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544" y="2194560"/>
            <a:ext cx="4892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Espace réservé du contenu 2">
            <a:extLst>
              <a:ext uri="{FF2B5EF4-FFF2-40B4-BE49-F238E27FC236}">
                <a16:creationId xmlns:a16="http://schemas.microsoft.com/office/drawing/2014/main" id="{F6C58AE9-3A94-49AD-2D13-8CBF22871416}"/>
              </a:ext>
            </a:extLst>
          </p:cNvPr>
          <p:cNvSpPr>
            <a:spLocks noGrp="1"/>
          </p:cNvSpPr>
          <p:nvPr>
            <p:ph idx="1"/>
          </p:nvPr>
        </p:nvSpPr>
        <p:spPr>
          <a:xfrm>
            <a:off x="448056" y="2512611"/>
            <a:ext cx="4832803" cy="3664351"/>
          </a:xfrm>
        </p:spPr>
        <p:txBody>
          <a:bodyPr vert="horz" lIns="91440" tIns="45720" rIns="91440" bIns="45720" rtlCol="0" anchor="t">
            <a:normAutofit/>
          </a:bodyPr>
          <a:lstStyle/>
          <a:p>
            <a:r>
              <a:rPr lang="fr-FR" sz="2000" dirty="0"/>
              <a:t>La maltraitance se définit comme tout acte ou omission qui cause un préjudice ou porte atteinte à l'intégrité physique, psychologique, émotionnelle, sociale ou financière d'une personne. </a:t>
            </a:r>
            <a:endParaRPr lang="fr-FR" dirty="0"/>
          </a:p>
          <a:p>
            <a:r>
              <a:rPr lang="fr-FR" sz="2000" dirty="0"/>
              <a:t>Elle peut être intentionnelle ou non, et concerne tant les actes de violence ou de négligence que les comportements inadaptés ou irrespectueux.</a:t>
            </a:r>
            <a:endParaRPr lang="fr-FR" dirty="0"/>
          </a:p>
        </p:txBody>
      </p:sp>
    </p:spTree>
    <p:extLst>
      <p:ext uri="{BB962C8B-B14F-4D97-AF65-F5344CB8AC3E}">
        <p14:creationId xmlns:p14="http://schemas.microsoft.com/office/powerpoint/2010/main" val="26002648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C29031-CE63-371F-3039-C0DCCC5D8F37}"/>
              </a:ext>
            </a:extLst>
          </p:cNvPr>
          <p:cNvSpPr>
            <a:spLocks noGrp="1"/>
          </p:cNvSpPr>
          <p:nvPr>
            <p:ph type="title"/>
          </p:nvPr>
        </p:nvSpPr>
        <p:spPr/>
        <p:txBody>
          <a:bodyPr/>
          <a:lstStyle/>
          <a:p>
            <a:r>
              <a:rPr lang="fr-FR" dirty="0"/>
              <a:t>Il faut savoir : </a:t>
            </a:r>
          </a:p>
        </p:txBody>
      </p:sp>
      <p:sp>
        <p:nvSpPr>
          <p:cNvPr id="3" name="Espace réservé du contenu 2">
            <a:extLst>
              <a:ext uri="{FF2B5EF4-FFF2-40B4-BE49-F238E27FC236}">
                <a16:creationId xmlns:a16="http://schemas.microsoft.com/office/drawing/2014/main" id="{97809ECC-409A-2CB7-7A37-A2D31BA008B8}"/>
              </a:ext>
            </a:extLst>
          </p:cNvPr>
          <p:cNvSpPr>
            <a:spLocks noGrp="1"/>
          </p:cNvSpPr>
          <p:nvPr>
            <p:ph idx="1"/>
          </p:nvPr>
        </p:nvSpPr>
        <p:spPr/>
        <p:txBody>
          <a:bodyPr>
            <a:normAutofit lnSpcReduction="10000"/>
          </a:bodyPr>
          <a:lstStyle/>
          <a:p>
            <a:pPr marL="0" indent="0">
              <a:buNone/>
            </a:pPr>
            <a:r>
              <a:rPr lang="fr-FR" dirty="0"/>
              <a:t>Toutefois, il est important de noter que la législation française prévoit des peines sévères pour les actes de maltraitance envers les personnes vulnérables. Par exemple, l'abus de faiblesse est passible de </a:t>
            </a:r>
            <a:r>
              <a:rPr lang="fr-FR" b="1" dirty="0"/>
              <a:t>trois ans d'emprisonnement et de 375 000 € d'amende</a:t>
            </a:r>
            <a:r>
              <a:rPr lang="fr-FR" dirty="0"/>
              <a:t>. </a:t>
            </a:r>
            <a:r>
              <a:rPr lang="fr-FR" dirty="0">
                <a:hlinkClick r:id="rId2"/>
              </a:rPr>
              <a:t>pour-les-personnes-agees.gouv.fr</a:t>
            </a:r>
            <a:endParaRPr lang="fr-FR" dirty="0"/>
          </a:p>
          <a:p>
            <a:pPr marL="0" indent="0">
              <a:buNone/>
            </a:pPr>
            <a:r>
              <a:rPr lang="fr-FR" dirty="0"/>
              <a:t>De plus, le fait de ne pas dénoncer une situation de maltraitance peut entraîner une condamnation à </a:t>
            </a:r>
            <a:r>
              <a:rPr lang="fr-FR" b="1" dirty="0"/>
              <a:t>trois ans d'emprisonnement et 45 000 € d'amende</a:t>
            </a:r>
            <a:r>
              <a:rPr lang="fr-FR" dirty="0"/>
              <a:t>. </a:t>
            </a:r>
            <a:r>
              <a:rPr lang="fr-FR" dirty="0">
                <a:hlinkClick r:id="rId3"/>
              </a:rPr>
              <a:t>adultes-vulnerables.fr</a:t>
            </a:r>
            <a:endParaRPr lang="fr-FR" dirty="0"/>
          </a:p>
          <a:p>
            <a:r>
              <a:rPr lang="fr-FR" dirty="0"/>
              <a:t>Ces dispositions légales illustrent la gravité avec laquelle la justice française traite les actes de maltraitance envers les personnes âgées et vulnérables.</a:t>
            </a:r>
          </a:p>
          <a:p>
            <a:endParaRPr lang="fr-FR" dirty="0"/>
          </a:p>
        </p:txBody>
      </p:sp>
    </p:spTree>
    <p:extLst>
      <p:ext uri="{BB962C8B-B14F-4D97-AF65-F5344CB8AC3E}">
        <p14:creationId xmlns:p14="http://schemas.microsoft.com/office/powerpoint/2010/main" val="1377329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6E031E-19C3-642A-E51E-C8F2F9E34846}"/>
              </a:ext>
            </a:extLst>
          </p:cNvPr>
          <p:cNvSpPr>
            <a:spLocks noGrp="1"/>
          </p:cNvSpPr>
          <p:nvPr>
            <p:ph type="title"/>
          </p:nvPr>
        </p:nvSpPr>
        <p:spPr/>
        <p:txBody>
          <a:bodyPr/>
          <a:lstStyle/>
          <a:p>
            <a:r>
              <a:rPr lang="fr-FR" dirty="0"/>
              <a:t>Intentionnel</a:t>
            </a:r>
          </a:p>
        </p:txBody>
      </p:sp>
      <p:sp>
        <p:nvSpPr>
          <p:cNvPr id="3" name="Espace réservé du contenu 2">
            <a:extLst>
              <a:ext uri="{FF2B5EF4-FFF2-40B4-BE49-F238E27FC236}">
                <a16:creationId xmlns:a16="http://schemas.microsoft.com/office/drawing/2014/main" id="{143122E3-1144-DED2-6E91-01B25D8598C8}"/>
              </a:ext>
            </a:extLst>
          </p:cNvPr>
          <p:cNvSpPr>
            <a:spLocks noGrp="1"/>
          </p:cNvSpPr>
          <p:nvPr>
            <p:ph idx="1"/>
          </p:nvPr>
        </p:nvSpPr>
        <p:spPr/>
        <p:txBody>
          <a:bodyPr>
            <a:normAutofit fontScale="70000" lnSpcReduction="20000"/>
          </a:bodyPr>
          <a:lstStyle/>
          <a:p>
            <a:r>
              <a:rPr lang="fr-FR" b="1" dirty="0"/>
              <a:t>Exemple de maltraitance intentionnelle par une auxiliaire de vie</a:t>
            </a:r>
          </a:p>
          <a:p>
            <a:r>
              <a:rPr lang="fr-FR" b="1" dirty="0"/>
              <a:t>Cas : Vol et abus de faiblesse</a:t>
            </a:r>
          </a:p>
          <a:p>
            <a:pPr>
              <a:buFont typeface="Arial" panose="020B0604020202020204" pitchFamily="34" charset="0"/>
              <a:buChar char="•"/>
            </a:pPr>
            <a:r>
              <a:rPr lang="fr-FR" dirty="0"/>
              <a:t>Une auxiliaire de vie intervient régulièrement au domicile d’une personne âgée en situation de grande dépendance.</a:t>
            </a:r>
          </a:p>
          <a:p>
            <a:pPr>
              <a:buFont typeface="Arial" panose="020B0604020202020204" pitchFamily="34" charset="0"/>
              <a:buChar char="•"/>
            </a:pPr>
            <a:r>
              <a:rPr lang="fr-FR" dirty="0"/>
              <a:t>Profitant de la vulnérabilité et de la confiance de la personne, elle lui demande à plusieurs reprises de l’argent sous prétexte de difficultés personnelles.</a:t>
            </a:r>
          </a:p>
          <a:p>
            <a:pPr>
              <a:buFont typeface="Arial" panose="020B0604020202020204" pitchFamily="34" charset="0"/>
              <a:buChar char="•"/>
            </a:pPr>
            <a:r>
              <a:rPr lang="fr-FR" dirty="0"/>
              <a:t>Peu à peu, elle retire des sommes importantes ou convainc la personne de lui donner des objets de valeur.</a:t>
            </a:r>
          </a:p>
          <a:p>
            <a:pPr>
              <a:buFont typeface="Arial" panose="020B0604020202020204" pitchFamily="34" charset="0"/>
              <a:buChar char="•"/>
            </a:pPr>
            <a:r>
              <a:rPr lang="fr-FR" dirty="0"/>
              <a:t>Dans certains cas, elle peut même manipuler la personne pour modifier son testament en sa faveur.</a:t>
            </a:r>
          </a:p>
          <a:p>
            <a:pPr>
              <a:buFont typeface="Arial" panose="020B0604020202020204" pitchFamily="34" charset="0"/>
              <a:buChar char="•"/>
            </a:pPr>
            <a:r>
              <a:rPr lang="fr-FR" dirty="0"/>
              <a:t>Cette situation constitue un </a:t>
            </a:r>
            <a:r>
              <a:rPr lang="fr-FR" b="1" dirty="0"/>
              <a:t>abus de faiblesse</a:t>
            </a:r>
            <a:r>
              <a:rPr lang="fr-FR" dirty="0"/>
              <a:t>, puni par la loi (article 223-15-2 du Code pénal), et peut entraîner de lourdes sanctions, y compris </a:t>
            </a:r>
            <a:r>
              <a:rPr lang="fr-FR" b="1" dirty="0"/>
              <a:t>de la prison et une amende</a:t>
            </a:r>
            <a:r>
              <a:rPr lang="fr-FR" dirty="0"/>
              <a:t>.</a:t>
            </a:r>
          </a:p>
          <a:p>
            <a:r>
              <a:rPr lang="fr-FR" dirty="0"/>
              <a:t>👉 </a:t>
            </a:r>
            <a:r>
              <a:rPr lang="fr-FR" b="1" dirty="0"/>
              <a:t>Prévention :</a:t>
            </a:r>
            <a:r>
              <a:rPr lang="fr-FR" dirty="0"/>
              <a:t> Sensibiliser les personnes âgées et leurs familles aux risques d’abus de faiblesse, former les auxiliaires de vie à l’éthique professionnelle, et renforcer les contrôles et le suivi des interventions à domicile.</a:t>
            </a:r>
          </a:p>
          <a:p>
            <a:endParaRPr lang="fr-FR" dirty="0"/>
          </a:p>
        </p:txBody>
      </p:sp>
    </p:spTree>
    <p:extLst>
      <p:ext uri="{BB962C8B-B14F-4D97-AF65-F5344CB8AC3E}">
        <p14:creationId xmlns:p14="http://schemas.microsoft.com/office/powerpoint/2010/main" val="16236230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790A4B-5F86-D67E-8ECA-B1E73D937946}"/>
              </a:ext>
            </a:extLst>
          </p:cNvPr>
          <p:cNvSpPr>
            <a:spLocks noGrp="1"/>
          </p:cNvSpPr>
          <p:nvPr>
            <p:ph type="title"/>
          </p:nvPr>
        </p:nvSpPr>
        <p:spPr/>
        <p:txBody>
          <a:bodyPr/>
          <a:lstStyle/>
          <a:p>
            <a:r>
              <a:rPr lang="fr-FR" dirty="0"/>
              <a:t>Non intentionnel</a:t>
            </a:r>
          </a:p>
        </p:txBody>
      </p:sp>
      <p:sp>
        <p:nvSpPr>
          <p:cNvPr id="3" name="Espace réservé du contenu 2">
            <a:extLst>
              <a:ext uri="{FF2B5EF4-FFF2-40B4-BE49-F238E27FC236}">
                <a16:creationId xmlns:a16="http://schemas.microsoft.com/office/drawing/2014/main" id="{91758895-C8D5-BD91-8E61-963E2279A791}"/>
              </a:ext>
            </a:extLst>
          </p:cNvPr>
          <p:cNvSpPr>
            <a:spLocks noGrp="1"/>
          </p:cNvSpPr>
          <p:nvPr>
            <p:ph idx="1"/>
          </p:nvPr>
        </p:nvSpPr>
        <p:spPr/>
        <p:txBody>
          <a:bodyPr>
            <a:normAutofit lnSpcReduction="10000"/>
          </a:bodyPr>
          <a:lstStyle/>
          <a:p>
            <a:pPr marL="0" indent="0">
              <a:buNone/>
            </a:pPr>
            <a:r>
              <a:rPr lang="fr-FR" b="1" dirty="0"/>
              <a:t>1. Négligence par manque d’attention</a:t>
            </a:r>
          </a:p>
          <a:p>
            <a:pPr marL="0" indent="0">
              <a:buNone/>
            </a:pPr>
            <a:r>
              <a:rPr lang="fr-FR" b="1" dirty="0"/>
              <a:t>Cas : Mauvaise manipulation lors d’un transfert</a:t>
            </a:r>
          </a:p>
          <a:p>
            <a:r>
              <a:rPr lang="fr-FR" dirty="0"/>
              <a:t>Une auxiliaire de vie, par </a:t>
            </a:r>
            <a:r>
              <a:rPr lang="fr-FR" b="1" dirty="0"/>
              <a:t>manque d’attention</a:t>
            </a:r>
            <a:r>
              <a:rPr lang="fr-FR" dirty="0"/>
              <a:t>, effectue un transfert inadapté d’une personne âgée à mobilité réduite (exemple : d’un fauteuil roulant au lit).</a:t>
            </a:r>
          </a:p>
          <a:p>
            <a:pPr>
              <a:buFont typeface="Arial" panose="020B0604020202020204" pitchFamily="34" charset="0"/>
              <a:buChar char="•"/>
            </a:pPr>
            <a:r>
              <a:rPr lang="fr-FR" dirty="0"/>
              <a:t>En raison d’une mauvaise prise ou d’une précipitation, la personne âgée chute et se blesse, entraînant une fracture.</a:t>
            </a:r>
          </a:p>
          <a:p>
            <a:r>
              <a:rPr lang="fr-FR" dirty="0"/>
              <a:t>L’auxiliaire n’avait pas l’intention de nuire, mais son </a:t>
            </a:r>
            <a:r>
              <a:rPr lang="fr-FR" b="1" dirty="0"/>
              <a:t>manque d’attention et d</a:t>
            </a:r>
            <a:r>
              <a:rPr lang="fr-FR" dirty="0"/>
              <a:t>e bonnes pratiques a mis en danger la personne vulnérable.</a:t>
            </a:r>
          </a:p>
          <a:p>
            <a:endParaRPr lang="fr-FR" dirty="0"/>
          </a:p>
        </p:txBody>
      </p:sp>
    </p:spTree>
    <p:extLst>
      <p:ext uri="{BB962C8B-B14F-4D97-AF65-F5344CB8AC3E}">
        <p14:creationId xmlns:p14="http://schemas.microsoft.com/office/powerpoint/2010/main" val="1261392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31BF440-39FA-4087-84CC-2EEC0BBDA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 4" descr="Violences psychologiques : « le début et le but ultime » des violences  conjugales - Elle">
            <a:extLst>
              <a:ext uri="{FF2B5EF4-FFF2-40B4-BE49-F238E27FC236}">
                <a16:creationId xmlns:a16="http://schemas.microsoft.com/office/drawing/2014/main" id="{D6242DFA-885B-BA7C-EFD9-7398BED81F1D}"/>
              </a:ext>
            </a:extLst>
          </p:cNvPr>
          <p:cNvPicPr>
            <a:picLocks noChangeAspect="1"/>
          </p:cNvPicPr>
          <p:nvPr/>
        </p:nvPicPr>
        <p:blipFill>
          <a:blip r:embed="rId2"/>
          <a:srcRect t="325" b="28709"/>
          <a:stretch/>
        </p:blipFill>
        <p:spPr>
          <a:xfrm>
            <a:off x="4883025" y="10"/>
            <a:ext cx="7308975" cy="3364982"/>
          </a:xfrm>
          <a:custGeom>
            <a:avLst/>
            <a:gdLst/>
            <a:ahLst/>
            <a:cxnLst/>
            <a:rect l="l" t="t" r="r" b="b"/>
            <a:pathLst>
              <a:path w="7308975" h="3364992">
                <a:moveTo>
                  <a:pt x="0" y="0"/>
                </a:moveTo>
                <a:lnTo>
                  <a:pt x="7308975" y="0"/>
                </a:lnTo>
                <a:lnTo>
                  <a:pt x="7308975" y="3364992"/>
                </a:lnTo>
                <a:lnTo>
                  <a:pt x="1210305" y="3364992"/>
                </a:lnTo>
                <a:lnTo>
                  <a:pt x="1192705" y="2943200"/>
                </a:lnTo>
                <a:cubicBezTo>
                  <a:pt x="1098874" y="1825108"/>
                  <a:pt x="684692" y="821621"/>
                  <a:pt x="62981" y="69271"/>
                </a:cubicBezTo>
                <a:close/>
              </a:path>
            </a:pathLst>
          </a:custGeom>
        </p:spPr>
      </p:pic>
      <p:pic>
        <p:nvPicPr>
          <p:cNvPr id="4" name="Image 3" descr="Les violences intrafamiliales - ACTION ENFANCE">
            <a:extLst>
              <a:ext uri="{FF2B5EF4-FFF2-40B4-BE49-F238E27FC236}">
                <a16:creationId xmlns:a16="http://schemas.microsoft.com/office/drawing/2014/main" id="{822B1F4C-ACED-33BE-F90A-165DBBDE8CC3}"/>
              </a:ext>
            </a:extLst>
          </p:cNvPr>
          <p:cNvPicPr>
            <a:picLocks noChangeAspect="1"/>
          </p:cNvPicPr>
          <p:nvPr/>
        </p:nvPicPr>
        <p:blipFill>
          <a:blip r:embed="rId3"/>
          <a:srcRect t="19676" b="11139"/>
          <a:stretch/>
        </p:blipFill>
        <p:spPr>
          <a:xfrm>
            <a:off x="4883025" y="3493008"/>
            <a:ext cx="7308975" cy="3364992"/>
          </a:xfrm>
          <a:custGeom>
            <a:avLst/>
            <a:gdLst/>
            <a:ahLst/>
            <a:cxnLst/>
            <a:rect l="l" t="t" r="r" b="b"/>
            <a:pathLst>
              <a:path w="7308975" h="3364992">
                <a:moveTo>
                  <a:pt x="1210305" y="0"/>
                </a:moveTo>
                <a:lnTo>
                  <a:pt x="7308975" y="0"/>
                </a:lnTo>
                <a:lnTo>
                  <a:pt x="7308975" y="3364992"/>
                </a:lnTo>
                <a:lnTo>
                  <a:pt x="0" y="3364992"/>
                </a:lnTo>
                <a:lnTo>
                  <a:pt x="62981" y="3295722"/>
                </a:lnTo>
                <a:cubicBezTo>
                  <a:pt x="684692" y="2543371"/>
                  <a:pt x="1098874" y="1539884"/>
                  <a:pt x="1192705" y="421793"/>
                </a:cubicBezTo>
                <a:close/>
              </a:path>
            </a:pathLst>
          </a:custGeom>
        </p:spPr>
      </p:pic>
      <p:sp useBgFill="1">
        <p:nvSpPr>
          <p:cNvPr id="12" name="Freeform: Shape 11">
            <a:extLst>
              <a:ext uri="{FF2B5EF4-FFF2-40B4-BE49-F238E27FC236}">
                <a16:creationId xmlns:a16="http://schemas.microsoft.com/office/drawing/2014/main" id="{F04E4CBA-303B-48BD-8451-C2701CB0EE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1" cy="6858000"/>
          </a:xfrm>
          <a:custGeom>
            <a:avLst/>
            <a:gdLst>
              <a:gd name="connsiteX0" fmla="*/ 0 w 6096001"/>
              <a:gd name="connsiteY0" fmla="*/ 0 h 6858000"/>
              <a:gd name="connsiteX1" fmla="*/ 4883024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4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4" y="0"/>
                </a:lnTo>
                <a:lnTo>
                  <a:pt x="4946006" y="69271"/>
                </a:lnTo>
                <a:cubicBezTo>
                  <a:pt x="5656532" y="929100"/>
                  <a:pt x="6096001" y="2116944"/>
                  <a:pt x="6096001" y="3429000"/>
                </a:cubicBezTo>
                <a:cubicBezTo>
                  <a:pt x="6096001" y="4741056"/>
                  <a:pt x="5656532" y="5928900"/>
                  <a:pt x="4946006" y="6788730"/>
                </a:cubicBezTo>
                <a:lnTo>
                  <a:pt x="4883024"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F6CA58B3-AFCC-4A40-9882-50D508087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7332" cy="6858000"/>
          </a:xfrm>
          <a:custGeom>
            <a:avLst/>
            <a:gdLst>
              <a:gd name="connsiteX0" fmla="*/ 0 w 6087332"/>
              <a:gd name="connsiteY0" fmla="*/ 0 h 6858000"/>
              <a:gd name="connsiteX1" fmla="*/ 4874355 w 6087332"/>
              <a:gd name="connsiteY1" fmla="*/ 0 h 6858000"/>
              <a:gd name="connsiteX2" fmla="*/ 4937337 w 6087332"/>
              <a:gd name="connsiteY2" fmla="*/ 69271 h 6858000"/>
              <a:gd name="connsiteX3" fmla="*/ 6087332 w 6087332"/>
              <a:gd name="connsiteY3" fmla="*/ 3429000 h 6858000"/>
              <a:gd name="connsiteX4" fmla="*/ 4937337 w 6087332"/>
              <a:gd name="connsiteY4" fmla="*/ 6788730 h 6858000"/>
              <a:gd name="connsiteX5" fmla="*/ 4874355 w 6087332"/>
              <a:gd name="connsiteY5" fmla="*/ 6858000 h 6858000"/>
              <a:gd name="connsiteX6" fmla="*/ 0 w 6087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7332" h="6858000">
                <a:moveTo>
                  <a:pt x="0" y="0"/>
                </a:moveTo>
                <a:lnTo>
                  <a:pt x="4874355" y="0"/>
                </a:lnTo>
                <a:lnTo>
                  <a:pt x="4937337" y="69271"/>
                </a:lnTo>
                <a:cubicBezTo>
                  <a:pt x="5647863" y="929100"/>
                  <a:pt x="6087332" y="2116944"/>
                  <a:pt x="6087332" y="3429000"/>
                </a:cubicBezTo>
                <a:cubicBezTo>
                  <a:pt x="6087332" y="4741056"/>
                  <a:pt x="5647863" y="5928900"/>
                  <a:pt x="4937337" y="6788730"/>
                </a:cubicBezTo>
                <a:lnTo>
                  <a:pt x="4874355"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re 1">
            <a:extLst>
              <a:ext uri="{FF2B5EF4-FFF2-40B4-BE49-F238E27FC236}">
                <a16:creationId xmlns:a16="http://schemas.microsoft.com/office/drawing/2014/main" id="{3E27D397-0822-13EA-A9D3-26CFEB2C3D15}"/>
              </a:ext>
            </a:extLst>
          </p:cNvPr>
          <p:cNvSpPr>
            <a:spLocks noGrp="1"/>
          </p:cNvSpPr>
          <p:nvPr>
            <p:ph type="title"/>
          </p:nvPr>
        </p:nvSpPr>
        <p:spPr>
          <a:xfrm>
            <a:off x="448056" y="859536"/>
            <a:ext cx="4832802" cy="1243584"/>
          </a:xfrm>
        </p:spPr>
        <p:txBody>
          <a:bodyPr>
            <a:normAutofit/>
          </a:bodyPr>
          <a:lstStyle/>
          <a:p>
            <a:r>
              <a:rPr lang="fr-FR" sz="2600"/>
              <a:t>Elle se manifeste sous différentes formes :</a:t>
            </a:r>
            <a:br>
              <a:rPr lang="fr-FR" sz="2600"/>
            </a:br>
            <a:endParaRPr lang="fr-FR" sz="2600"/>
          </a:p>
        </p:txBody>
      </p:sp>
      <p:sp>
        <p:nvSpPr>
          <p:cNvPr id="16" name="Rectangle 15">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8" name="Rectangle 17">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544" y="2194560"/>
            <a:ext cx="4892040" cy="18288"/>
          </a:xfrm>
          <a:prstGeom prst="rect">
            <a:avLst/>
          </a:prstGeom>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CA00AE6B-AA30-4CF8-BA6F-339B780AD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544" y="2194560"/>
            <a:ext cx="4892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Espace réservé du contenu 2">
            <a:extLst>
              <a:ext uri="{FF2B5EF4-FFF2-40B4-BE49-F238E27FC236}">
                <a16:creationId xmlns:a16="http://schemas.microsoft.com/office/drawing/2014/main" id="{A1864AF8-B5B5-05A5-2D74-989145933FBE}"/>
              </a:ext>
            </a:extLst>
          </p:cNvPr>
          <p:cNvSpPr>
            <a:spLocks noGrp="1"/>
          </p:cNvSpPr>
          <p:nvPr>
            <p:ph idx="1"/>
          </p:nvPr>
        </p:nvSpPr>
        <p:spPr>
          <a:xfrm>
            <a:off x="448056" y="2512611"/>
            <a:ext cx="4832803" cy="3664351"/>
          </a:xfrm>
        </p:spPr>
        <p:txBody>
          <a:bodyPr vert="horz" lIns="91440" tIns="45720" rIns="91440" bIns="45720" rtlCol="0">
            <a:normAutofit/>
          </a:bodyPr>
          <a:lstStyle/>
          <a:p>
            <a:pPr>
              <a:buFont typeface="+mj-lt"/>
              <a:buAutoNum type="arabicPeriod"/>
            </a:pPr>
            <a:r>
              <a:rPr lang="fr-FR" sz="2000" b="1"/>
              <a:t> Physique</a:t>
            </a:r>
            <a:r>
              <a:rPr lang="fr-FR" sz="2000"/>
              <a:t> : blessures, coups, privation de soins ou usage inapproprié de contraintes physiques.</a:t>
            </a:r>
          </a:p>
          <a:p>
            <a:pPr>
              <a:buAutoNum type="arabicPeriod"/>
            </a:pPr>
            <a:endParaRPr lang="fr-FR" sz="2000"/>
          </a:p>
          <a:p>
            <a:pPr>
              <a:buFont typeface="+mj-lt"/>
              <a:buAutoNum type="arabicPeriod"/>
            </a:pPr>
            <a:r>
              <a:rPr lang="fr-FR" sz="2000" b="1"/>
              <a:t> Psychologique ou émotionnel</a:t>
            </a:r>
            <a:r>
              <a:rPr lang="fr-FR" sz="2000"/>
              <a:t> : humiliations, menaces, harcèlement, isolement ou mépris.</a:t>
            </a:r>
          </a:p>
          <a:p>
            <a:pPr>
              <a:buFont typeface="+mj-lt"/>
              <a:buAutoNum type="arabicPeriod"/>
            </a:pPr>
            <a:endParaRPr lang="fr-FR" sz="2000"/>
          </a:p>
          <a:p>
            <a:endParaRPr lang="fr-FR" sz="2000"/>
          </a:p>
        </p:txBody>
      </p:sp>
    </p:spTree>
    <p:extLst>
      <p:ext uri="{BB962C8B-B14F-4D97-AF65-F5344CB8AC3E}">
        <p14:creationId xmlns:p14="http://schemas.microsoft.com/office/powerpoint/2010/main" val="8519604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31BF440-39FA-4087-84CC-2EEC0BBDA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 4" descr="Violence institutionnelle ordinaire ? - Association Francophone de Femmes  Autistes">
            <a:extLst>
              <a:ext uri="{FF2B5EF4-FFF2-40B4-BE49-F238E27FC236}">
                <a16:creationId xmlns:a16="http://schemas.microsoft.com/office/drawing/2014/main" id="{CACA9248-7375-2E65-E1B6-4CA747F7CBB0}"/>
              </a:ext>
            </a:extLst>
          </p:cNvPr>
          <p:cNvPicPr>
            <a:picLocks noChangeAspect="1"/>
          </p:cNvPicPr>
          <p:nvPr/>
        </p:nvPicPr>
        <p:blipFill>
          <a:blip r:embed="rId2"/>
          <a:srcRect t="5732" r="-1" b="2189"/>
          <a:stretch/>
        </p:blipFill>
        <p:spPr>
          <a:xfrm>
            <a:off x="4883025" y="10"/>
            <a:ext cx="7308975" cy="3364982"/>
          </a:xfrm>
          <a:custGeom>
            <a:avLst/>
            <a:gdLst/>
            <a:ahLst/>
            <a:cxnLst/>
            <a:rect l="l" t="t" r="r" b="b"/>
            <a:pathLst>
              <a:path w="7308975" h="3364992">
                <a:moveTo>
                  <a:pt x="0" y="0"/>
                </a:moveTo>
                <a:lnTo>
                  <a:pt x="7308975" y="0"/>
                </a:lnTo>
                <a:lnTo>
                  <a:pt x="7308975" y="3364992"/>
                </a:lnTo>
                <a:lnTo>
                  <a:pt x="1210305" y="3364992"/>
                </a:lnTo>
                <a:lnTo>
                  <a:pt x="1192705" y="2943200"/>
                </a:lnTo>
                <a:cubicBezTo>
                  <a:pt x="1098874" y="1825108"/>
                  <a:pt x="684692" y="821621"/>
                  <a:pt x="62981" y="69271"/>
                </a:cubicBezTo>
                <a:close/>
              </a:path>
            </a:pathLst>
          </a:custGeom>
        </p:spPr>
      </p:pic>
      <p:pic>
        <p:nvPicPr>
          <p:cNvPr id="4" name="Image 3" descr="Maltraitance financière des personnes âgées : reconnaître et prévenir | Cap  Retraite">
            <a:extLst>
              <a:ext uri="{FF2B5EF4-FFF2-40B4-BE49-F238E27FC236}">
                <a16:creationId xmlns:a16="http://schemas.microsoft.com/office/drawing/2014/main" id="{543EB177-6378-83CA-D9A0-4363F54CBB15}"/>
              </a:ext>
            </a:extLst>
          </p:cNvPr>
          <p:cNvPicPr>
            <a:picLocks noChangeAspect="1"/>
          </p:cNvPicPr>
          <p:nvPr/>
        </p:nvPicPr>
        <p:blipFill>
          <a:blip r:embed="rId3"/>
          <a:srcRect r="1" b="39633"/>
          <a:stretch/>
        </p:blipFill>
        <p:spPr>
          <a:xfrm>
            <a:off x="4883025" y="3493008"/>
            <a:ext cx="7308975" cy="3364992"/>
          </a:xfrm>
          <a:custGeom>
            <a:avLst/>
            <a:gdLst/>
            <a:ahLst/>
            <a:cxnLst/>
            <a:rect l="l" t="t" r="r" b="b"/>
            <a:pathLst>
              <a:path w="7308975" h="3364992">
                <a:moveTo>
                  <a:pt x="1210305" y="0"/>
                </a:moveTo>
                <a:lnTo>
                  <a:pt x="7308975" y="0"/>
                </a:lnTo>
                <a:lnTo>
                  <a:pt x="7308975" y="3364992"/>
                </a:lnTo>
                <a:lnTo>
                  <a:pt x="0" y="3364992"/>
                </a:lnTo>
                <a:lnTo>
                  <a:pt x="62981" y="3295722"/>
                </a:lnTo>
                <a:cubicBezTo>
                  <a:pt x="684692" y="2543371"/>
                  <a:pt x="1098874" y="1539884"/>
                  <a:pt x="1192705" y="421793"/>
                </a:cubicBezTo>
                <a:close/>
              </a:path>
            </a:pathLst>
          </a:custGeom>
        </p:spPr>
      </p:pic>
      <p:sp useBgFill="1">
        <p:nvSpPr>
          <p:cNvPr id="12" name="Freeform: Shape 11">
            <a:extLst>
              <a:ext uri="{FF2B5EF4-FFF2-40B4-BE49-F238E27FC236}">
                <a16:creationId xmlns:a16="http://schemas.microsoft.com/office/drawing/2014/main" id="{F04E4CBA-303B-48BD-8451-C2701CB0EE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1" cy="6858000"/>
          </a:xfrm>
          <a:custGeom>
            <a:avLst/>
            <a:gdLst>
              <a:gd name="connsiteX0" fmla="*/ 0 w 6096001"/>
              <a:gd name="connsiteY0" fmla="*/ 0 h 6858000"/>
              <a:gd name="connsiteX1" fmla="*/ 4883024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4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4" y="0"/>
                </a:lnTo>
                <a:lnTo>
                  <a:pt x="4946006" y="69271"/>
                </a:lnTo>
                <a:cubicBezTo>
                  <a:pt x="5656532" y="929100"/>
                  <a:pt x="6096001" y="2116944"/>
                  <a:pt x="6096001" y="3429000"/>
                </a:cubicBezTo>
                <a:cubicBezTo>
                  <a:pt x="6096001" y="4741056"/>
                  <a:pt x="5656532" y="5928900"/>
                  <a:pt x="4946006" y="6788730"/>
                </a:cubicBezTo>
                <a:lnTo>
                  <a:pt x="4883024"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F6CA58B3-AFCC-4A40-9882-50D508087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7332" cy="6858000"/>
          </a:xfrm>
          <a:custGeom>
            <a:avLst/>
            <a:gdLst>
              <a:gd name="connsiteX0" fmla="*/ 0 w 6087332"/>
              <a:gd name="connsiteY0" fmla="*/ 0 h 6858000"/>
              <a:gd name="connsiteX1" fmla="*/ 4874355 w 6087332"/>
              <a:gd name="connsiteY1" fmla="*/ 0 h 6858000"/>
              <a:gd name="connsiteX2" fmla="*/ 4937337 w 6087332"/>
              <a:gd name="connsiteY2" fmla="*/ 69271 h 6858000"/>
              <a:gd name="connsiteX3" fmla="*/ 6087332 w 6087332"/>
              <a:gd name="connsiteY3" fmla="*/ 3429000 h 6858000"/>
              <a:gd name="connsiteX4" fmla="*/ 4937337 w 6087332"/>
              <a:gd name="connsiteY4" fmla="*/ 6788730 h 6858000"/>
              <a:gd name="connsiteX5" fmla="*/ 4874355 w 6087332"/>
              <a:gd name="connsiteY5" fmla="*/ 6858000 h 6858000"/>
              <a:gd name="connsiteX6" fmla="*/ 0 w 6087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7332" h="6858000">
                <a:moveTo>
                  <a:pt x="0" y="0"/>
                </a:moveTo>
                <a:lnTo>
                  <a:pt x="4874355" y="0"/>
                </a:lnTo>
                <a:lnTo>
                  <a:pt x="4937337" y="69271"/>
                </a:lnTo>
                <a:cubicBezTo>
                  <a:pt x="5647863" y="929100"/>
                  <a:pt x="6087332" y="2116944"/>
                  <a:pt x="6087332" y="3429000"/>
                </a:cubicBezTo>
                <a:cubicBezTo>
                  <a:pt x="6087332" y="4741056"/>
                  <a:pt x="5647863" y="5928900"/>
                  <a:pt x="4937337" y="6788730"/>
                </a:cubicBezTo>
                <a:lnTo>
                  <a:pt x="4874355"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re 1">
            <a:extLst>
              <a:ext uri="{FF2B5EF4-FFF2-40B4-BE49-F238E27FC236}">
                <a16:creationId xmlns:a16="http://schemas.microsoft.com/office/drawing/2014/main" id="{CEA5593F-6B36-0D72-C792-515FD340B619}"/>
              </a:ext>
            </a:extLst>
          </p:cNvPr>
          <p:cNvSpPr>
            <a:spLocks noGrp="1"/>
          </p:cNvSpPr>
          <p:nvPr>
            <p:ph type="title"/>
          </p:nvPr>
        </p:nvSpPr>
        <p:spPr>
          <a:xfrm>
            <a:off x="448056" y="859536"/>
            <a:ext cx="4832802" cy="1243584"/>
          </a:xfrm>
        </p:spPr>
        <p:txBody>
          <a:bodyPr>
            <a:normAutofit/>
          </a:bodyPr>
          <a:lstStyle/>
          <a:p>
            <a:endParaRPr lang="fr-FR" sz="3400"/>
          </a:p>
        </p:txBody>
      </p:sp>
      <p:sp>
        <p:nvSpPr>
          <p:cNvPr id="16" name="Rectangle 15">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8" name="Rectangle 17">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544" y="2194560"/>
            <a:ext cx="4892040" cy="18288"/>
          </a:xfrm>
          <a:prstGeom prst="rect">
            <a:avLst/>
          </a:prstGeom>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CA00AE6B-AA30-4CF8-BA6F-339B780AD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544" y="2194560"/>
            <a:ext cx="4892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Espace réservé du contenu 2">
            <a:extLst>
              <a:ext uri="{FF2B5EF4-FFF2-40B4-BE49-F238E27FC236}">
                <a16:creationId xmlns:a16="http://schemas.microsoft.com/office/drawing/2014/main" id="{81BC91CE-3614-E21F-649C-F72491D3196C}"/>
              </a:ext>
            </a:extLst>
          </p:cNvPr>
          <p:cNvSpPr>
            <a:spLocks noGrp="1"/>
          </p:cNvSpPr>
          <p:nvPr>
            <p:ph idx="1"/>
          </p:nvPr>
        </p:nvSpPr>
        <p:spPr>
          <a:xfrm>
            <a:off x="448056" y="2512611"/>
            <a:ext cx="4832803" cy="3664351"/>
          </a:xfrm>
        </p:spPr>
        <p:txBody>
          <a:bodyPr vert="horz" lIns="91440" tIns="45720" rIns="91440" bIns="45720" rtlCol="0">
            <a:normAutofit/>
          </a:bodyPr>
          <a:lstStyle/>
          <a:p>
            <a:pPr marL="342900" indent="-342900">
              <a:buAutoNum type="arabicPeriod"/>
            </a:pPr>
            <a:r>
              <a:rPr lang="fr-FR" sz="2000" b="1">
                <a:ea typeface="Calibri"/>
                <a:cs typeface="Calibri"/>
              </a:rPr>
              <a:t>Financière ou matérielle</a:t>
            </a:r>
            <a:r>
              <a:rPr lang="fr-FR" sz="2000">
                <a:ea typeface="Calibri"/>
                <a:cs typeface="Calibri"/>
              </a:rPr>
              <a:t> : exploitation, vol, abus de confiance ou détournement de biens.</a:t>
            </a:r>
            <a:endParaRPr lang="en-US" sz="2000">
              <a:ea typeface="Calibri"/>
              <a:cs typeface="Calibri"/>
            </a:endParaRPr>
          </a:p>
          <a:p>
            <a:pPr marL="342900" indent="-342900">
              <a:buAutoNum type="arabicPeriod"/>
            </a:pPr>
            <a:r>
              <a:rPr lang="fr-FR" sz="2000" b="1">
                <a:ea typeface="Calibri"/>
                <a:cs typeface="Calibri"/>
              </a:rPr>
              <a:t>Négligence active ou passive</a:t>
            </a:r>
            <a:r>
              <a:rPr lang="fr-FR" sz="2000">
                <a:ea typeface="Calibri"/>
                <a:cs typeface="Calibri"/>
              </a:rPr>
              <a:t> : refus ou omission de fournir les soins, l'attention ou l'accompagnement nécessaires.</a:t>
            </a:r>
            <a:endParaRPr lang="en-US" sz="2000">
              <a:ea typeface="Calibri"/>
              <a:cs typeface="Calibri"/>
            </a:endParaRPr>
          </a:p>
          <a:p>
            <a:pPr marL="342900" indent="-342900">
              <a:buAutoNum type="arabicPeriod"/>
            </a:pPr>
            <a:r>
              <a:rPr lang="fr-FR" sz="2000" b="1">
                <a:ea typeface="Calibri"/>
                <a:cs typeface="Calibri"/>
              </a:rPr>
              <a:t>Institutionnelle</a:t>
            </a:r>
            <a:r>
              <a:rPr lang="fr-FR" sz="2000">
                <a:ea typeface="Calibri"/>
                <a:cs typeface="Calibri"/>
              </a:rPr>
              <a:t> : pratiques ou organisations qui ne respectent pas les droits et besoins fondamentaux des personnes aidées, notamment dans les établissements ou services de soins.</a:t>
            </a:r>
            <a:endParaRPr lang="fr-FR" sz="2000"/>
          </a:p>
        </p:txBody>
      </p:sp>
    </p:spTree>
    <p:extLst>
      <p:ext uri="{BB962C8B-B14F-4D97-AF65-F5344CB8AC3E}">
        <p14:creationId xmlns:p14="http://schemas.microsoft.com/office/powerpoint/2010/main" val="5618402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BBC3C609-AAA9-E1F7-3388-BB38FC1D1236}"/>
              </a:ext>
            </a:extLst>
          </p:cNvPr>
          <p:cNvSpPr>
            <a:spLocks noGrp="1"/>
          </p:cNvSpPr>
          <p:nvPr>
            <p:ph type="title"/>
          </p:nvPr>
        </p:nvSpPr>
        <p:spPr>
          <a:xfrm>
            <a:off x="589560" y="856180"/>
            <a:ext cx="4560584" cy="1128068"/>
          </a:xfrm>
        </p:spPr>
        <p:txBody>
          <a:bodyPr vert="horz" lIns="91440" tIns="45720" rIns="91440" bIns="45720" rtlCol="0" anchor="ctr">
            <a:normAutofit/>
          </a:bodyPr>
          <a:lstStyle/>
          <a:p>
            <a:endParaRPr lang="en-US" sz="4000"/>
          </a:p>
        </p:txBody>
      </p:sp>
      <p:grpSp>
        <p:nvGrpSpPr>
          <p:cNvPr id="15" name="Group 14">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6" name="Rectangle 15">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ZoneTexte 7">
            <a:extLst>
              <a:ext uri="{FF2B5EF4-FFF2-40B4-BE49-F238E27FC236}">
                <a16:creationId xmlns:a16="http://schemas.microsoft.com/office/drawing/2014/main" id="{549107FA-B7CB-446B-A6C6-8951A730C59A}"/>
              </a:ext>
            </a:extLst>
          </p:cNvPr>
          <p:cNvSpPr txBox="1"/>
          <p:nvPr/>
        </p:nvSpPr>
        <p:spPr>
          <a:xfrm>
            <a:off x="590719" y="2330505"/>
            <a:ext cx="4559425" cy="3979585"/>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2000"/>
              <a:t>financière : 32%,</a:t>
            </a:r>
          </a:p>
          <a:p>
            <a:pPr indent="-228600">
              <a:lnSpc>
                <a:spcPct val="90000"/>
              </a:lnSpc>
              <a:spcAft>
                <a:spcPts val="600"/>
              </a:spcAft>
              <a:buFont typeface="Arial" panose="020B0604020202020204" pitchFamily="34" charset="0"/>
              <a:buChar char="•"/>
            </a:pPr>
            <a:r>
              <a:rPr lang="en-US" sz="2000"/>
              <a:t>psychologique : 30%,</a:t>
            </a:r>
          </a:p>
          <a:p>
            <a:pPr indent="-228600">
              <a:lnSpc>
                <a:spcPct val="90000"/>
              </a:lnSpc>
              <a:spcAft>
                <a:spcPts val="600"/>
              </a:spcAft>
              <a:buFont typeface="Arial" panose="020B0604020202020204" pitchFamily="34" charset="0"/>
              <a:buChar char="•"/>
            </a:pPr>
            <a:r>
              <a:rPr lang="en-US" sz="2000"/>
              <a:t>physique : 15%,</a:t>
            </a:r>
          </a:p>
          <a:p>
            <a:pPr indent="-228600">
              <a:lnSpc>
                <a:spcPct val="90000"/>
              </a:lnSpc>
              <a:spcAft>
                <a:spcPts val="600"/>
              </a:spcAft>
              <a:buFont typeface="Arial" panose="020B0604020202020204" pitchFamily="34" charset="0"/>
              <a:buChar char="•"/>
            </a:pPr>
            <a:r>
              <a:rPr lang="en-US" sz="2000"/>
              <a:t>médicamenteuse : 3%,</a:t>
            </a:r>
          </a:p>
          <a:p>
            <a:pPr indent="-228600">
              <a:lnSpc>
                <a:spcPct val="90000"/>
              </a:lnSpc>
              <a:spcAft>
                <a:spcPts val="600"/>
              </a:spcAft>
              <a:buFont typeface="Arial" panose="020B0604020202020204" pitchFamily="34" charset="0"/>
              <a:buChar char="•"/>
            </a:pPr>
            <a:r>
              <a:rPr lang="en-US" sz="2000"/>
              <a:t>problèmes de voisinage : 8%,</a:t>
            </a:r>
          </a:p>
          <a:p>
            <a:pPr indent="-228600">
              <a:lnSpc>
                <a:spcPct val="90000"/>
              </a:lnSpc>
              <a:spcAft>
                <a:spcPts val="600"/>
              </a:spcAft>
              <a:buFont typeface="Arial" panose="020B0604020202020204" pitchFamily="34" charset="0"/>
              <a:buChar char="•"/>
            </a:pPr>
            <a:r>
              <a:rPr lang="en-US" sz="2000"/>
              <a:t>de négligence active et passive 8%,</a:t>
            </a:r>
          </a:p>
          <a:p>
            <a:pPr indent="-228600">
              <a:lnSpc>
                <a:spcPct val="90000"/>
              </a:lnSpc>
              <a:spcAft>
                <a:spcPts val="600"/>
              </a:spcAft>
              <a:buFont typeface="Arial" panose="020B0604020202020204" pitchFamily="34" charset="0"/>
              <a:buChar char="•"/>
            </a:pPr>
            <a:r>
              <a:rPr lang="en-US" sz="2000"/>
              <a:t>4 % de non-reconnaissance civique c’est à dire la non reconnaissance des droits civiques de la personne âgée ou les tutelles abusives.</a:t>
            </a:r>
          </a:p>
        </p:txBody>
      </p:sp>
      <p:sp>
        <p:nvSpPr>
          <p:cNvPr id="21" name="Rectangle 20">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Espace réservé du contenu 3">
            <a:extLst>
              <a:ext uri="{FF2B5EF4-FFF2-40B4-BE49-F238E27FC236}">
                <a16:creationId xmlns:a16="http://schemas.microsoft.com/office/drawing/2014/main" id="{41E5EBA7-5F06-3CCF-2FA5-81D17AE1D489}"/>
              </a:ext>
            </a:extLst>
          </p:cNvPr>
          <p:cNvSpPr>
            <a:spLocks noGrp="1"/>
          </p:cNvSpPr>
          <p:nvPr>
            <p:ph idx="1"/>
          </p:nvPr>
        </p:nvSpPr>
        <p:spPr/>
        <p:txBody>
          <a:bodyPr/>
          <a:lstStyle/>
          <a:p>
            <a:endParaRPr lang="fr-FR" dirty="0"/>
          </a:p>
        </p:txBody>
      </p:sp>
    </p:spTree>
    <p:extLst>
      <p:ext uri="{BB962C8B-B14F-4D97-AF65-F5344CB8AC3E}">
        <p14:creationId xmlns:p14="http://schemas.microsoft.com/office/powerpoint/2010/main" val="4469003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4A0CA97-2F1B-5E51-DEB7-3D06341B481E}"/>
              </a:ext>
            </a:extLst>
          </p:cNvPr>
          <p:cNvSpPr>
            <a:spLocks noGrp="1"/>
          </p:cNvSpPr>
          <p:nvPr>
            <p:ph type="title"/>
          </p:nvPr>
        </p:nvSpPr>
        <p:spPr>
          <a:xfrm>
            <a:off x="838200" y="365125"/>
            <a:ext cx="10515600" cy="1325563"/>
          </a:xfrm>
        </p:spPr>
        <p:txBody>
          <a:bodyPr>
            <a:normAutofit/>
          </a:bodyPr>
          <a:lstStyle/>
          <a:p>
            <a:r>
              <a:rPr lang="fr-FR" sz="5000" b="1" kern="100">
                <a:effectLst/>
                <a:latin typeface="Calibri" panose="020F0502020204030204" pitchFamily="34" charset="0"/>
                <a:ea typeface="Calibri" panose="020F0502020204030204" pitchFamily="34" charset="0"/>
                <a:cs typeface="Times New Roman" panose="02020603050405020304" pitchFamily="18" charset="0"/>
              </a:rPr>
              <a:t>Assimiler les six formes de violence :</a:t>
            </a:r>
            <a:endParaRPr lang="fr-FR" sz="5000"/>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Espace réservé du contenu 2">
            <a:extLst>
              <a:ext uri="{FF2B5EF4-FFF2-40B4-BE49-F238E27FC236}">
                <a16:creationId xmlns:a16="http://schemas.microsoft.com/office/drawing/2014/main" id="{5E02835C-CA55-2C78-B405-C2AD9397E753}"/>
              </a:ext>
            </a:extLst>
          </p:cNvPr>
          <p:cNvGraphicFramePr>
            <a:graphicFrameLocks noGrp="1"/>
          </p:cNvGraphicFramePr>
          <p:nvPr>
            <p:ph idx="1"/>
            <p:extLst>
              <p:ext uri="{D42A27DB-BD31-4B8C-83A1-F6EECF244321}">
                <p14:modId xmlns:p14="http://schemas.microsoft.com/office/powerpoint/2010/main" val="995539689"/>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710453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es mains allant vers l’avant">
            <a:extLst>
              <a:ext uri="{FF2B5EF4-FFF2-40B4-BE49-F238E27FC236}">
                <a16:creationId xmlns:a16="http://schemas.microsoft.com/office/drawing/2014/main" id="{D9986BED-B3C6-D1E9-DB27-DB36BF42F2EB}"/>
              </a:ext>
            </a:extLst>
          </p:cNvPr>
          <p:cNvPicPr>
            <a:picLocks noChangeAspect="1"/>
          </p:cNvPicPr>
          <p:nvPr/>
        </p:nvPicPr>
        <p:blipFill>
          <a:blip r:embed="rId2"/>
          <a:srcRect l="9095" r="23840" b="54"/>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FD7394F-49D5-EF0C-8697-E7411001A29D}"/>
              </a:ext>
            </a:extLst>
          </p:cNvPr>
          <p:cNvSpPr>
            <a:spLocks noGrp="1"/>
          </p:cNvSpPr>
          <p:nvPr>
            <p:ph type="title"/>
          </p:nvPr>
        </p:nvSpPr>
        <p:spPr>
          <a:xfrm>
            <a:off x="6115317" y="405685"/>
            <a:ext cx="5464968" cy="1559301"/>
          </a:xfrm>
        </p:spPr>
        <p:txBody>
          <a:bodyPr>
            <a:normAutofit/>
          </a:bodyPr>
          <a:lstStyle/>
          <a:p>
            <a:r>
              <a:rPr lang="fr-FR" sz="4000" b="1"/>
              <a:t>1. Violences physiques</a:t>
            </a:r>
            <a:br>
              <a:rPr lang="fr-FR" sz="4000" b="1"/>
            </a:br>
            <a:endParaRPr lang="fr-FR" sz="4000"/>
          </a:p>
        </p:txBody>
      </p:sp>
      <p:sp>
        <p:nvSpPr>
          <p:cNvPr id="3" name="Espace réservé du contenu 2">
            <a:extLst>
              <a:ext uri="{FF2B5EF4-FFF2-40B4-BE49-F238E27FC236}">
                <a16:creationId xmlns:a16="http://schemas.microsoft.com/office/drawing/2014/main" id="{D29C67CD-9003-0A13-BF34-9F39E496383E}"/>
              </a:ext>
            </a:extLst>
          </p:cNvPr>
          <p:cNvSpPr>
            <a:spLocks noGrp="1"/>
          </p:cNvSpPr>
          <p:nvPr>
            <p:ph idx="1"/>
          </p:nvPr>
        </p:nvSpPr>
        <p:spPr>
          <a:xfrm>
            <a:off x="6115317" y="2743200"/>
            <a:ext cx="5247340" cy="3496878"/>
          </a:xfrm>
        </p:spPr>
        <p:txBody>
          <a:bodyPr anchor="ctr">
            <a:normAutofit/>
          </a:bodyPr>
          <a:lstStyle/>
          <a:p>
            <a:r>
              <a:rPr lang="fr-FR" sz="2000" dirty="0"/>
              <a:t>Elles incluent tous les actes ou comportements qui portent atteinte à l'intégrité corporelle d'une personne. </a:t>
            </a:r>
          </a:p>
          <a:p>
            <a:pPr marL="0" indent="0">
              <a:buNone/>
            </a:pPr>
            <a:br>
              <a:rPr lang="fr-FR" sz="2000" dirty="0"/>
            </a:br>
            <a:r>
              <a:rPr lang="fr-FR" sz="2000" b="1" dirty="0"/>
              <a:t>Exemples :</a:t>
            </a:r>
            <a:r>
              <a:rPr lang="fr-FR" sz="2000" dirty="0"/>
              <a:t> coups, bousculades, blessures, recours abusif aux contentions physiques, ou manipulation brutale lors des soins. </a:t>
            </a:r>
            <a:br>
              <a:rPr lang="fr-FR" sz="2000" dirty="0"/>
            </a:br>
            <a:r>
              <a:rPr lang="fr-FR" sz="2000" b="1" dirty="0"/>
              <a:t>Prévention :</a:t>
            </a:r>
            <a:r>
              <a:rPr lang="fr-FR" sz="2000" dirty="0"/>
              <a:t> sensibilisation des professionnels à des gestes doux et respectueux, et mise en place de protocoles sécuritaires pour éviter tout risque.</a:t>
            </a:r>
          </a:p>
          <a:p>
            <a:endParaRPr lang="fr-FR" sz="2000" dirty="0"/>
          </a:p>
        </p:txBody>
      </p:sp>
    </p:spTree>
    <p:extLst>
      <p:ext uri="{BB962C8B-B14F-4D97-AF65-F5344CB8AC3E}">
        <p14:creationId xmlns:p14="http://schemas.microsoft.com/office/powerpoint/2010/main" val="2266361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7F26E0F7-F964-D671-B9E4-8D6C4569CD68}"/>
              </a:ext>
            </a:extLst>
          </p:cNvPr>
          <p:cNvSpPr>
            <a:spLocks noGrp="1"/>
          </p:cNvSpPr>
          <p:nvPr>
            <p:ph type="title"/>
          </p:nvPr>
        </p:nvSpPr>
        <p:spPr>
          <a:xfrm>
            <a:off x="572493" y="238539"/>
            <a:ext cx="11018520" cy="1434415"/>
          </a:xfrm>
        </p:spPr>
        <p:txBody>
          <a:bodyPr anchor="b">
            <a:normAutofit/>
          </a:bodyPr>
          <a:lstStyle/>
          <a:p>
            <a:r>
              <a:rPr lang="fr-FR" sz="4600" b="1"/>
              <a:t>2. Violences morales ou psychologiques</a:t>
            </a:r>
            <a:br>
              <a:rPr lang="fr-FR" sz="4600" b="1"/>
            </a:br>
            <a:endParaRPr lang="fr-FR" sz="460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5721167F-7DB7-9714-A19E-D7E58003BD02}"/>
              </a:ext>
            </a:extLst>
          </p:cNvPr>
          <p:cNvSpPr>
            <a:spLocks noGrp="1"/>
          </p:cNvSpPr>
          <p:nvPr>
            <p:ph idx="1"/>
          </p:nvPr>
        </p:nvSpPr>
        <p:spPr>
          <a:xfrm>
            <a:off x="572493" y="2071316"/>
            <a:ext cx="6713552" cy="4119172"/>
          </a:xfrm>
        </p:spPr>
        <p:txBody>
          <a:bodyPr anchor="t">
            <a:normAutofit/>
          </a:bodyPr>
          <a:lstStyle/>
          <a:p>
            <a:r>
              <a:rPr lang="fr-FR" sz="2200" b="1" dirty="0"/>
              <a:t>2. </a:t>
            </a:r>
            <a:r>
              <a:rPr lang="fr-FR" sz="2200" dirty="0"/>
              <a:t>Ces violences portent sur le bien-être mental et émotionnel de la personne. </a:t>
            </a:r>
          </a:p>
          <a:p>
            <a:pPr marL="0" indent="0">
              <a:buNone/>
            </a:pPr>
            <a:br>
              <a:rPr lang="fr-FR" sz="2200" dirty="0"/>
            </a:br>
            <a:r>
              <a:rPr lang="fr-FR" sz="2200" b="1" dirty="0"/>
              <a:t>Exemples :</a:t>
            </a:r>
            <a:r>
              <a:rPr lang="fr-FR" sz="2200" dirty="0"/>
              <a:t> humiliations, moqueries, propos méprisants, intimidations, menaces, isolement social ou affectif, et dévalorisation constante. </a:t>
            </a:r>
            <a:br>
              <a:rPr lang="fr-FR" sz="2200" dirty="0"/>
            </a:br>
            <a:r>
              <a:rPr lang="fr-FR" sz="2200" b="1" dirty="0"/>
              <a:t>Prévention :</a:t>
            </a:r>
            <a:r>
              <a:rPr lang="fr-FR" sz="2200" dirty="0"/>
              <a:t> développer des compétences en communication bien</a:t>
            </a:r>
          </a:p>
          <a:p>
            <a:endParaRPr lang="fr-FR" sz="2200" dirty="0"/>
          </a:p>
        </p:txBody>
      </p:sp>
      <p:pic>
        <p:nvPicPr>
          <p:cNvPr id="4" name="Image 3" descr="Obligation de sécurité et violence morale - JURI-CE">
            <a:extLst>
              <a:ext uri="{FF2B5EF4-FFF2-40B4-BE49-F238E27FC236}">
                <a16:creationId xmlns:a16="http://schemas.microsoft.com/office/drawing/2014/main" id="{10EC6F90-0B07-2F8E-3165-42D7BC85C5FD}"/>
              </a:ext>
            </a:extLst>
          </p:cNvPr>
          <p:cNvPicPr>
            <a:picLocks noChangeAspect="1"/>
          </p:cNvPicPr>
          <p:nvPr/>
        </p:nvPicPr>
        <p:blipFill>
          <a:blip r:embed="rId2"/>
          <a:srcRect l="36659" r="15238" b="-1"/>
          <a:stretch/>
        </p:blipFill>
        <p:spPr>
          <a:xfrm>
            <a:off x="7675658" y="2093976"/>
            <a:ext cx="3941064" cy="4096512"/>
          </a:xfrm>
          <a:prstGeom prst="rect">
            <a:avLst/>
          </a:prstGeom>
        </p:spPr>
      </p:pic>
    </p:spTree>
    <p:extLst>
      <p:ext uri="{BB962C8B-B14F-4D97-AF65-F5344CB8AC3E}">
        <p14:creationId xmlns:p14="http://schemas.microsoft.com/office/powerpoint/2010/main" val="32072686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94093EF-D6F5-3FB4-E530-52AB8D09D7E3}"/>
              </a:ext>
            </a:extLst>
          </p:cNvPr>
          <p:cNvSpPr>
            <a:spLocks noGrp="1"/>
          </p:cNvSpPr>
          <p:nvPr>
            <p:ph type="title"/>
          </p:nvPr>
        </p:nvSpPr>
        <p:spPr>
          <a:xfrm>
            <a:off x="572493" y="238539"/>
            <a:ext cx="11018520" cy="1434415"/>
          </a:xfrm>
        </p:spPr>
        <p:txBody>
          <a:bodyPr anchor="b">
            <a:normAutofit/>
          </a:bodyPr>
          <a:lstStyle/>
          <a:p>
            <a:r>
              <a:rPr lang="fr-FR" sz="5400"/>
              <a:t>3. Violences matérielles et financières</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BF0D9A6E-8BF4-9CE8-C812-861C32673E6F}"/>
              </a:ext>
            </a:extLst>
          </p:cNvPr>
          <p:cNvSpPr>
            <a:spLocks noGrp="1"/>
          </p:cNvSpPr>
          <p:nvPr>
            <p:ph idx="1"/>
          </p:nvPr>
        </p:nvSpPr>
        <p:spPr>
          <a:xfrm>
            <a:off x="572493" y="2071316"/>
            <a:ext cx="6713552" cy="4119172"/>
          </a:xfrm>
        </p:spPr>
        <p:txBody>
          <a:bodyPr vert="horz" lIns="91440" tIns="45720" rIns="91440" bIns="45720" rtlCol="0" anchor="t">
            <a:normAutofit/>
          </a:bodyPr>
          <a:lstStyle/>
          <a:p>
            <a:pPr marL="0" indent="0">
              <a:buNone/>
            </a:pPr>
            <a:r>
              <a:rPr lang="fr-FR" sz="2200" dirty="0"/>
              <a:t>Ces violences concernent l'usage abusif, détourné ou non autorisé des biens ou des ressources financières d'une personne.</a:t>
            </a:r>
          </a:p>
          <a:p>
            <a:pPr marL="0" indent="0">
              <a:buNone/>
            </a:pPr>
            <a:r>
              <a:rPr lang="fr-FR" sz="2200" dirty="0"/>
              <a:t>Exemples : vol, détournement d'argent, usage non autorisé d'une carte bancaire, destruction ou appropriation de biens personnels, ou encore pression pour signer des documents financiers ou légaux.</a:t>
            </a:r>
          </a:p>
          <a:p>
            <a:pPr marL="0" indent="0">
              <a:buNone/>
            </a:pPr>
            <a:r>
              <a:rPr lang="fr-FR" sz="2200" dirty="0"/>
              <a:t>Prévention : instaurer une transparence dans la gestion des finances ou des biens du bénéficiaire, sensibiliser les professionnels à l'importance de la confiance et alerter les supérieurs en cas de comportement suspect.</a:t>
            </a:r>
          </a:p>
        </p:txBody>
      </p:sp>
      <p:pic>
        <p:nvPicPr>
          <p:cNvPr id="4" name="Image 3" descr="Violence financière dans le couple : comment s'en protéger ? - Doctissimo">
            <a:extLst>
              <a:ext uri="{FF2B5EF4-FFF2-40B4-BE49-F238E27FC236}">
                <a16:creationId xmlns:a16="http://schemas.microsoft.com/office/drawing/2014/main" id="{26739DD9-3733-40C6-950E-8DF214F8126C}"/>
              </a:ext>
            </a:extLst>
          </p:cNvPr>
          <p:cNvPicPr>
            <a:picLocks noChangeAspect="1"/>
          </p:cNvPicPr>
          <p:nvPr/>
        </p:nvPicPr>
        <p:blipFill>
          <a:blip r:embed="rId2"/>
          <a:srcRect l="22726" r="4842" b="1"/>
          <a:stretch/>
        </p:blipFill>
        <p:spPr>
          <a:xfrm>
            <a:off x="7675658" y="2093976"/>
            <a:ext cx="3941064" cy="4096512"/>
          </a:xfrm>
          <a:prstGeom prst="rect">
            <a:avLst/>
          </a:prstGeom>
        </p:spPr>
      </p:pic>
    </p:spTree>
    <p:extLst>
      <p:ext uri="{BB962C8B-B14F-4D97-AF65-F5344CB8AC3E}">
        <p14:creationId xmlns:p14="http://schemas.microsoft.com/office/powerpoint/2010/main" val="10758032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11F6C8E4-9382-1B5E-BB71-52B3D4070635}"/>
              </a:ext>
            </a:extLst>
          </p:cNvPr>
          <p:cNvSpPr>
            <a:spLocks noGrp="1"/>
          </p:cNvSpPr>
          <p:nvPr>
            <p:ph type="title"/>
          </p:nvPr>
        </p:nvSpPr>
        <p:spPr>
          <a:xfrm>
            <a:off x="572493" y="238539"/>
            <a:ext cx="11018520" cy="1434415"/>
          </a:xfrm>
        </p:spPr>
        <p:txBody>
          <a:bodyPr anchor="b">
            <a:normAutofit/>
          </a:bodyPr>
          <a:lstStyle/>
          <a:p>
            <a:r>
              <a:rPr lang="fr-FR" sz="4600" b="1"/>
              <a:t>4. Violences médicales ou médicamenteuses</a:t>
            </a:r>
            <a:br>
              <a:rPr lang="fr-FR" sz="4600" b="1"/>
            </a:br>
            <a:endParaRPr lang="fr-FR" sz="460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DF1F31AF-73FB-4841-F1AA-58368CC5F957}"/>
              </a:ext>
            </a:extLst>
          </p:cNvPr>
          <p:cNvSpPr>
            <a:spLocks noGrp="1"/>
          </p:cNvSpPr>
          <p:nvPr>
            <p:ph idx="1"/>
          </p:nvPr>
        </p:nvSpPr>
        <p:spPr>
          <a:xfrm>
            <a:off x="572493" y="2071316"/>
            <a:ext cx="6713552" cy="4119172"/>
          </a:xfrm>
        </p:spPr>
        <p:txBody>
          <a:bodyPr anchor="t">
            <a:normAutofit/>
          </a:bodyPr>
          <a:lstStyle/>
          <a:p>
            <a:r>
              <a:rPr lang="fr-FR" sz="2200"/>
              <a:t>Ces violences découlent d'un usage inapproprié ou abusif de traitements médicaux, médicamenteux ou de soins. </a:t>
            </a:r>
            <a:br>
              <a:rPr lang="fr-FR" sz="2200"/>
            </a:br>
            <a:r>
              <a:rPr lang="fr-FR" sz="2200" b="1"/>
              <a:t>Exemples :</a:t>
            </a:r>
            <a:r>
              <a:rPr lang="fr-FR" sz="2200"/>
              <a:t> administration excessive ou insuffisante de médicaments, utilisation de traitements sans consentement, refus de prise en charge de la douleur, ou encore non-respect des prescriptions médicales. </a:t>
            </a:r>
            <a:br>
              <a:rPr lang="fr-FR" sz="2200"/>
            </a:br>
            <a:r>
              <a:rPr lang="fr-FR" sz="2200" b="1"/>
              <a:t>Prévention :</a:t>
            </a:r>
            <a:r>
              <a:rPr lang="fr-FR" sz="2200"/>
              <a:t> veiller à une application stricte des prescriptions médicales, sensibiliser les professionnels à l'importance du consentement du bénéficiaire, et signaler tout dysfonctionnement dans la gestion des soins.</a:t>
            </a:r>
          </a:p>
          <a:p>
            <a:endParaRPr lang="fr-FR" sz="2200"/>
          </a:p>
        </p:txBody>
      </p:sp>
      <p:pic>
        <p:nvPicPr>
          <p:cNvPr id="4" name="Image 3" descr="Traitements médicamenteux - Planete sante">
            <a:extLst>
              <a:ext uri="{FF2B5EF4-FFF2-40B4-BE49-F238E27FC236}">
                <a16:creationId xmlns:a16="http://schemas.microsoft.com/office/drawing/2014/main" id="{0B256D72-3158-467A-1FB8-4E775852C010}"/>
              </a:ext>
            </a:extLst>
          </p:cNvPr>
          <p:cNvPicPr>
            <a:picLocks noChangeAspect="1"/>
          </p:cNvPicPr>
          <p:nvPr/>
        </p:nvPicPr>
        <p:blipFill>
          <a:blip r:embed="rId2"/>
          <a:srcRect l="15361" r="20618" b="-1"/>
          <a:stretch/>
        </p:blipFill>
        <p:spPr>
          <a:xfrm>
            <a:off x="7675658" y="2093976"/>
            <a:ext cx="3941064" cy="4096512"/>
          </a:xfrm>
          <a:prstGeom prst="rect">
            <a:avLst/>
          </a:prstGeom>
        </p:spPr>
      </p:pic>
    </p:spTree>
    <p:extLst>
      <p:ext uri="{BB962C8B-B14F-4D97-AF65-F5344CB8AC3E}">
        <p14:creationId xmlns:p14="http://schemas.microsoft.com/office/powerpoint/2010/main" val="15643215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C9E3B432-5974-E0F9-754D-A2120844B3C0}"/>
              </a:ext>
            </a:extLst>
          </p:cNvPr>
          <p:cNvSpPr>
            <a:spLocks noGrp="1"/>
          </p:cNvSpPr>
          <p:nvPr>
            <p:ph type="title"/>
          </p:nvPr>
        </p:nvSpPr>
        <p:spPr>
          <a:xfrm>
            <a:off x="838200" y="365125"/>
            <a:ext cx="10515600" cy="1325563"/>
          </a:xfrm>
        </p:spPr>
        <p:txBody>
          <a:bodyPr>
            <a:normAutofit/>
          </a:bodyPr>
          <a:lstStyle/>
          <a:p>
            <a:r>
              <a:rPr lang="fr-FR" sz="4200" b="1"/>
              <a:t>5. Négligences actives</a:t>
            </a:r>
            <a:br>
              <a:rPr lang="fr-FR" sz="4200" b="1"/>
            </a:br>
            <a:endParaRPr lang="fr-FR" sz="42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6C3D8D16-B2AE-13FE-F9B7-1CD5BD7CC591}"/>
              </a:ext>
            </a:extLst>
          </p:cNvPr>
          <p:cNvSpPr>
            <a:spLocks noGrp="1"/>
          </p:cNvSpPr>
          <p:nvPr>
            <p:ph idx="1"/>
          </p:nvPr>
        </p:nvSpPr>
        <p:spPr>
          <a:xfrm>
            <a:off x="838200" y="1929384"/>
            <a:ext cx="10515600" cy="4251960"/>
          </a:xfrm>
        </p:spPr>
        <p:txBody>
          <a:bodyPr vert="horz" lIns="91440" tIns="45720" rIns="91440" bIns="45720" rtlCol="0" anchor="t">
            <a:normAutofit/>
          </a:bodyPr>
          <a:lstStyle/>
          <a:p>
            <a:r>
              <a:rPr lang="fr-FR" sz="2200" dirty="0"/>
              <a:t>La négligence active se traduit par un refus volontaire ou une omission consciencieuse de répondre aux besoins fondamentaux d'une personne. </a:t>
            </a:r>
            <a:endParaRPr lang="fr-FR" dirty="0"/>
          </a:p>
          <a:p>
            <a:br>
              <a:rPr lang="fr-FR" sz="2200" dirty="0"/>
            </a:br>
            <a:r>
              <a:rPr lang="fr-FR" sz="2200" b="1" dirty="0"/>
              <a:t>Exemples :</a:t>
            </a:r>
            <a:r>
              <a:rPr lang="fr-FR" sz="2200" dirty="0"/>
              <a:t> ne pas fournir les repas nécessaires, refuser de réaliser une toilette, priver la personne d'assistance pour se déplacer, ou la laisser seule en situation de danger. </a:t>
            </a:r>
            <a:endParaRPr lang="fr-FR" dirty="0"/>
          </a:p>
          <a:p>
            <a:r>
              <a:rPr lang="fr-FR" sz="2200" b="1" dirty="0"/>
              <a:t>Prévention :</a:t>
            </a:r>
            <a:r>
              <a:rPr lang="fr-FR" sz="2200" dirty="0"/>
              <a:t> former les intervenants à reconnaître les signes de négligence, rappeler leurs responsabilités professionnelles, et mettre en place des contrôles réguliers pour garantir la qualité des services.</a:t>
            </a:r>
            <a:endParaRPr lang="fr-FR">
              <a:ea typeface="Calibri"/>
              <a:cs typeface="Calibri"/>
            </a:endParaRPr>
          </a:p>
          <a:p>
            <a:endParaRPr lang="fr-FR" sz="2200"/>
          </a:p>
        </p:txBody>
      </p:sp>
    </p:spTree>
    <p:extLst>
      <p:ext uri="{BB962C8B-B14F-4D97-AF65-F5344CB8AC3E}">
        <p14:creationId xmlns:p14="http://schemas.microsoft.com/office/powerpoint/2010/main" val="1313798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35FE5C0-9117-8FDE-C6E1-60041946D612}"/>
              </a:ext>
            </a:extLst>
          </p:cNvPr>
          <p:cNvSpPr>
            <a:spLocks noGrp="1"/>
          </p:cNvSpPr>
          <p:nvPr>
            <p:ph type="title"/>
          </p:nvPr>
        </p:nvSpPr>
        <p:spPr>
          <a:xfrm>
            <a:off x="572493" y="238539"/>
            <a:ext cx="11018520" cy="1434415"/>
          </a:xfrm>
        </p:spPr>
        <p:txBody>
          <a:bodyPr anchor="b">
            <a:normAutofit/>
          </a:bodyPr>
          <a:lstStyle/>
          <a:p>
            <a:r>
              <a:rPr lang="fr-FR" sz="4600" b="1"/>
              <a:t>6. Privation ou violation de droits</a:t>
            </a:r>
            <a:br>
              <a:rPr lang="fr-FR" sz="4600" b="1"/>
            </a:br>
            <a:endParaRPr lang="fr-FR" sz="460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11276C20-BAD6-8281-26A9-9A6518042FA0}"/>
              </a:ext>
            </a:extLst>
          </p:cNvPr>
          <p:cNvSpPr>
            <a:spLocks noGrp="1"/>
          </p:cNvSpPr>
          <p:nvPr>
            <p:ph idx="1"/>
          </p:nvPr>
        </p:nvSpPr>
        <p:spPr>
          <a:xfrm>
            <a:off x="572493" y="2071316"/>
            <a:ext cx="6713552" cy="4119172"/>
          </a:xfrm>
        </p:spPr>
        <p:txBody>
          <a:bodyPr anchor="t">
            <a:normAutofit/>
          </a:bodyPr>
          <a:lstStyle/>
          <a:p>
            <a:r>
              <a:rPr lang="fr-FR" sz="2200"/>
              <a:t>Cela englobe toute action ou inaction qui entrave ou prive une personne de ses droits fondamentaux. </a:t>
            </a:r>
            <a:br>
              <a:rPr lang="fr-FR" sz="2200"/>
            </a:br>
            <a:r>
              <a:rPr lang="fr-FR" sz="2200" b="1"/>
              <a:t>Exemples :</a:t>
            </a:r>
            <a:r>
              <a:rPr lang="fr-FR" sz="2200"/>
              <a:t> empêcher la personne de s'exprimer, limiter ses contacts avec ses proches, restreindre sa liberté de circulation, ou refuser de lui donner accès à ses documents personnels (carte d'identité, courrier, etc.). </a:t>
            </a:r>
            <a:br>
              <a:rPr lang="fr-FR" sz="2200"/>
            </a:br>
            <a:r>
              <a:rPr lang="fr-FR" sz="2200" b="1"/>
              <a:t>Prévention :</a:t>
            </a:r>
            <a:r>
              <a:rPr lang="fr-FR" sz="2200"/>
              <a:t> promouvoir une approche centrale sur les droits et libertés de la personne, respectant les cadres légaux en vigueur, et encourager l'autonomie et l'inclusion des bénéficiaires dans les décisions qui les concernent.</a:t>
            </a:r>
          </a:p>
          <a:p>
            <a:endParaRPr lang="fr-FR" sz="2200"/>
          </a:p>
        </p:txBody>
      </p:sp>
      <p:pic>
        <p:nvPicPr>
          <p:cNvPr id="4" name="Image 3" descr="La lutte contre les violences faites aux femmes : état des lieux |  vie-publique.fr">
            <a:extLst>
              <a:ext uri="{FF2B5EF4-FFF2-40B4-BE49-F238E27FC236}">
                <a16:creationId xmlns:a16="http://schemas.microsoft.com/office/drawing/2014/main" id="{A325A6F2-40FB-FB2E-DF8A-F8E0EA5F3713}"/>
              </a:ext>
            </a:extLst>
          </p:cNvPr>
          <p:cNvPicPr>
            <a:picLocks noChangeAspect="1"/>
          </p:cNvPicPr>
          <p:nvPr/>
        </p:nvPicPr>
        <p:blipFill>
          <a:blip r:embed="rId2"/>
          <a:srcRect l="16750" r="30544" b="1"/>
          <a:stretch/>
        </p:blipFill>
        <p:spPr>
          <a:xfrm>
            <a:off x="7675658" y="2093976"/>
            <a:ext cx="3941064" cy="4096512"/>
          </a:xfrm>
          <a:prstGeom prst="rect">
            <a:avLst/>
          </a:prstGeom>
        </p:spPr>
      </p:pic>
    </p:spTree>
    <p:extLst>
      <p:ext uri="{BB962C8B-B14F-4D97-AF65-F5344CB8AC3E}">
        <p14:creationId xmlns:p14="http://schemas.microsoft.com/office/powerpoint/2010/main" val="13121530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C7C8577-C4F0-0115-A336-C27133CDBADD}"/>
              </a:ext>
            </a:extLst>
          </p:cNvPr>
          <p:cNvSpPr>
            <a:spLocks noGrp="1"/>
          </p:cNvSpPr>
          <p:nvPr>
            <p:ph type="title"/>
          </p:nvPr>
        </p:nvSpPr>
        <p:spPr>
          <a:xfrm>
            <a:off x="640080" y="325369"/>
            <a:ext cx="4368602" cy="1956841"/>
          </a:xfrm>
        </p:spPr>
        <p:txBody>
          <a:bodyPr anchor="b">
            <a:normAutofit/>
          </a:bodyPr>
          <a:lstStyle/>
          <a:p>
            <a:r>
              <a:rPr lang="fr-FR" sz="4200" b="1"/>
              <a:t>Conclusion : Prévenir et agir</a:t>
            </a:r>
            <a:br>
              <a:rPr lang="fr-FR" sz="4200" b="1"/>
            </a:br>
            <a:endParaRPr lang="fr-FR" sz="4200"/>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392E2487-BE9D-7178-25EB-32C58FA0326B}"/>
              </a:ext>
            </a:extLst>
          </p:cNvPr>
          <p:cNvSpPr>
            <a:spLocks noGrp="1"/>
          </p:cNvSpPr>
          <p:nvPr>
            <p:ph idx="1"/>
          </p:nvPr>
        </p:nvSpPr>
        <p:spPr>
          <a:xfrm>
            <a:off x="640080" y="2872899"/>
            <a:ext cx="4243589" cy="3320668"/>
          </a:xfrm>
        </p:spPr>
        <p:txBody>
          <a:bodyPr>
            <a:normAutofit lnSpcReduction="10000"/>
          </a:bodyPr>
          <a:lstStyle/>
          <a:p>
            <a:pPr marL="0" indent="0">
              <a:buNone/>
            </a:pPr>
            <a:r>
              <a:rPr lang="fr-FR" sz="2000" dirty="0"/>
              <a:t>Assimiler ces six formes de violence permet aux professionnels de mieux identifier les situations à risque, d'intervenir rapidement et de contribuer à un environnement bienveillant et respectueux pour les bénéficiaires. </a:t>
            </a:r>
          </a:p>
          <a:p>
            <a:pPr marL="0" indent="0">
              <a:buNone/>
            </a:pPr>
            <a:r>
              <a:rPr lang="fr-FR" sz="2000" dirty="0"/>
              <a:t>La prévention passe par la sensibilisation, la formation continue et la mise en place de protocoles adaptés pour protéger les personnes vulnérables.</a:t>
            </a:r>
          </a:p>
          <a:p>
            <a:endParaRPr lang="fr-FR" sz="2000" dirty="0"/>
          </a:p>
        </p:txBody>
      </p:sp>
      <p:pic>
        <p:nvPicPr>
          <p:cNvPr id="5" name="Picture 4" descr="Figures sculptées en couleur d’humains">
            <a:extLst>
              <a:ext uri="{FF2B5EF4-FFF2-40B4-BE49-F238E27FC236}">
                <a16:creationId xmlns:a16="http://schemas.microsoft.com/office/drawing/2014/main" id="{97B01C45-8D5F-EA36-8C7E-BA8B0B213AED}"/>
              </a:ext>
            </a:extLst>
          </p:cNvPr>
          <p:cNvPicPr>
            <a:picLocks noChangeAspect="1"/>
          </p:cNvPicPr>
          <p:nvPr/>
        </p:nvPicPr>
        <p:blipFill>
          <a:blip r:embed="rId2"/>
          <a:srcRect l="14675" r="13862" b="-10"/>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7061712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E60ADAF-F551-AC24-B6C4-EE9508CF3B32}"/>
              </a:ext>
            </a:extLst>
          </p:cNvPr>
          <p:cNvSpPr>
            <a:spLocks noGrp="1"/>
          </p:cNvSpPr>
          <p:nvPr>
            <p:ph type="title"/>
          </p:nvPr>
        </p:nvSpPr>
        <p:spPr>
          <a:xfrm>
            <a:off x="5297762" y="329184"/>
            <a:ext cx="6251110" cy="1783080"/>
          </a:xfrm>
        </p:spPr>
        <p:txBody>
          <a:bodyPr anchor="b">
            <a:normAutofit/>
          </a:bodyPr>
          <a:lstStyle/>
          <a:p>
            <a:r>
              <a:rPr lang="fr-FR" sz="3400" b="1" kern="100" dirty="0">
                <a:effectLst/>
                <a:latin typeface="Calibri" panose="020F0502020204030204" pitchFamily="34" charset="0"/>
                <a:ea typeface="Calibri" panose="020F0502020204030204" pitchFamily="34" charset="0"/>
                <a:cs typeface="Times New Roman" panose="02020603050405020304" pitchFamily="18" charset="0"/>
              </a:rPr>
              <a:t>Identifier les principes de l'action et assurer leur déploiement </a:t>
            </a:r>
            <a:br>
              <a:rPr lang="fr-FR" sz="3400" kern="100" dirty="0">
                <a:effectLst/>
                <a:latin typeface="Calibri" panose="020F0502020204030204" pitchFamily="34" charset="0"/>
                <a:ea typeface="Calibri" panose="020F0502020204030204" pitchFamily="34" charset="0"/>
                <a:cs typeface="Times New Roman" panose="02020603050405020304" pitchFamily="18" charset="0"/>
              </a:rPr>
            </a:br>
            <a:endParaRPr lang="fr-FR" sz="3400" dirty="0"/>
          </a:p>
        </p:txBody>
      </p:sp>
      <p:pic>
        <p:nvPicPr>
          <p:cNvPr id="5" name="Picture 4" descr="Deux personnes se tenant la main">
            <a:extLst>
              <a:ext uri="{FF2B5EF4-FFF2-40B4-BE49-F238E27FC236}">
                <a16:creationId xmlns:a16="http://schemas.microsoft.com/office/drawing/2014/main" id="{68DFC48D-9DBF-FCD1-C944-F3E2748C2D71}"/>
              </a:ext>
            </a:extLst>
          </p:cNvPr>
          <p:cNvPicPr>
            <a:picLocks noChangeAspect="1"/>
          </p:cNvPicPr>
          <p:nvPr/>
        </p:nvPicPr>
        <p:blipFill>
          <a:blip r:embed="rId2"/>
          <a:srcRect l="24165" r="30570" b="-3"/>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CE6E882D-4B47-9B97-AAD0-C30F7C8FE04D}"/>
              </a:ext>
            </a:extLst>
          </p:cNvPr>
          <p:cNvSpPr>
            <a:spLocks noGrp="1"/>
          </p:cNvSpPr>
          <p:nvPr>
            <p:ph idx="1"/>
          </p:nvPr>
        </p:nvSpPr>
        <p:spPr>
          <a:xfrm>
            <a:off x="5297762" y="3291840"/>
            <a:ext cx="6571150" cy="3483864"/>
          </a:xfrm>
        </p:spPr>
        <p:txBody>
          <a:bodyPr vert="horz" lIns="91440" tIns="45720" rIns="91440" bIns="45720" rtlCol="0">
            <a:normAutofit/>
          </a:bodyPr>
          <a:lstStyle/>
          <a:p>
            <a:pPr marL="0" indent="0" algn="just">
              <a:buNone/>
            </a:pPr>
            <a:r>
              <a:rPr lang="fr-FR" sz="2200" dirty="0"/>
              <a:t>- Elle repose sur des principes fondamentaux qui guident les professionnels au quotidien. </a:t>
            </a:r>
          </a:p>
          <a:p>
            <a:pPr marL="0" indent="0" algn="just">
              <a:buNone/>
            </a:pPr>
            <a:endParaRPr lang="fr-FR" sz="2200" dirty="0"/>
          </a:p>
          <a:p>
            <a:pPr marL="0" indent="0" algn="just">
              <a:buNone/>
            </a:pPr>
            <a:r>
              <a:rPr lang="fr-FR" sz="2200" dirty="0"/>
              <a:t>- Elles assurent une relation respectueuse et bienveillante tout en garantissant un accompagnement de qualité.</a:t>
            </a:r>
          </a:p>
          <a:p>
            <a:endParaRPr lang="fr-FR" sz="2200" dirty="0"/>
          </a:p>
        </p:txBody>
      </p:sp>
    </p:spTree>
    <p:extLst>
      <p:ext uri="{BB962C8B-B14F-4D97-AF65-F5344CB8AC3E}">
        <p14:creationId xmlns:p14="http://schemas.microsoft.com/office/powerpoint/2010/main" val="38723406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D00230D-4BF9-5F24-5DDA-F0AD38C11A7B}"/>
              </a:ext>
            </a:extLst>
          </p:cNvPr>
          <p:cNvSpPr>
            <a:spLocks noGrp="1"/>
          </p:cNvSpPr>
          <p:nvPr>
            <p:ph type="title"/>
          </p:nvPr>
        </p:nvSpPr>
        <p:spPr>
          <a:xfrm>
            <a:off x="5297762" y="329184"/>
            <a:ext cx="6251110" cy="1783080"/>
          </a:xfrm>
        </p:spPr>
        <p:txBody>
          <a:bodyPr anchor="b">
            <a:normAutofit/>
          </a:bodyPr>
          <a:lstStyle/>
          <a:p>
            <a:r>
              <a:rPr lang="fr-FR" sz="3800" b="1"/>
              <a:t>1. Respect de la dignité humaine</a:t>
            </a:r>
            <a:br>
              <a:rPr lang="fr-FR" sz="3800" b="1"/>
            </a:br>
            <a:endParaRPr lang="fr-FR" sz="3800"/>
          </a:p>
        </p:txBody>
      </p:sp>
      <p:pic>
        <p:nvPicPr>
          <p:cNvPr id="5" name="Picture 4" descr="Des mains allant vers l’avant">
            <a:extLst>
              <a:ext uri="{FF2B5EF4-FFF2-40B4-BE49-F238E27FC236}">
                <a16:creationId xmlns:a16="http://schemas.microsoft.com/office/drawing/2014/main" id="{1472AEDA-4D3C-614D-62C2-E4AF18EC7869}"/>
              </a:ext>
            </a:extLst>
          </p:cNvPr>
          <p:cNvPicPr>
            <a:picLocks noChangeAspect="1"/>
          </p:cNvPicPr>
          <p:nvPr/>
        </p:nvPicPr>
        <p:blipFill>
          <a:blip r:embed="rId2"/>
          <a:srcRect l="13761" r="28506" b="55"/>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921FA4F4-DB49-397E-57B7-4F2FCBF9B9B3}"/>
              </a:ext>
            </a:extLst>
          </p:cNvPr>
          <p:cNvSpPr>
            <a:spLocks noGrp="1"/>
          </p:cNvSpPr>
          <p:nvPr>
            <p:ph idx="1"/>
          </p:nvPr>
        </p:nvSpPr>
        <p:spPr>
          <a:xfrm>
            <a:off x="5297762" y="2706624"/>
            <a:ext cx="6251110" cy="3483864"/>
          </a:xfrm>
        </p:spPr>
        <p:txBody>
          <a:bodyPr>
            <a:normAutofit/>
          </a:bodyPr>
          <a:lstStyle/>
          <a:p>
            <a:pPr marL="0" indent="0">
              <a:buNone/>
            </a:pPr>
            <a:r>
              <a:rPr lang="fr-FR" sz="2200" b="1" dirty="0"/>
              <a:t>Principe</a:t>
            </a:r>
            <a:r>
              <a:rPr lang="fr-FR" sz="2200" dirty="0"/>
              <a:t> : Chaque personne, quel que soit son état de dépendance ou sa situation, doit être traitée avec respect et considération.</a:t>
            </a:r>
          </a:p>
          <a:p>
            <a:pPr>
              <a:buFont typeface="Arial" panose="020B0604020202020204" pitchFamily="34" charset="0"/>
              <a:buChar char="•"/>
            </a:pPr>
            <a:r>
              <a:rPr lang="fr-FR" sz="2200" b="1" dirty="0"/>
              <a:t>Mise en œuvre</a:t>
            </a:r>
            <a:r>
              <a:rPr lang="fr-FR" sz="2200" dirty="0"/>
              <a:t> :</a:t>
            </a:r>
          </a:p>
          <a:p>
            <a:pPr marL="457200" lvl="1" indent="0">
              <a:buNone/>
            </a:pPr>
            <a:r>
              <a:rPr lang="fr-FR" sz="2200" dirty="0"/>
              <a:t>1- Adapter les gestes et les paroles pour respecter les choix, les habitudes et les valeurs des bénéficiaires.</a:t>
            </a:r>
          </a:p>
          <a:p>
            <a:pPr marL="457200" lvl="1" indent="0">
              <a:buNone/>
            </a:pPr>
            <a:r>
              <a:rPr lang="fr-FR" sz="2200" dirty="0"/>
              <a:t>2- Assurer un environnement propice à préserver l'intimité (fermer les portes pendant les soins, demander l'accord avant une intervention).</a:t>
            </a:r>
          </a:p>
          <a:p>
            <a:endParaRPr lang="fr-FR" sz="2200" dirty="0"/>
          </a:p>
        </p:txBody>
      </p:sp>
    </p:spTree>
    <p:extLst>
      <p:ext uri="{BB962C8B-B14F-4D97-AF65-F5344CB8AC3E}">
        <p14:creationId xmlns:p14="http://schemas.microsoft.com/office/powerpoint/2010/main" val="21705208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88DB41B-40D0-2180-2B1C-ADF474FE840D}"/>
              </a:ext>
            </a:extLst>
          </p:cNvPr>
          <p:cNvSpPr>
            <a:spLocks noGrp="1"/>
          </p:cNvSpPr>
          <p:nvPr>
            <p:ph type="title"/>
          </p:nvPr>
        </p:nvSpPr>
        <p:spPr>
          <a:xfrm>
            <a:off x="838200" y="365125"/>
            <a:ext cx="10515600" cy="1325563"/>
          </a:xfrm>
        </p:spPr>
        <p:txBody>
          <a:bodyPr>
            <a:normAutofit/>
          </a:bodyPr>
          <a:lstStyle/>
          <a:p>
            <a:r>
              <a:rPr lang="fr-FR" sz="4200" b="1"/>
              <a:t>2. Prise en compte des besoins individuels</a:t>
            </a:r>
            <a:br>
              <a:rPr lang="fr-FR" sz="4200" b="1"/>
            </a:br>
            <a:endParaRPr lang="fr-FR" sz="4200"/>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Espace réservé du contenu 2">
            <a:extLst>
              <a:ext uri="{FF2B5EF4-FFF2-40B4-BE49-F238E27FC236}">
                <a16:creationId xmlns:a16="http://schemas.microsoft.com/office/drawing/2014/main" id="{18D9B05F-02A9-A413-46A6-2CCBC76904F8}"/>
              </a:ext>
            </a:extLst>
          </p:cNvPr>
          <p:cNvGraphicFramePr>
            <a:graphicFrameLocks noGrp="1"/>
          </p:cNvGraphicFramePr>
          <p:nvPr>
            <p:ph idx="1"/>
            <p:extLst>
              <p:ext uri="{D42A27DB-BD31-4B8C-83A1-F6EECF244321}">
                <p14:modId xmlns:p14="http://schemas.microsoft.com/office/powerpoint/2010/main" val="3350929581"/>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391724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E791CA3-727E-FF88-D645-F6835C4A7031}"/>
              </a:ext>
            </a:extLst>
          </p:cNvPr>
          <p:cNvSpPr>
            <a:spLocks noGrp="1"/>
          </p:cNvSpPr>
          <p:nvPr>
            <p:ph type="title"/>
          </p:nvPr>
        </p:nvSpPr>
        <p:spPr>
          <a:xfrm>
            <a:off x="572493" y="238539"/>
            <a:ext cx="11018520" cy="1434415"/>
          </a:xfrm>
        </p:spPr>
        <p:txBody>
          <a:bodyPr anchor="b">
            <a:normAutofit/>
          </a:bodyPr>
          <a:lstStyle/>
          <a:p>
            <a:r>
              <a:rPr lang="fr-FR" sz="4600" b="1"/>
              <a:t>3. Promotion de l'autonomie</a:t>
            </a:r>
            <a:br>
              <a:rPr lang="fr-FR" sz="4600" b="1"/>
            </a:br>
            <a:endParaRPr lang="fr-FR" sz="460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C54AC3BF-6021-AC09-F29B-60DE72C8CD7B}"/>
              </a:ext>
            </a:extLst>
          </p:cNvPr>
          <p:cNvSpPr>
            <a:spLocks noGrp="1"/>
          </p:cNvSpPr>
          <p:nvPr>
            <p:ph idx="1"/>
          </p:nvPr>
        </p:nvSpPr>
        <p:spPr>
          <a:xfrm>
            <a:off x="572493" y="2071316"/>
            <a:ext cx="6713552" cy="4119172"/>
          </a:xfrm>
        </p:spPr>
        <p:txBody>
          <a:bodyPr anchor="t">
            <a:normAutofit/>
          </a:bodyPr>
          <a:lstStyle/>
          <a:p>
            <a:pPr marL="0" indent="0">
              <a:buNone/>
            </a:pPr>
            <a:r>
              <a:rPr lang="fr-FR" sz="2200" b="1" dirty="0"/>
              <a:t>Principe</a:t>
            </a:r>
            <a:r>
              <a:rPr lang="fr-FR" sz="2200" dirty="0"/>
              <a:t> : Encourager la personne à maintenir ou retrouver son autonomie dans la mesure de ses capacités.</a:t>
            </a:r>
          </a:p>
          <a:p>
            <a:pPr>
              <a:buFont typeface="Arial" panose="020B0604020202020204" pitchFamily="34" charset="0"/>
              <a:buChar char="•"/>
            </a:pPr>
            <a:r>
              <a:rPr lang="fr-FR" sz="2200" b="1" dirty="0"/>
              <a:t>Mise en </a:t>
            </a:r>
            <a:r>
              <a:rPr lang="fr-FR" sz="2200" b="1" dirty="0" err="1"/>
              <a:t>oeuvre</a:t>
            </a:r>
            <a:r>
              <a:rPr lang="fr-FR" sz="2200" dirty="0"/>
              <a:t> :</a:t>
            </a:r>
          </a:p>
          <a:p>
            <a:pPr marL="742950" lvl="1" indent="-285750">
              <a:buFont typeface="Arial" panose="020B0604020202020204" pitchFamily="34" charset="0"/>
              <a:buChar char="•"/>
            </a:pPr>
            <a:r>
              <a:rPr lang="fr-FR" sz="2200" dirty="0"/>
              <a:t>Proposer des activités ou des gestes qui permettent la participation du bénéficiaire, même partielle.</a:t>
            </a:r>
          </a:p>
          <a:p>
            <a:pPr marL="742950" lvl="1" indent="-285750">
              <a:buFont typeface="Arial" panose="020B0604020202020204" pitchFamily="34" charset="0"/>
              <a:buChar char="•"/>
            </a:pPr>
            <a:r>
              <a:rPr lang="fr-FR" sz="2200" dirty="0"/>
              <a:t>Valoriser les compétences et capacités résiduelles de la personne en l'impliquant dans les décisions qui la concernent.</a:t>
            </a:r>
          </a:p>
          <a:p>
            <a:pPr marL="457200" lvl="1" indent="0">
              <a:buNone/>
            </a:pPr>
            <a:br>
              <a:rPr lang="fr-FR" sz="2200" dirty="0"/>
            </a:br>
            <a:r>
              <a:rPr lang="fr-FR" sz="2200" dirty="0">
                <a:hlinkClick r:id="rId2"/>
              </a:rPr>
              <a:t>https://www.youtube.com/watch?v=Q-4sc6MubhU</a:t>
            </a:r>
            <a:endParaRPr lang="fr-FR" sz="2200" dirty="0"/>
          </a:p>
          <a:p>
            <a:pPr marL="742950" lvl="1" indent="-285750">
              <a:buFont typeface="Arial" panose="020B0604020202020204" pitchFamily="34" charset="0"/>
              <a:buChar char="•"/>
            </a:pPr>
            <a:endParaRPr lang="fr-FR" sz="2200" dirty="0"/>
          </a:p>
          <a:p>
            <a:endParaRPr lang="fr-FR" sz="2200" dirty="0"/>
          </a:p>
        </p:txBody>
      </p:sp>
      <p:pic>
        <p:nvPicPr>
          <p:cNvPr id="4" name="Image 3" descr="Services d'aide à domicile à Calais : qualité et autonomie">
            <a:extLst>
              <a:ext uri="{FF2B5EF4-FFF2-40B4-BE49-F238E27FC236}">
                <a16:creationId xmlns:a16="http://schemas.microsoft.com/office/drawing/2014/main" id="{FD25A544-647F-AE85-F5DB-44C4331C5685}"/>
              </a:ext>
            </a:extLst>
          </p:cNvPr>
          <p:cNvPicPr>
            <a:picLocks noChangeAspect="1"/>
          </p:cNvPicPr>
          <p:nvPr/>
        </p:nvPicPr>
        <p:blipFill>
          <a:blip r:embed="rId3"/>
          <a:srcRect l="7889" r="28090" b="-1"/>
          <a:stretch/>
        </p:blipFill>
        <p:spPr>
          <a:xfrm>
            <a:off x="7675658" y="2093976"/>
            <a:ext cx="3941064" cy="4096512"/>
          </a:xfrm>
          <a:prstGeom prst="rect">
            <a:avLst/>
          </a:prstGeom>
        </p:spPr>
      </p:pic>
    </p:spTree>
    <p:extLst>
      <p:ext uri="{BB962C8B-B14F-4D97-AF65-F5344CB8AC3E}">
        <p14:creationId xmlns:p14="http://schemas.microsoft.com/office/powerpoint/2010/main" val="18733693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29EFE1C3-0358-D273-6F87-03469173DFB6}"/>
              </a:ext>
            </a:extLst>
          </p:cNvPr>
          <p:cNvSpPr>
            <a:spLocks noGrp="1"/>
          </p:cNvSpPr>
          <p:nvPr>
            <p:ph type="title"/>
          </p:nvPr>
        </p:nvSpPr>
        <p:spPr>
          <a:xfrm>
            <a:off x="572493" y="238539"/>
            <a:ext cx="11018520" cy="1434415"/>
          </a:xfrm>
        </p:spPr>
        <p:txBody>
          <a:bodyPr anchor="b">
            <a:normAutofit/>
          </a:bodyPr>
          <a:lstStyle/>
          <a:p>
            <a:r>
              <a:rPr lang="fr-FR" sz="4200" b="1"/>
              <a:t>4. Communication bienveillante et transparente</a:t>
            </a:r>
            <a:br>
              <a:rPr lang="fr-FR" sz="4200" b="1"/>
            </a:br>
            <a:endParaRPr lang="fr-FR" sz="420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743BB27D-0CE4-DB0D-5902-A04C861595C7}"/>
              </a:ext>
            </a:extLst>
          </p:cNvPr>
          <p:cNvSpPr>
            <a:spLocks noGrp="1"/>
          </p:cNvSpPr>
          <p:nvPr>
            <p:ph idx="1"/>
          </p:nvPr>
        </p:nvSpPr>
        <p:spPr>
          <a:xfrm>
            <a:off x="572493" y="2071316"/>
            <a:ext cx="6713552" cy="4119172"/>
          </a:xfrm>
        </p:spPr>
        <p:txBody>
          <a:bodyPr anchor="t">
            <a:normAutofit/>
          </a:bodyPr>
          <a:lstStyle/>
          <a:p>
            <a:pPr marL="0" indent="0">
              <a:buNone/>
            </a:pPr>
            <a:r>
              <a:rPr lang="fr-FR" sz="2200" b="1" dirty="0"/>
              <a:t>Principe</a:t>
            </a:r>
            <a:r>
              <a:rPr lang="fr-FR" sz="2200" dirty="0"/>
              <a:t> : La qualité de la relation repose sur une communication claire, respectueuse et adaptée.</a:t>
            </a:r>
          </a:p>
          <a:p>
            <a:pPr>
              <a:buFont typeface="Arial" panose="020B0604020202020204" pitchFamily="34" charset="0"/>
              <a:buChar char="•"/>
            </a:pPr>
            <a:r>
              <a:rPr lang="fr-FR" sz="2200" b="1" dirty="0"/>
              <a:t>Mise en </a:t>
            </a:r>
            <a:r>
              <a:rPr lang="fr-FR" sz="2200" b="1" dirty="0" err="1"/>
              <a:t>oeuvre</a:t>
            </a:r>
            <a:r>
              <a:rPr lang="fr-FR" sz="2200" dirty="0"/>
              <a:t> :</a:t>
            </a:r>
          </a:p>
          <a:p>
            <a:pPr marL="742950" lvl="1" indent="-285750">
              <a:buFont typeface="Arial" panose="020B0604020202020204" pitchFamily="34" charset="0"/>
              <a:buChar char="•"/>
            </a:pPr>
            <a:r>
              <a:rPr lang="fr-FR" sz="2200" dirty="0"/>
              <a:t>Expliquez chaque étape des interventions de manière compréhensible.(vidéo levée)</a:t>
            </a:r>
          </a:p>
          <a:p>
            <a:pPr marL="742950" lvl="1" indent="-285750">
              <a:buFont typeface="Arial" panose="020B0604020202020204" pitchFamily="34" charset="0"/>
              <a:buChar char="•"/>
            </a:pPr>
            <a:r>
              <a:rPr lang="fr-FR" sz="2200" dirty="0"/>
              <a:t>Favoriser l'expression des ressentis, des besoins et des insatisfactions.</a:t>
            </a:r>
          </a:p>
          <a:p>
            <a:pPr marL="742950" lvl="1" indent="-285750">
              <a:buFont typeface="Arial" panose="020B0604020202020204" pitchFamily="34" charset="0"/>
              <a:buChar char="•"/>
            </a:pPr>
            <a:endParaRPr lang="fr-FR" sz="2200" dirty="0"/>
          </a:p>
          <a:p>
            <a:pPr marL="457200" lvl="1" indent="0">
              <a:buNone/>
            </a:pPr>
            <a:r>
              <a:rPr lang="fr-FR" sz="2200" dirty="0">
                <a:hlinkClick r:id="rId2"/>
              </a:rPr>
              <a:t>https://www.youtube.com/watch?v=rHfYWs31PMg&amp;t=16s</a:t>
            </a:r>
            <a:endParaRPr lang="fr-FR" sz="2200" dirty="0"/>
          </a:p>
          <a:p>
            <a:pPr marL="742950" lvl="1" indent="-285750">
              <a:buFont typeface="Arial" panose="020B0604020202020204" pitchFamily="34" charset="0"/>
              <a:buChar char="•"/>
            </a:pPr>
            <a:endParaRPr lang="fr-FR" sz="2200" dirty="0"/>
          </a:p>
          <a:p>
            <a:endParaRPr lang="fr-FR" sz="2200" dirty="0"/>
          </a:p>
        </p:txBody>
      </p:sp>
      <p:pic>
        <p:nvPicPr>
          <p:cNvPr id="4" name="Image 3" descr="Transparence en entreprise : guide pour les managers">
            <a:extLst>
              <a:ext uri="{FF2B5EF4-FFF2-40B4-BE49-F238E27FC236}">
                <a16:creationId xmlns:a16="http://schemas.microsoft.com/office/drawing/2014/main" id="{04C55B70-E07D-3908-4CE9-AEABA32D54C1}"/>
              </a:ext>
            </a:extLst>
          </p:cNvPr>
          <p:cNvPicPr>
            <a:picLocks noChangeAspect="1"/>
          </p:cNvPicPr>
          <p:nvPr/>
        </p:nvPicPr>
        <p:blipFill>
          <a:blip r:embed="rId3"/>
          <a:srcRect l="21017" r="25108"/>
          <a:stretch/>
        </p:blipFill>
        <p:spPr>
          <a:xfrm>
            <a:off x="7675658" y="2093976"/>
            <a:ext cx="3941064" cy="4096512"/>
          </a:xfrm>
          <a:prstGeom prst="rect">
            <a:avLst/>
          </a:prstGeom>
        </p:spPr>
      </p:pic>
    </p:spTree>
    <p:extLst>
      <p:ext uri="{BB962C8B-B14F-4D97-AF65-F5344CB8AC3E}">
        <p14:creationId xmlns:p14="http://schemas.microsoft.com/office/powerpoint/2010/main" val="27042350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18EFCB-7C2C-9096-0EEE-FB133C5314A0}"/>
              </a:ext>
            </a:extLst>
          </p:cNvPr>
          <p:cNvSpPr>
            <a:spLocks noGrp="1"/>
          </p:cNvSpPr>
          <p:nvPr>
            <p:ph type="title"/>
          </p:nvPr>
        </p:nvSpPr>
        <p:spPr/>
        <p:txBody>
          <a:bodyPr/>
          <a:lstStyle/>
          <a:p>
            <a:endParaRPr lang="fr-FR" dirty="0"/>
          </a:p>
        </p:txBody>
      </p:sp>
      <p:pic>
        <p:nvPicPr>
          <p:cNvPr id="4" name="Espace réservé du contenu 3" descr="Communication non violente : de quoi parle-t-on ? - Déméter Santé">
            <a:extLst>
              <a:ext uri="{FF2B5EF4-FFF2-40B4-BE49-F238E27FC236}">
                <a16:creationId xmlns:a16="http://schemas.microsoft.com/office/drawing/2014/main" id="{C7D78B50-2230-4EE8-AF83-599219A954F7}"/>
              </a:ext>
            </a:extLst>
          </p:cNvPr>
          <p:cNvPicPr>
            <a:picLocks noGrp="1" noChangeAspect="1"/>
          </p:cNvPicPr>
          <p:nvPr>
            <p:ph idx="1"/>
          </p:nvPr>
        </p:nvPicPr>
        <p:blipFill>
          <a:blip r:embed="rId2"/>
          <a:stretch>
            <a:fillRect/>
          </a:stretch>
        </p:blipFill>
        <p:spPr>
          <a:xfrm>
            <a:off x="2228144" y="1825625"/>
            <a:ext cx="7735712" cy="4351338"/>
          </a:xfrm>
        </p:spPr>
      </p:pic>
    </p:spTree>
    <p:extLst>
      <p:ext uri="{BB962C8B-B14F-4D97-AF65-F5344CB8AC3E}">
        <p14:creationId xmlns:p14="http://schemas.microsoft.com/office/powerpoint/2010/main" val="35006307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A8A395DC-088C-EDBF-116D-33670C627C7B}"/>
              </a:ext>
            </a:extLst>
          </p:cNvPr>
          <p:cNvSpPr>
            <a:spLocks noGrp="1"/>
          </p:cNvSpPr>
          <p:nvPr>
            <p:ph type="title"/>
          </p:nvPr>
        </p:nvSpPr>
        <p:spPr>
          <a:xfrm>
            <a:off x="793662" y="386930"/>
            <a:ext cx="10066122" cy="1298448"/>
          </a:xfrm>
        </p:spPr>
        <p:txBody>
          <a:bodyPr anchor="b">
            <a:normAutofit/>
          </a:bodyPr>
          <a:lstStyle/>
          <a:p>
            <a:r>
              <a:rPr lang="fr-FR" b="1" dirty="0"/>
              <a:t>5. Prévention et signalisation des risques</a:t>
            </a:r>
            <a:br>
              <a:rPr lang="fr-FR" b="1" dirty="0"/>
            </a:br>
            <a:endParaRPr lang="fr-FR" dirty="0"/>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F10D8674-B320-FDFD-4556-666D146751E9}"/>
              </a:ext>
            </a:extLst>
          </p:cNvPr>
          <p:cNvSpPr>
            <a:spLocks noGrp="1"/>
          </p:cNvSpPr>
          <p:nvPr>
            <p:ph idx="1"/>
          </p:nvPr>
        </p:nvSpPr>
        <p:spPr>
          <a:xfrm>
            <a:off x="496919" y="2599509"/>
            <a:ext cx="5255276" cy="3639450"/>
          </a:xfrm>
        </p:spPr>
        <p:txBody>
          <a:bodyPr anchor="ctr">
            <a:normAutofit/>
          </a:bodyPr>
          <a:lstStyle/>
          <a:p>
            <a:pPr marL="0" indent="0">
              <a:buNone/>
            </a:pPr>
            <a:r>
              <a:rPr lang="fr-FR" sz="2000" b="1" dirty="0"/>
              <a:t>Principe</a:t>
            </a:r>
            <a:r>
              <a:rPr lang="fr-FR" sz="2000" dirty="0"/>
              <a:t> : Assurer la sécurité des bénéficiaires et prévenir toute forme de maltraitance.</a:t>
            </a:r>
          </a:p>
          <a:p>
            <a:pPr>
              <a:buFont typeface="Arial" panose="020B0604020202020204" pitchFamily="34" charset="0"/>
              <a:buChar char="•"/>
            </a:pPr>
            <a:r>
              <a:rPr lang="fr-FR" sz="2000" b="1" dirty="0"/>
              <a:t>Mise en œuvre</a:t>
            </a:r>
            <a:r>
              <a:rPr lang="fr-FR" sz="2000" dirty="0"/>
              <a:t> :</a:t>
            </a:r>
          </a:p>
          <a:p>
            <a:pPr marL="742950" lvl="1" indent="-285750" algn="just">
              <a:buFont typeface="Arial" panose="020B0604020202020204" pitchFamily="34" charset="0"/>
              <a:buChar char="•"/>
            </a:pPr>
            <a:r>
              <a:rPr lang="fr-FR" sz="2000" dirty="0"/>
              <a:t>Soyez attentif aux signes de maltraitance ou de négligence et les signaler conformément aux protocoles en place.</a:t>
            </a:r>
          </a:p>
          <a:p>
            <a:pPr marL="742950" lvl="1" indent="-285750" algn="just">
              <a:buFont typeface="Arial" panose="020B0604020202020204" pitchFamily="34" charset="0"/>
              <a:buChar char="•"/>
            </a:pPr>
            <a:r>
              <a:rPr lang="fr-FR" sz="2000" dirty="0"/>
              <a:t>Instaurer un climat de vigilance collectif pour garantir un cadre sécurisé.</a:t>
            </a:r>
          </a:p>
          <a:p>
            <a:endParaRPr lang="fr-FR" sz="2000" dirty="0"/>
          </a:p>
        </p:txBody>
      </p:sp>
      <p:pic>
        <p:nvPicPr>
          <p:cNvPr id="4" name="Image 3" descr="prevention-visuel-small - RC Human Recruitment">
            <a:extLst>
              <a:ext uri="{FF2B5EF4-FFF2-40B4-BE49-F238E27FC236}">
                <a16:creationId xmlns:a16="http://schemas.microsoft.com/office/drawing/2014/main" id="{64079AC5-95DA-DC35-DEAB-AFE6F5A2427E}"/>
              </a:ext>
            </a:extLst>
          </p:cNvPr>
          <p:cNvPicPr>
            <a:picLocks noChangeAspect="1"/>
          </p:cNvPicPr>
          <p:nvPr/>
        </p:nvPicPr>
        <p:blipFill>
          <a:blip r:embed="rId2"/>
          <a:stretch>
            <a:fillRect/>
          </a:stretch>
        </p:blipFill>
        <p:spPr>
          <a:xfrm>
            <a:off x="5911532" y="2742080"/>
            <a:ext cx="5150277" cy="3198593"/>
          </a:xfrm>
          <a:prstGeom prst="rect">
            <a:avLst/>
          </a:prstGeom>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081642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CEA8AF9-B8CD-318F-16F5-432D47D41ECA}"/>
              </a:ext>
            </a:extLst>
          </p:cNvPr>
          <p:cNvSpPr>
            <a:spLocks noGrp="1"/>
          </p:cNvSpPr>
          <p:nvPr>
            <p:ph type="title"/>
          </p:nvPr>
        </p:nvSpPr>
        <p:spPr>
          <a:xfrm>
            <a:off x="572493" y="238539"/>
            <a:ext cx="11018520" cy="1434415"/>
          </a:xfrm>
        </p:spPr>
        <p:txBody>
          <a:bodyPr anchor="b">
            <a:normAutofit/>
          </a:bodyPr>
          <a:lstStyle/>
          <a:p>
            <a:r>
              <a:rPr lang="fr-FR" sz="4600" b="1"/>
              <a:t>6. Collaboration et travail en équipe</a:t>
            </a:r>
            <a:br>
              <a:rPr lang="fr-FR" sz="4600" b="1"/>
            </a:br>
            <a:endParaRPr lang="fr-FR" sz="460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84525FB9-62D1-D2A8-5721-51A7CDDA54DE}"/>
              </a:ext>
            </a:extLst>
          </p:cNvPr>
          <p:cNvSpPr>
            <a:spLocks noGrp="1"/>
          </p:cNvSpPr>
          <p:nvPr>
            <p:ph idx="1"/>
          </p:nvPr>
        </p:nvSpPr>
        <p:spPr>
          <a:xfrm>
            <a:off x="572493" y="2071316"/>
            <a:ext cx="6713552" cy="4119172"/>
          </a:xfrm>
        </p:spPr>
        <p:txBody>
          <a:bodyPr anchor="t">
            <a:normAutofit/>
          </a:bodyPr>
          <a:lstStyle/>
          <a:p>
            <a:pPr marL="0" indent="0">
              <a:buNone/>
            </a:pPr>
            <a:r>
              <a:rPr lang="fr-FR" sz="2200" b="1" dirty="0"/>
              <a:t>Principe</a:t>
            </a:r>
            <a:r>
              <a:rPr lang="fr-FR" sz="2200" dirty="0"/>
              <a:t> : L'accompagnement de qualité repos sur une coopération entre les différents intervenants.</a:t>
            </a:r>
          </a:p>
          <a:p>
            <a:pPr>
              <a:buFont typeface="Arial" panose="020B0604020202020204" pitchFamily="34" charset="0"/>
              <a:buChar char="•"/>
            </a:pPr>
            <a:r>
              <a:rPr lang="fr-FR" sz="2200" b="1" dirty="0"/>
              <a:t>Mise en œuvre</a:t>
            </a:r>
            <a:r>
              <a:rPr lang="fr-FR" sz="2200" dirty="0"/>
              <a:t> :</a:t>
            </a:r>
          </a:p>
          <a:p>
            <a:pPr marL="742950" lvl="1" indent="-285750">
              <a:buFont typeface="Arial" panose="020B0604020202020204" pitchFamily="34" charset="0"/>
              <a:buChar char="•"/>
            </a:pPr>
            <a:r>
              <a:rPr lang="fr-FR" sz="2200" dirty="0"/>
              <a:t>Assurer une transmission d'informations régulière et claire entre collègues ou partenaires.</a:t>
            </a:r>
          </a:p>
          <a:p>
            <a:pPr marL="742950" lvl="1" indent="-285750">
              <a:buFont typeface="Arial" panose="020B0604020202020204" pitchFamily="34" charset="0"/>
              <a:buChar char="•"/>
            </a:pPr>
            <a:r>
              <a:rPr lang="fr-FR" sz="2200" dirty="0"/>
              <a:t>Participer aux réunions d'équipe pour partager des observations et </a:t>
            </a:r>
            <a:r>
              <a:rPr lang="fr-FR" sz="2200" dirty="0" err="1"/>
              <a:t>co-construire</a:t>
            </a:r>
            <a:r>
              <a:rPr lang="fr-FR" sz="2200" dirty="0"/>
              <a:t> des solutions adaptées.</a:t>
            </a:r>
          </a:p>
          <a:p>
            <a:endParaRPr lang="fr-FR" sz="2200" dirty="0"/>
          </a:p>
        </p:txBody>
      </p:sp>
      <p:pic>
        <p:nvPicPr>
          <p:cNvPr id="4" name="Image 3" descr="prevention-visuel-small - RC Human Recruitment">
            <a:extLst>
              <a:ext uri="{FF2B5EF4-FFF2-40B4-BE49-F238E27FC236}">
                <a16:creationId xmlns:a16="http://schemas.microsoft.com/office/drawing/2014/main" id="{5858808C-B182-C940-36A6-9B758F4486F4}"/>
              </a:ext>
            </a:extLst>
          </p:cNvPr>
          <p:cNvPicPr>
            <a:picLocks noChangeAspect="1"/>
          </p:cNvPicPr>
          <p:nvPr/>
        </p:nvPicPr>
        <p:blipFill>
          <a:blip r:embed="rId2"/>
          <a:srcRect l="19869" r="20382" b="-1"/>
          <a:stretch/>
        </p:blipFill>
        <p:spPr>
          <a:xfrm>
            <a:off x="7675658" y="2093976"/>
            <a:ext cx="3941064" cy="4096512"/>
          </a:xfrm>
          <a:prstGeom prst="rect">
            <a:avLst/>
          </a:prstGeom>
        </p:spPr>
      </p:pic>
    </p:spTree>
    <p:extLst>
      <p:ext uri="{BB962C8B-B14F-4D97-AF65-F5344CB8AC3E}">
        <p14:creationId xmlns:p14="http://schemas.microsoft.com/office/powerpoint/2010/main" val="13645808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854FBC9-86F0-0D18-528D-C4B0CEADE51B}"/>
              </a:ext>
            </a:extLst>
          </p:cNvPr>
          <p:cNvSpPr>
            <a:spLocks noGrp="1"/>
          </p:cNvSpPr>
          <p:nvPr>
            <p:ph type="title"/>
          </p:nvPr>
        </p:nvSpPr>
        <p:spPr>
          <a:xfrm>
            <a:off x="74414" y="1610604"/>
            <a:ext cx="3826559" cy="2623068"/>
          </a:xfrm>
        </p:spPr>
        <p:txBody>
          <a:bodyPr anchor="b">
            <a:normAutofit/>
          </a:bodyPr>
          <a:lstStyle/>
          <a:p>
            <a:pPr algn="ctr"/>
            <a:r>
              <a:rPr lang="fr-FR" sz="4000" b="1" dirty="0">
                <a:solidFill>
                  <a:srgbClr val="FFFFFF"/>
                </a:solidFill>
              </a:rPr>
              <a:t>Déploiement des principes</a:t>
            </a:r>
            <a:br>
              <a:rPr lang="fr-FR" sz="4000" b="1" dirty="0">
                <a:solidFill>
                  <a:srgbClr val="FFFFFF"/>
                </a:solidFill>
              </a:rPr>
            </a:br>
            <a:endParaRPr lang="fr-FR" sz="4000" dirty="0">
              <a:solidFill>
                <a:srgbClr val="FFFFFF"/>
              </a:solidFill>
            </a:endParaRPr>
          </a:p>
        </p:txBody>
      </p:sp>
      <p:graphicFrame>
        <p:nvGraphicFramePr>
          <p:cNvPr id="5" name="Espace réservé du contenu 2">
            <a:extLst>
              <a:ext uri="{FF2B5EF4-FFF2-40B4-BE49-F238E27FC236}">
                <a16:creationId xmlns:a16="http://schemas.microsoft.com/office/drawing/2014/main" id="{F9F964A3-0834-7C56-17B2-0EF9A0E54168}"/>
              </a:ext>
            </a:extLst>
          </p:cNvPr>
          <p:cNvGraphicFramePr>
            <a:graphicFrameLocks noGrp="1"/>
          </p:cNvGraphicFramePr>
          <p:nvPr>
            <p:ph idx="1"/>
            <p:extLst>
              <p:ext uri="{D42A27DB-BD31-4B8C-83A1-F6EECF244321}">
                <p14:modId xmlns:p14="http://schemas.microsoft.com/office/powerpoint/2010/main" val="302344227"/>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545754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506E34A-0BAB-969B-6737-BD2CA548B58F}"/>
              </a:ext>
            </a:extLst>
          </p:cNvPr>
          <p:cNvSpPr>
            <a:spLocks noGrp="1"/>
          </p:cNvSpPr>
          <p:nvPr>
            <p:ph type="title"/>
          </p:nvPr>
        </p:nvSpPr>
        <p:spPr>
          <a:xfrm>
            <a:off x="841248" y="548640"/>
            <a:ext cx="3600860" cy="5431536"/>
          </a:xfrm>
        </p:spPr>
        <p:txBody>
          <a:bodyPr>
            <a:normAutofit/>
          </a:bodyPr>
          <a:lstStyle/>
          <a:p>
            <a:r>
              <a:rPr lang="fr-FR" sz="5000" b="1" kern="100">
                <a:effectLst/>
                <a:latin typeface="Calibri" panose="020F0502020204030204" pitchFamily="34" charset="0"/>
                <a:ea typeface="Calibri" panose="020F0502020204030204" pitchFamily="34" charset="0"/>
                <a:cs typeface="Times New Roman" panose="02020603050405020304" pitchFamily="18" charset="0"/>
              </a:rPr>
              <a:t>Mise au point sur la maltraitance active et la maltraitance passive</a:t>
            </a:r>
            <a:br>
              <a:rPr lang="fr-FR" sz="5000" kern="100">
                <a:effectLst/>
                <a:latin typeface="Calibri" panose="020F0502020204030204" pitchFamily="34" charset="0"/>
                <a:ea typeface="Calibri" panose="020F0502020204030204" pitchFamily="34" charset="0"/>
                <a:cs typeface="Times New Roman" panose="02020603050405020304" pitchFamily="18" charset="0"/>
              </a:rPr>
            </a:br>
            <a:endParaRPr lang="fr-FR" sz="5000"/>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CBE9FF73-D8F5-7A3B-CDF9-AAF57B7D6774}"/>
              </a:ext>
            </a:extLst>
          </p:cNvPr>
          <p:cNvSpPr>
            <a:spLocks noGrp="1"/>
          </p:cNvSpPr>
          <p:nvPr>
            <p:ph idx="1"/>
          </p:nvPr>
        </p:nvSpPr>
        <p:spPr>
          <a:xfrm>
            <a:off x="5126418" y="552091"/>
            <a:ext cx="6224335" cy="5431536"/>
          </a:xfrm>
        </p:spPr>
        <p:txBody>
          <a:bodyPr anchor="ctr">
            <a:normAutofit/>
          </a:bodyPr>
          <a:lstStyle/>
          <a:p>
            <a:r>
              <a:rPr lang="fr-FR" sz="2200"/>
              <a:t>La distinction entre maltraitance active et maltraitance passive est essentielle pour comprendre les différentes formes de préjudices subis par les personnes vulnérables et pour adapter les réponses appropriées.</a:t>
            </a:r>
          </a:p>
          <a:p>
            <a:endParaRPr lang="fr-FR" sz="2200"/>
          </a:p>
        </p:txBody>
      </p:sp>
    </p:spTree>
    <p:extLst>
      <p:ext uri="{BB962C8B-B14F-4D97-AF65-F5344CB8AC3E}">
        <p14:creationId xmlns:p14="http://schemas.microsoft.com/office/powerpoint/2010/main" val="24513777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C67E1F1-BAA9-3D93-C60B-3B3FED30BF04}"/>
              </a:ext>
            </a:extLst>
          </p:cNvPr>
          <p:cNvSpPr>
            <a:spLocks noGrp="1"/>
          </p:cNvSpPr>
          <p:nvPr>
            <p:ph type="title"/>
          </p:nvPr>
        </p:nvSpPr>
        <p:spPr>
          <a:xfrm>
            <a:off x="572493" y="238539"/>
            <a:ext cx="11018520" cy="1434415"/>
          </a:xfrm>
        </p:spPr>
        <p:txBody>
          <a:bodyPr anchor="b">
            <a:normAutofit/>
          </a:bodyPr>
          <a:lstStyle/>
          <a:p>
            <a:r>
              <a:rPr lang="fr-FR" sz="4600" b="1"/>
              <a:t>1. Maltraitance active</a:t>
            </a:r>
            <a:br>
              <a:rPr lang="fr-FR" sz="4600" b="1"/>
            </a:br>
            <a:endParaRPr lang="fr-FR" sz="460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4920426A-62AF-B3D9-0908-94C1E3A83C4E}"/>
              </a:ext>
            </a:extLst>
          </p:cNvPr>
          <p:cNvSpPr>
            <a:spLocks noGrp="1"/>
          </p:cNvSpPr>
          <p:nvPr>
            <p:ph idx="1"/>
          </p:nvPr>
        </p:nvSpPr>
        <p:spPr>
          <a:xfrm>
            <a:off x="572493" y="2071316"/>
            <a:ext cx="6713552" cy="4119172"/>
          </a:xfrm>
        </p:spPr>
        <p:txBody>
          <a:bodyPr anchor="t">
            <a:normAutofit/>
          </a:bodyPr>
          <a:lstStyle/>
          <a:p>
            <a:pPr marL="0" indent="0">
              <a:buNone/>
            </a:pPr>
            <a:r>
              <a:rPr lang="fr-FR" sz="2200" dirty="0"/>
              <a:t>La maltraitance active correspond à des actes intentionnels, délibérés, visant à nuire ou à porter atteinte à une personne. </a:t>
            </a:r>
          </a:p>
          <a:p>
            <a:pPr marL="0" indent="0">
              <a:buNone/>
            </a:pPr>
            <a:br>
              <a:rPr lang="fr-FR" sz="2200" dirty="0"/>
            </a:br>
            <a:r>
              <a:rPr lang="fr-FR" sz="2200" b="1" dirty="0"/>
              <a:t>Caractéristiques :</a:t>
            </a:r>
            <a:endParaRPr lang="fr-FR" sz="2200" dirty="0"/>
          </a:p>
          <a:p>
            <a:pPr>
              <a:buFont typeface="Arial" panose="020B0604020202020204" pitchFamily="34" charset="0"/>
              <a:buChar char="•"/>
            </a:pPr>
            <a:r>
              <a:rPr lang="fr-FR" sz="2200" dirty="0"/>
              <a:t>Ces actes sont volontaires et peuvent être motivés par la colère, un abus de pouvoir, une situation de stress ou de conflit.</a:t>
            </a:r>
          </a:p>
          <a:p>
            <a:pPr>
              <a:buFont typeface="Arial" panose="020B0604020202020204" pitchFamily="34" charset="0"/>
              <a:buChar char="•"/>
            </a:pPr>
            <a:r>
              <a:rPr lang="fr-FR" sz="2200" dirty="0"/>
              <a:t>Ils ont pour conséquence une atteinte directe à l'intégrité physique, psychologique ou morale de la personne.</a:t>
            </a:r>
          </a:p>
          <a:p>
            <a:endParaRPr lang="fr-FR" sz="2200" dirty="0"/>
          </a:p>
        </p:txBody>
      </p:sp>
      <p:pic>
        <p:nvPicPr>
          <p:cNvPr id="4" name="Image 3" descr="Maltraitance envers les personnes âgées : signes et impacts">
            <a:extLst>
              <a:ext uri="{FF2B5EF4-FFF2-40B4-BE49-F238E27FC236}">
                <a16:creationId xmlns:a16="http://schemas.microsoft.com/office/drawing/2014/main" id="{1FAB94E2-CBB9-3076-2849-0D35F544D0BD}"/>
              </a:ext>
            </a:extLst>
          </p:cNvPr>
          <p:cNvPicPr>
            <a:picLocks noChangeAspect="1"/>
          </p:cNvPicPr>
          <p:nvPr/>
        </p:nvPicPr>
        <p:blipFill>
          <a:blip r:embed="rId2"/>
          <a:srcRect r="3796" b="2"/>
          <a:stretch/>
        </p:blipFill>
        <p:spPr>
          <a:xfrm>
            <a:off x="7675658" y="2093976"/>
            <a:ext cx="3941064" cy="4096512"/>
          </a:xfrm>
          <a:prstGeom prst="rect">
            <a:avLst/>
          </a:prstGeom>
        </p:spPr>
      </p:pic>
    </p:spTree>
    <p:extLst>
      <p:ext uri="{BB962C8B-B14F-4D97-AF65-F5344CB8AC3E}">
        <p14:creationId xmlns:p14="http://schemas.microsoft.com/office/powerpoint/2010/main" val="7561763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B03DA7-7D6C-B02D-DBB6-7AE5DE740B37}"/>
              </a:ext>
            </a:extLst>
          </p:cNvPr>
          <p:cNvSpPr>
            <a:spLocks noGrp="1"/>
          </p:cNvSpPr>
          <p:nvPr>
            <p:ph type="title"/>
          </p:nvPr>
        </p:nvSpPr>
        <p:spPr/>
        <p:txBody>
          <a:bodyPr/>
          <a:lstStyle/>
          <a:p>
            <a:r>
              <a:rPr lang="fr-FR" b="1" dirty="0"/>
              <a:t>Exemples :</a:t>
            </a:r>
            <a:br>
              <a:rPr lang="fr-FR" dirty="0"/>
            </a:br>
            <a:endParaRPr lang="fr-FR" dirty="0"/>
          </a:p>
        </p:txBody>
      </p:sp>
      <p:sp>
        <p:nvSpPr>
          <p:cNvPr id="3" name="Espace réservé du contenu 2">
            <a:extLst>
              <a:ext uri="{FF2B5EF4-FFF2-40B4-BE49-F238E27FC236}">
                <a16:creationId xmlns:a16="http://schemas.microsoft.com/office/drawing/2014/main" id="{B73D4DE9-B65F-40F3-3602-5CFB9BE7A7E7}"/>
              </a:ext>
            </a:extLst>
          </p:cNvPr>
          <p:cNvSpPr>
            <a:spLocks noGrp="1"/>
          </p:cNvSpPr>
          <p:nvPr>
            <p:ph idx="1"/>
          </p:nvPr>
        </p:nvSpPr>
        <p:spPr/>
        <p:txBody>
          <a:bodyPr/>
          <a:lstStyle/>
          <a:p>
            <a:pPr>
              <a:buFont typeface="Arial" panose="020B0604020202020204" pitchFamily="34" charset="0"/>
              <a:buChar char="•"/>
            </a:pPr>
            <a:r>
              <a:rPr lang="fr-FR" dirty="0"/>
              <a:t>Infliger des violences physiques (gifles, coups, secousses).</a:t>
            </a:r>
          </a:p>
          <a:p>
            <a:pPr>
              <a:buFont typeface="Arial" panose="020B0604020202020204" pitchFamily="34" charset="0"/>
              <a:buChar char="•"/>
            </a:pPr>
            <a:r>
              <a:rPr lang="fr-FR" dirty="0"/>
              <a:t>Humilier verbalement ou harceler une personne.</a:t>
            </a:r>
          </a:p>
          <a:p>
            <a:pPr>
              <a:buFont typeface="Arial" panose="020B0604020202020204" pitchFamily="34" charset="0"/>
              <a:buChar char="•"/>
            </a:pPr>
            <a:r>
              <a:rPr lang="fr-FR" dirty="0"/>
              <a:t>Voler ou détourner les ressources financières ou les biens d'un bénéficiaire.</a:t>
            </a:r>
          </a:p>
          <a:p>
            <a:pPr>
              <a:buFont typeface="Arial" panose="020B0604020202020204" pitchFamily="34" charset="0"/>
              <a:buChar char="•"/>
            </a:pPr>
            <a:r>
              <a:rPr lang="fr-FR" dirty="0"/>
              <a:t>Isoler intentionnellement une   personne de ses proches.</a:t>
            </a:r>
          </a:p>
          <a:p>
            <a:pPr marL="0" indent="0">
              <a:buNone/>
            </a:pPr>
            <a:endParaRPr lang="fr-FR" b="1" dirty="0"/>
          </a:p>
          <a:p>
            <a:pPr marL="0" indent="0" algn="ctr">
              <a:buNone/>
            </a:pPr>
            <a:r>
              <a:rPr lang="fr-FR" b="1" u="sng" dirty="0"/>
              <a:t>Conséquences</a:t>
            </a:r>
            <a:r>
              <a:rPr lang="fr-FR" u="sng" dirty="0"/>
              <a:t> : Elle entraîne des traumatismes graves, une perte de confiance et une détérioration de la relation.</a:t>
            </a:r>
            <a:endParaRPr lang="fr-FR" dirty="0"/>
          </a:p>
        </p:txBody>
      </p:sp>
    </p:spTree>
    <p:extLst>
      <p:ext uri="{BB962C8B-B14F-4D97-AF65-F5344CB8AC3E}">
        <p14:creationId xmlns:p14="http://schemas.microsoft.com/office/powerpoint/2010/main" val="17913642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C5FD37B2-171F-68D8-DDF1-D01606FEEB79}"/>
              </a:ext>
            </a:extLst>
          </p:cNvPr>
          <p:cNvSpPr>
            <a:spLocks noGrp="1"/>
          </p:cNvSpPr>
          <p:nvPr>
            <p:ph type="title"/>
          </p:nvPr>
        </p:nvSpPr>
        <p:spPr>
          <a:xfrm>
            <a:off x="572493" y="238539"/>
            <a:ext cx="11018520" cy="1434415"/>
          </a:xfrm>
        </p:spPr>
        <p:txBody>
          <a:bodyPr anchor="b">
            <a:normAutofit/>
          </a:bodyPr>
          <a:lstStyle/>
          <a:p>
            <a:r>
              <a:rPr lang="fr-FR" sz="4600" b="1"/>
              <a:t>2. Maltraitance passive</a:t>
            </a:r>
            <a:br>
              <a:rPr lang="fr-FR" sz="4600" b="1"/>
            </a:br>
            <a:endParaRPr lang="fr-FR" sz="460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61EF3195-A4BC-058E-BF46-2F38A49CBBA9}"/>
              </a:ext>
            </a:extLst>
          </p:cNvPr>
          <p:cNvSpPr>
            <a:spLocks noGrp="1"/>
          </p:cNvSpPr>
          <p:nvPr>
            <p:ph idx="1"/>
          </p:nvPr>
        </p:nvSpPr>
        <p:spPr>
          <a:xfrm>
            <a:off x="572493" y="2071316"/>
            <a:ext cx="6713552" cy="4119172"/>
          </a:xfrm>
        </p:spPr>
        <p:txBody>
          <a:bodyPr anchor="t">
            <a:normAutofit/>
          </a:bodyPr>
          <a:lstStyle/>
          <a:p>
            <a:pPr marL="0" indent="0">
              <a:buNone/>
            </a:pPr>
            <a:r>
              <a:rPr lang="fr-FR" sz="2200" dirty="0"/>
              <a:t>La maltraitance passive découle d'une omission ou d'une négligence involontaire qui prive une personne de ses droits fondamentaux ou de ses besoins essentiels. </a:t>
            </a:r>
          </a:p>
          <a:p>
            <a:pPr marL="0" indent="0">
              <a:buNone/>
            </a:pPr>
            <a:br>
              <a:rPr lang="fr-FR" sz="2200" dirty="0"/>
            </a:br>
            <a:r>
              <a:rPr lang="fr-FR" sz="2200" b="1" dirty="0"/>
              <a:t>Caractéristiques :</a:t>
            </a:r>
            <a:endParaRPr lang="fr-FR" sz="2200" dirty="0"/>
          </a:p>
          <a:p>
            <a:pPr>
              <a:buFont typeface="Arial" panose="020B0604020202020204" pitchFamily="34" charset="0"/>
              <a:buChar char="•"/>
            </a:pPr>
            <a:r>
              <a:rPr lang="fr-FR" sz="2200" dirty="0"/>
              <a:t>Elle n'est pas préalablement intentionnelle, mais résulte souvent d'un manque de formation, d'attention ou de moyens.</a:t>
            </a:r>
          </a:p>
          <a:p>
            <a:pPr>
              <a:buFont typeface="Arial" panose="020B0604020202020204" pitchFamily="34" charset="0"/>
              <a:buChar char="•"/>
            </a:pPr>
            <a:r>
              <a:rPr lang="fr-FR" sz="2200" dirty="0"/>
              <a:t>Elle est liée à une absence d'action qui conduit à des préjudices pour la personne accompagnée.</a:t>
            </a:r>
          </a:p>
          <a:p>
            <a:endParaRPr lang="fr-FR" sz="2200" dirty="0"/>
          </a:p>
        </p:txBody>
      </p:sp>
      <p:pic>
        <p:nvPicPr>
          <p:cNvPr id="4" name="Image 3" descr="Mieux prévenir et empêcher les maltraitances sur personnes vulnérables |  handicap.gouv.fr">
            <a:extLst>
              <a:ext uri="{FF2B5EF4-FFF2-40B4-BE49-F238E27FC236}">
                <a16:creationId xmlns:a16="http://schemas.microsoft.com/office/drawing/2014/main" id="{5245C3F9-9240-4D3F-0B0F-BA2163AA9643}"/>
              </a:ext>
            </a:extLst>
          </p:cNvPr>
          <p:cNvPicPr>
            <a:picLocks noChangeAspect="1"/>
          </p:cNvPicPr>
          <p:nvPr/>
        </p:nvPicPr>
        <p:blipFill>
          <a:blip r:embed="rId2"/>
          <a:srcRect l="18277" r="21764" b="-1"/>
          <a:stretch/>
        </p:blipFill>
        <p:spPr>
          <a:xfrm>
            <a:off x="7675658" y="2093976"/>
            <a:ext cx="3941064" cy="4096512"/>
          </a:xfrm>
          <a:prstGeom prst="rect">
            <a:avLst/>
          </a:prstGeom>
        </p:spPr>
      </p:pic>
    </p:spTree>
    <p:extLst>
      <p:ext uri="{BB962C8B-B14F-4D97-AF65-F5344CB8AC3E}">
        <p14:creationId xmlns:p14="http://schemas.microsoft.com/office/powerpoint/2010/main" val="24726130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1" name="Group 10">
            <a:extLst>
              <a:ext uri="{FF2B5EF4-FFF2-40B4-BE49-F238E27FC236}">
                <a16:creationId xmlns:a16="http://schemas.microsoft.com/office/drawing/2014/main" id="{05314994-6337-4875-8CF5-652CAFE834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
            <a:ext cx="12191999" cy="4267200"/>
            <a:chOff x="7467600" y="0"/>
            <a:chExt cx="4724400" cy="6858000"/>
          </a:xfrm>
        </p:grpSpPr>
        <p:sp>
          <p:nvSpPr>
            <p:cNvPr id="12" name="Rectangle 11">
              <a:extLst>
                <a:ext uri="{FF2B5EF4-FFF2-40B4-BE49-F238E27FC236}">
                  <a16:creationId xmlns:a16="http://schemas.microsoft.com/office/drawing/2014/main" id="{B3A2D4D6-D501-439A-9FC6-397879C465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5CD20BAA-1998-4EBB-AD61-13A92072E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5" name="Freeform: Shape 14">
            <a:extLst>
              <a:ext uri="{FF2B5EF4-FFF2-40B4-BE49-F238E27FC236}">
                <a16:creationId xmlns:a16="http://schemas.microsoft.com/office/drawing/2014/main" id="{7449A6C7-D15F-4AA5-BFA5-71A404B47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267200"/>
          </a:xfrm>
          <a:custGeom>
            <a:avLst/>
            <a:gdLst>
              <a:gd name="connsiteX0" fmla="*/ 2537169 w 12192000"/>
              <a:gd name="connsiteY0" fmla="*/ 4125568 h 4267200"/>
              <a:gd name="connsiteX1" fmla="*/ 3246267 w 12192000"/>
              <a:gd name="connsiteY1" fmla="*/ 4262961 h 4267200"/>
              <a:gd name="connsiteX2" fmla="*/ 3253970 w 12192000"/>
              <a:gd name="connsiteY2" fmla="*/ 4267200 h 4267200"/>
              <a:gd name="connsiteX3" fmla="*/ 3071791 w 12192000"/>
              <a:gd name="connsiteY3" fmla="*/ 4267200 h 4267200"/>
              <a:gd name="connsiteX4" fmla="*/ 2975095 w 12192000"/>
              <a:gd name="connsiteY4" fmla="*/ 4243356 h 4267200"/>
              <a:gd name="connsiteX5" fmla="*/ 2626982 w 12192000"/>
              <a:gd name="connsiteY5" fmla="*/ 4206450 h 4267200"/>
              <a:gd name="connsiteX6" fmla="*/ 2490617 w 12192000"/>
              <a:gd name="connsiteY6" fmla="*/ 4206951 h 4267200"/>
              <a:gd name="connsiteX7" fmla="*/ 2819869 w 12192000"/>
              <a:gd name="connsiteY7" fmla="*/ 4252936 h 4267200"/>
              <a:gd name="connsiteX8" fmla="*/ 2900997 w 12192000"/>
              <a:gd name="connsiteY8" fmla="*/ 4267200 h 4267200"/>
              <a:gd name="connsiteX9" fmla="*/ 2705858 w 12192000"/>
              <a:gd name="connsiteY9" fmla="*/ 4267200 h 4267200"/>
              <a:gd name="connsiteX10" fmla="*/ 2561467 w 12192000"/>
              <a:gd name="connsiteY10" fmla="*/ 4246270 h 4267200"/>
              <a:gd name="connsiteX11" fmla="*/ 2305292 w 12192000"/>
              <a:gd name="connsiteY11" fmla="*/ 4219492 h 4267200"/>
              <a:gd name="connsiteX12" fmla="*/ 2409349 w 12192000"/>
              <a:gd name="connsiteY12" fmla="*/ 4267200 h 4267200"/>
              <a:gd name="connsiteX13" fmla="*/ 2266705 w 12192000"/>
              <a:gd name="connsiteY13" fmla="*/ 4267200 h 4267200"/>
              <a:gd name="connsiteX14" fmla="*/ 2183576 w 12192000"/>
              <a:gd name="connsiteY14" fmla="*/ 4227150 h 4267200"/>
              <a:gd name="connsiteX15" fmla="*/ 2151029 w 12192000"/>
              <a:gd name="connsiteY15" fmla="*/ 4146947 h 4267200"/>
              <a:gd name="connsiteX16" fmla="*/ 2537169 w 12192000"/>
              <a:gd name="connsiteY16" fmla="*/ 4125568 h 4267200"/>
              <a:gd name="connsiteX17" fmla="*/ 9258094 w 12192000"/>
              <a:gd name="connsiteY17" fmla="*/ 3958602 h 4267200"/>
              <a:gd name="connsiteX18" fmla="*/ 8526712 w 12192000"/>
              <a:gd name="connsiteY18" fmla="*/ 4119804 h 4267200"/>
              <a:gd name="connsiteX19" fmla="*/ 9258094 w 12192000"/>
              <a:gd name="connsiteY19" fmla="*/ 3958602 h 4267200"/>
              <a:gd name="connsiteX20" fmla="*/ 9168987 w 12192000"/>
              <a:gd name="connsiteY20" fmla="*/ 3919232 h 4267200"/>
              <a:gd name="connsiteX21" fmla="*/ 8603910 w 12192000"/>
              <a:gd name="connsiteY21" fmla="*/ 4068895 h 4267200"/>
              <a:gd name="connsiteX22" fmla="*/ 9252382 w 12192000"/>
              <a:gd name="connsiteY22" fmla="*/ 3927759 h 4267200"/>
              <a:gd name="connsiteX23" fmla="*/ 9168987 w 12192000"/>
              <a:gd name="connsiteY23" fmla="*/ 3919232 h 4267200"/>
              <a:gd name="connsiteX24" fmla="*/ 1635889 w 12192000"/>
              <a:gd name="connsiteY24" fmla="*/ 3709494 h 4267200"/>
              <a:gd name="connsiteX25" fmla="*/ 1634800 w 12192000"/>
              <a:gd name="connsiteY25" fmla="*/ 3731111 h 4267200"/>
              <a:gd name="connsiteX26" fmla="*/ 1635889 w 12192000"/>
              <a:gd name="connsiteY26" fmla="*/ 3709494 h 4267200"/>
              <a:gd name="connsiteX27" fmla="*/ 3174829 w 12192000"/>
              <a:gd name="connsiteY27" fmla="*/ 3620110 h 4267200"/>
              <a:gd name="connsiteX28" fmla="*/ 3189263 w 12192000"/>
              <a:gd name="connsiteY28" fmla="*/ 3625726 h 4267200"/>
              <a:gd name="connsiteX29" fmla="*/ 3560912 w 12192000"/>
              <a:gd name="connsiteY29" fmla="*/ 4079863 h 4267200"/>
              <a:gd name="connsiteX30" fmla="*/ 3611854 w 12192000"/>
              <a:gd name="connsiteY30" fmla="*/ 4188366 h 4267200"/>
              <a:gd name="connsiteX31" fmla="*/ 3631583 w 12192000"/>
              <a:gd name="connsiteY31" fmla="*/ 4267200 h 4267200"/>
              <a:gd name="connsiteX32" fmla="*/ 3575699 w 12192000"/>
              <a:gd name="connsiteY32" fmla="*/ 4267200 h 4267200"/>
              <a:gd name="connsiteX33" fmla="*/ 3575567 w 12192000"/>
              <a:gd name="connsiteY33" fmla="*/ 4263588 h 4267200"/>
              <a:gd name="connsiteX34" fmla="*/ 3467355 w 12192000"/>
              <a:gd name="connsiteY34" fmla="*/ 3988130 h 4267200"/>
              <a:gd name="connsiteX35" fmla="*/ 3310753 w 12192000"/>
              <a:gd name="connsiteY35" fmla="*/ 3787140 h 4267200"/>
              <a:gd name="connsiteX36" fmla="*/ 3291335 w 12192000"/>
              <a:gd name="connsiteY36" fmla="*/ 3767420 h 4267200"/>
              <a:gd name="connsiteX37" fmla="*/ 3390805 w 12192000"/>
              <a:gd name="connsiteY37" fmla="*/ 3937163 h 4267200"/>
              <a:gd name="connsiteX38" fmla="*/ 3545740 w 12192000"/>
              <a:gd name="connsiteY38" fmla="*/ 4251102 h 4267200"/>
              <a:gd name="connsiteX39" fmla="*/ 3550709 w 12192000"/>
              <a:gd name="connsiteY39" fmla="*/ 4267200 h 4267200"/>
              <a:gd name="connsiteX40" fmla="*/ 3513586 w 12192000"/>
              <a:gd name="connsiteY40" fmla="*/ 4267200 h 4267200"/>
              <a:gd name="connsiteX41" fmla="*/ 3470728 w 12192000"/>
              <a:gd name="connsiteY41" fmla="*/ 4152456 h 4267200"/>
              <a:gd name="connsiteX42" fmla="*/ 3364433 w 12192000"/>
              <a:gd name="connsiteY42" fmla="*/ 3953121 h 4267200"/>
              <a:gd name="connsiteX43" fmla="*/ 3316479 w 12192000"/>
              <a:gd name="connsiteY43" fmla="*/ 3872136 h 4267200"/>
              <a:gd name="connsiteX44" fmla="*/ 3504482 w 12192000"/>
              <a:gd name="connsiteY44" fmla="*/ 4267200 h 4267200"/>
              <a:gd name="connsiteX45" fmla="*/ 3467547 w 12192000"/>
              <a:gd name="connsiteY45" fmla="*/ 4267200 h 4267200"/>
              <a:gd name="connsiteX46" fmla="*/ 3177952 w 12192000"/>
              <a:gd name="connsiteY46" fmla="*/ 3657386 h 4267200"/>
              <a:gd name="connsiteX47" fmla="*/ 3174829 w 12192000"/>
              <a:gd name="connsiteY47" fmla="*/ 3620110 h 4267200"/>
              <a:gd name="connsiteX48" fmla="*/ 11279315 w 12192000"/>
              <a:gd name="connsiteY48" fmla="*/ 3618448 h 4267200"/>
              <a:gd name="connsiteX49" fmla="*/ 11317765 w 12192000"/>
              <a:gd name="connsiteY49" fmla="*/ 3638405 h 4267200"/>
              <a:gd name="connsiteX50" fmla="*/ 11304886 w 12192000"/>
              <a:gd name="connsiteY50" fmla="*/ 4200582 h 4267200"/>
              <a:gd name="connsiteX51" fmla="*/ 11298904 w 12192000"/>
              <a:gd name="connsiteY51" fmla="*/ 4267200 h 4267200"/>
              <a:gd name="connsiteX52" fmla="*/ 11213088 w 12192000"/>
              <a:gd name="connsiteY52" fmla="*/ 4267200 h 4267200"/>
              <a:gd name="connsiteX53" fmla="*/ 11219157 w 12192000"/>
              <a:gd name="connsiteY53" fmla="*/ 4210725 h 4267200"/>
              <a:gd name="connsiteX54" fmla="*/ 11225213 w 12192000"/>
              <a:gd name="connsiteY54" fmla="*/ 3936722 h 4267200"/>
              <a:gd name="connsiteX55" fmla="*/ 11182914 w 12192000"/>
              <a:gd name="connsiteY55" fmla="*/ 4196771 h 4267200"/>
              <a:gd name="connsiteX56" fmla="*/ 11172266 w 12192000"/>
              <a:gd name="connsiteY56" fmla="*/ 4267200 h 4267200"/>
              <a:gd name="connsiteX57" fmla="*/ 11140975 w 12192000"/>
              <a:gd name="connsiteY57" fmla="*/ 4267200 h 4267200"/>
              <a:gd name="connsiteX58" fmla="*/ 11152239 w 12192000"/>
              <a:gd name="connsiteY58" fmla="*/ 4192628 h 4267200"/>
              <a:gd name="connsiteX59" fmla="*/ 11201005 w 12192000"/>
              <a:gd name="connsiteY59" fmla="*/ 3900089 h 4267200"/>
              <a:gd name="connsiteX60" fmla="*/ 11105754 w 12192000"/>
              <a:gd name="connsiteY60" fmla="*/ 4139192 h 4267200"/>
              <a:gd name="connsiteX61" fmla="*/ 11065821 w 12192000"/>
              <a:gd name="connsiteY61" fmla="*/ 4267200 h 4267200"/>
              <a:gd name="connsiteX62" fmla="*/ 10978133 w 12192000"/>
              <a:gd name="connsiteY62" fmla="*/ 4267200 h 4267200"/>
              <a:gd name="connsiteX63" fmla="*/ 11088889 w 12192000"/>
              <a:gd name="connsiteY63" fmla="*/ 3963916 h 4267200"/>
              <a:gd name="connsiteX64" fmla="*/ 11231212 w 12192000"/>
              <a:gd name="connsiteY64" fmla="*/ 3645474 h 4267200"/>
              <a:gd name="connsiteX65" fmla="*/ 11279315 w 12192000"/>
              <a:gd name="connsiteY65" fmla="*/ 3618448 h 4267200"/>
              <a:gd name="connsiteX66" fmla="*/ 10296877 w 12192000"/>
              <a:gd name="connsiteY66" fmla="*/ 3526602 h 4267200"/>
              <a:gd name="connsiteX67" fmla="*/ 10314210 w 12192000"/>
              <a:gd name="connsiteY67" fmla="*/ 3538353 h 4267200"/>
              <a:gd name="connsiteX68" fmla="*/ 10450858 w 12192000"/>
              <a:gd name="connsiteY68" fmla="*/ 3902477 h 4267200"/>
              <a:gd name="connsiteX69" fmla="*/ 10572255 w 12192000"/>
              <a:gd name="connsiteY69" fmla="*/ 4267200 h 4267200"/>
              <a:gd name="connsiteX70" fmla="*/ 10477642 w 12192000"/>
              <a:gd name="connsiteY70" fmla="*/ 4267200 h 4267200"/>
              <a:gd name="connsiteX71" fmla="*/ 10436479 w 12192000"/>
              <a:gd name="connsiteY71" fmla="*/ 4144570 h 4267200"/>
              <a:gd name="connsiteX72" fmla="*/ 10277529 w 12192000"/>
              <a:gd name="connsiteY72" fmla="*/ 3701307 h 4267200"/>
              <a:gd name="connsiteX73" fmla="*/ 10276797 w 12192000"/>
              <a:gd name="connsiteY73" fmla="*/ 3708672 h 4267200"/>
              <a:gd name="connsiteX74" fmla="*/ 10385906 w 12192000"/>
              <a:gd name="connsiteY74" fmla="*/ 4147031 h 4267200"/>
              <a:gd name="connsiteX75" fmla="*/ 10431445 w 12192000"/>
              <a:gd name="connsiteY75" fmla="*/ 4267200 h 4267200"/>
              <a:gd name="connsiteX76" fmla="*/ 10398237 w 12192000"/>
              <a:gd name="connsiteY76" fmla="*/ 4267200 h 4267200"/>
              <a:gd name="connsiteX77" fmla="*/ 10356661 w 12192000"/>
              <a:gd name="connsiteY77" fmla="*/ 4157302 h 4267200"/>
              <a:gd name="connsiteX78" fmla="*/ 10268559 w 12192000"/>
              <a:gd name="connsiteY78" fmla="*/ 3871054 h 4267200"/>
              <a:gd name="connsiteX79" fmla="*/ 10340065 w 12192000"/>
              <a:gd name="connsiteY79" fmla="*/ 4201637 h 4267200"/>
              <a:gd name="connsiteX80" fmla="*/ 10368861 w 12192000"/>
              <a:gd name="connsiteY80" fmla="*/ 4267200 h 4267200"/>
              <a:gd name="connsiteX81" fmla="*/ 10267862 w 12192000"/>
              <a:gd name="connsiteY81" fmla="*/ 4267200 h 4267200"/>
              <a:gd name="connsiteX82" fmla="*/ 10236210 w 12192000"/>
              <a:gd name="connsiteY82" fmla="*/ 4185635 h 4267200"/>
              <a:gd name="connsiteX83" fmla="*/ 10225980 w 12192000"/>
              <a:gd name="connsiteY83" fmla="*/ 3561061 h 4267200"/>
              <a:gd name="connsiteX84" fmla="*/ 10296877 w 12192000"/>
              <a:gd name="connsiteY84" fmla="*/ 3526602 h 4267200"/>
              <a:gd name="connsiteX85" fmla="*/ 3429186 w 12192000"/>
              <a:gd name="connsiteY85" fmla="*/ 3458784 h 4267200"/>
              <a:gd name="connsiteX86" fmla="*/ 3446761 w 12192000"/>
              <a:gd name="connsiteY86" fmla="*/ 3461278 h 4267200"/>
              <a:gd name="connsiteX87" fmla="*/ 4419733 w 12192000"/>
              <a:gd name="connsiteY87" fmla="*/ 3963555 h 4267200"/>
              <a:gd name="connsiteX88" fmla="*/ 4659448 w 12192000"/>
              <a:gd name="connsiteY88" fmla="*/ 4172746 h 4267200"/>
              <a:gd name="connsiteX89" fmla="*/ 4719140 w 12192000"/>
              <a:gd name="connsiteY89" fmla="*/ 4267200 h 4267200"/>
              <a:gd name="connsiteX90" fmla="*/ 4641222 w 12192000"/>
              <a:gd name="connsiteY90" fmla="*/ 4267200 h 4267200"/>
              <a:gd name="connsiteX91" fmla="*/ 4599968 w 12192000"/>
              <a:gd name="connsiteY91" fmla="*/ 4207074 h 4267200"/>
              <a:gd name="connsiteX92" fmla="*/ 4136093 w 12192000"/>
              <a:gd name="connsiteY92" fmla="*/ 3858466 h 4267200"/>
              <a:gd name="connsiteX93" fmla="*/ 3670252 w 12192000"/>
              <a:gd name="connsiteY93" fmla="*/ 3622798 h 4267200"/>
              <a:gd name="connsiteX94" fmla="*/ 3817258 w 12192000"/>
              <a:gd name="connsiteY94" fmla="*/ 3723577 h 4267200"/>
              <a:gd name="connsiteX95" fmla="*/ 4000461 w 12192000"/>
              <a:gd name="connsiteY95" fmla="*/ 3855966 h 4267200"/>
              <a:gd name="connsiteX96" fmla="*/ 4088180 w 12192000"/>
              <a:gd name="connsiteY96" fmla="*/ 3929774 h 4267200"/>
              <a:gd name="connsiteX97" fmla="*/ 4184555 w 12192000"/>
              <a:gd name="connsiteY97" fmla="*/ 4010683 h 4267200"/>
              <a:gd name="connsiteX98" fmla="*/ 4399563 w 12192000"/>
              <a:gd name="connsiteY98" fmla="*/ 4158106 h 4267200"/>
              <a:gd name="connsiteX99" fmla="*/ 4546299 w 12192000"/>
              <a:gd name="connsiteY99" fmla="*/ 4254934 h 4267200"/>
              <a:gd name="connsiteX100" fmla="*/ 4561743 w 12192000"/>
              <a:gd name="connsiteY100" fmla="*/ 4267200 h 4267200"/>
              <a:gd name="connsiteX101" fmla="*/ 4509274 w 12192000"/>
              <a:gd name="connsiteY101" fmla="*/ 4267200 h 4267200"/>
              <a:gd name="connsiteX102" fmla="*/ 4383389 w 12192000"/>
              <a:gd name="connsiteY102" fmla="*/ 4184369 h 4267200"/>
              <a:gd name="connsiteX103" fmla="*/ 4165508 w 12192000"/>
              <a:gd name="connsiteY103" fmla="*/ 4035196 h 4267200"/>
              <a:gd name="connsiteX104" fmla="*/ 4068162 w 12192000"/>
              <a:gd name="connsiteY104" fmla="*/ 3953394 h 4267200"/>
              <a:gd name="connsiteX105" fmla="*/ 3981416 w 12192000"/>
              <a:gd name="connsiteY105" fmla="*/ 3880482 h 4267200"/>
              <a:gd name="connsiteX106" fmla="*/ 3800147 w 12192000"/>
              <a:gd name="connsiteY106" fmla="*/ 3749872 h 4267200"/>
              <a:gd name="connsiteX107" fmla="*/ 3655073 w 12192000"/>
              <a:gd name="connsiteY107" fmla="*/ 3650884 h 4267200"/>
              <a:gd name="connsiteX108" fmla="*/ 3989938 w 12192000"/>
              <a:gd name="connsiteY108" fmla="*/ 3991685 h 4267200"/>
              <a:gd name="connsiteX109" fmla="*/ 4393907 w 12192000"/>
              <a:gd name="connsiteY109" fmla="*/ 4261258 h 4267200"/>
              <a:gd name="connsiteX110" fmla="*/ 4408201 w 12192000"/>
              <a:gd name="connsiteY110" fmla="*/ 4267200 h 4267200"/>
              <a:gd name="connsiteX111" fmla="*/ 4250346 w 12192000"/>
              <a:gd name="connsiteY111" fmla="*/ 4267200 h 4267200"/>
              <a:gd name="connsiteX112" fmla="*/ 4245269 w 12192000"/>
              <a:gd name="connsiteY112" fmla="*/ 4265040 h 4267200"/>
              <a:gd name="connsiteX113" fmla="*/ 4036318 w 12192000"/>
              <a:gd name="connsiteY113" fmla="*/ 4147013 h 4267200"/>
              <a:gd name="connsiteX114" fmla="*/ 3432098 w 12192000"/>
              <a:gd name="connsiteY114" fmla="*/ 3537312 h 4267200"/>
              <a:gd name="connsiteX115" fmla="*/ 3429186 w 12192000"/>
              <a:gd name="connsiteY115" fmla="*/ 3458784 h 4267200"/>
              <a:gd name="connsiteX116" fmla="*/ 9334796 w 12192000"/>
              <a:gd name="connsiteY116" fmla="*/ 3456584 h 4267200"/>
              <a:gd name="connsiteX117" fmla="*/ 9651570 w 12192000"/>
              <a:gd name="connsiteY117" fmla="*/ 3826505 h 4267200"/>
              <a:gd name="connsiteX118" fmla="*/ 9334796 w 12192000"/>
              <a:gd name="connsiteY118" fmla="*/ 3456584 h 4267200"/>
              <a:gd name="connsiteX119" fmla="*/ 4440129 w 12192000"/>
              <a:gd name="connsiteY119" fmla="*/ 3448571 h 4267200"/>
              <a:gd name="connsiteX120" fmla="*/ 4856525 w 12192000"/>
              <a:gd name="connsiteY120" fmla="*/ 3915351 h 4267200"/>
              <a:gd name="connsiteX121" fmla="*/ 5059055 w 12192000"/>
              <a:gd name="connsiteY121" fmla="*/ 4108918 h 4267200"/>
              <a:gd name="connsiteX122" fmla="*/ 5290070 w 12192000"/>
              <a:gd name="connsiteY122" fmla="*/ 4263619 h 4267200"/>
              <a:gd name="connsiteX123" fmla="*/ 4834991 w 12192000"/>
              <a:gd name="connsiteY123" fmla="*/ 3830985 h 4267200"/>
              <a:gd name="connsiteX124" fmla="*/ 4440129 w 12192000"/>
              <a:gd name="connsiteY124" fmla="*/ 3448571 h 4267200"/>
              <a:gd name="connsiteX125" fmla="*/ 5425834 w 12192000"/>
              <a:gd name="connsiteY125" fmla="*/ 3162785 h 4267200"/>
              <a:gd name="connsiteX126" fmla="*/ 5401644 w 12192000"/>
              <a:gd name="connsiteY126" fmla="*/ 3617847 h 4267200"/>
              <a:gd name="connsiteX127" fmla="*/ 5467256 w 12192000"/>
              <a:gd name="connsiteY127" fmla="*/ 4175494 h 4267200"/>
              <a:gd name="connsiteX128" fmla="*/ 5448069 w 12192000"/>
              <a:gd name="connsiteY128" fmla="*/ 3567554 h 4267200"/>
              <a:gd name="connsiteX129" fmla="*/ 1318687 w 12192000"/>
              <a:gd name="connsiteY129" fmla="*/ 3113840 h 4267200"/>
              <a:gd name="connsiteX130" fmla="*/ 1066793 w 12192000"/>
              <a:gd name="connsiteY130" fmla="*/ 3212171 h 4267200"/>
              <a:gd name="connsiteX131" fmla="*/ 993319 w 12192000"/>
              <a:gd name="connsiteY131" fmla="*/ 3247648 h 4267200"/>
              <a:gd name="connsiteX132" fmla="*/ 853081 w 12192000"/>
              <a:gd name="connsiteY132" fmla="*/ 3312410 h 4267200"/>
              <a:gd name="connsiteX133" fmla="*/ 805957 w 12192000"/>
              <a:gd name="connsiteY133" fmla="*/ 3330443 h 4267200"/>
              <a:gd name="connsiteX134" fmla="*/ 1318687 w 12192000"/>
              <a:gd name="connsiteY134" fmla="*/ 3113840 h 4267200"/>
              <a:gd name="connsiteX135" fmla="*/ 5453702 w 12192000"/>
              <a:gd name="connsiteY135" fmla="*/ 3090882 h 4267200"/>
              <a:gd name="connsiteX136" fmla="*/ 5480135 w 12192000"/>
              <a:gd name="connsiteY136" fmla="*/ 3565802 h 4267200"/>
              <a:gd name="connsiteX137" fmla="*/ 5499023 w 12192000"/>
              <a:gd name="connsiteY137" fmla="*/ 4166310 h 4267200"/>
              <a:gd name="connsiteX138" fmla="*/ 5547022 w 12192000"/>
              <a:gd name="connsiteY138" fmla="*/ 3607838 h 4267200"/>
              <a:gd name="connsiteX139" fmla="*/ 5515964 w 12192000"/>
              <a:gd name="connsiteY139" fmla="*/ 3378541 h 4267200"/>
              <a:gd name="connsiteX140" fmla="*/ 5453702 w 12192000"/>
              <a:gd name="connsiteY140" fmla="*/ 3090882 h 4267200"/>
              <a:gd name="connsiteX141" fmla="*/ 9790480 w 12192000"/>
              <a:gd name="connsiteY141" fmla="*/ 3078533 h 4267200"/>
              <a:gd name="connsiteX142" fmla="*/ 9763295 w 12192000"/>
              <a:gd name="connsiteY142" fmla="*/ 3245370 h 4267200"/>
              <a:gd name="connsiteX143" fmla="*/ 9736458 w 12192000"/>
              <a:gd name="connsiteY143" fmla="*/ 3758413 h 4267200"/>
              <a:gd name="connsiteX144" fmla="*/ 9763499 w 12192000"/>
              <a:gd name="connsiteY144" fmla="*/ 3528057 h 4267200"/>
              <a:gd name="connsiteX145" fmla="*/ 9793906 w 12192000"/>
              <a:gd name="connsiteY145" fmla="*/ 3231157 h 4267200"/>
              <a:gd name="connsiteX146" fmla="*/ 9791874 w 12192000"/>
              <a:gd name="connsiteY146" fmla="*/ 3142788 h 4267200"/>
              <a:gd name="connsiteX147" fmla="*/ 9790480 w 12192000"/>
              <a:gd name="connsiteY147" fmla="*/ 3078533 h 4267200"/>
              <a:gd name="connsiteX148" fmla="*/ 1238695 w 12192000"/>
              <a:gd name="connsiteY148" fmla="*/ 3076820 h 4267200"/>
              <a:gd name="connsiteX149" fmla="*/ 716371 w 12192000"/>
              <a:gd name="connsiteY149" fmla="*/ 3293249 h 4267200"/>
              <a:gd name="connsiteX150" fmla="*/ 579522 w 12192000"/>
              <a:gd name="connsiteY150" fmla="*/ 3371759 h 4267200"/>
              <a:gd name="connsiteX151" fmla="*/ 600288 w 12192000"/>
              <a:gd name="connsiteY151" fmla="*/ 3365555 h 4267200"/>
              <a:gd name="connsiteX152" fmla="*/ 840692 w 12192000"/>
              <a:gd name="connsiteY152" fmla="*/ 3284921 h 4267200"/>
              <a:gd name="connsiteX153" fmla="*/ 979248 w 12192000"/>
              <a:gd name="connsiteY153" fmla="*/ 3221003 h 4267200"/>
              <a:gd name="connsiteX154" fmla="*/ 1053282 w 12192000"/>
              <a:gd name="connsiteY154" fmla="*/ 3185247 h 4267200"/>
              <a:gd name="connsiteX155" fmla="*/ 1320603 w 12192000"/>
              <a:gd name="connsiteY155" fmla="*/ 3081281 h 4267200"/>
              <a:gd name="connsiteX156" fmla="*/ 1238695 w 12192000"/>
              <a:gd name="connsiteY156" fmla="*/ 3076820 h 4267200"/>
              <a:gd name="connsiteX157" fmla="*/ 5425627 w 12192000"/>
              <a:gd name="connsiteY157" fmla="*/ 2954192 h 4267200"/>
              <a:gd name="connsiteX158" fmla="*/ 5470770 w 12192000"/>
              <a:gd name="connsiteY158" fmla="*/ 3005435 h 4267200"/>
              <a:gd name="connsiteX159" fmla="*/ 5567647 w 12192000"/>
              <a:gd name="connsiteY159" fmla="*/ 4190286 h 4267200"/>
              <a:gd name="connsiteX160" fmla="*/ 5545854 w 12192000"/>
              <a:gd name="connsiteY160" fmla="*/ 4267200 h 4267200"/>
              <a:gd name="connsiteX161" fmla="*/ 5391871 w 12192000"/>
              <a:gd name="connsiteY161" fmla="*/ 4267200 h 4267200"/>
              <a:gd name="connsiteX162" fmla="*/ 5318171 w 12192000"/>
              <a:gd name="connsiteY162" fmla="*/ 4175818 h 4267200"/>
              <a:gd name="connsiteX163" fmla="*/ 4943646 w 12192000"/>
              <a:gd name="connsiteY163" fmla="*/ 3822916 h 4267200"/>
              <a:gd name="connsiteX164" fmla="*/ 4594837 w 12192000"/>
              <a:gd name="connsiteY164" fmla="*/ 3532274 h 4267200"/>
              <a:gd name="connsiteX165" fmla="*/ 4441737 w 12192000"/>
              <a:gd name="connsiteY165" fmla="*/ 3399734 h 4267200"/>
              <a:gd name="connsiteX166" fmla="*/ 4431236 w 12192000"/>
              <a:gd name="connsiteY166" fmla="*/ 3400954 h 4267200"/>
              <a:gd name="connsiteX167" fmla="*/ 4557150 w 12192000"/>
              <a:gd name="connsiteY167" fmla="*/ 3510023 h 4267200"/>
              <a:gd name="connsiteX168" fmla="*/ 4856936 w 12192000"/>
              <a:gd name="connsiteY168" fmla="*/ 3809146 h 4267200"/>
              <a:gd name="connsiteX169" fmla="*/ 5111996 w 12192000"/>
              <a:gd name="connsiteY169" fmla="*/ 4065759 h 4267200"/>
              <a:gd name="connsiteX170" fmla="*/ 5246890 w 12192000"/>
              <a:gd name="connsiteY170" fmla="*/ 4187633 h 4267200"/>
              <a:gd name="connsiteX171" fmla="*/ 5347266 w 12192000"/>
              <a:gd name="connsiteY171" fmla="*/ 4267200 h 4267200"/>
              <a:gd name="connsiteX172" fmla="*/ 5164092 w 12192000"/>
              <a:gd name="connsiteY172" fmla="*/ 4267200 h 4267200"/>
              <a:gd name="connsiteX173" fmla="*/ 5108945 w 12192000"/>
              <a:gd name="connsiteY173" fmla="*/ 4232176 h 4267200"/>
              <a:gd name="connsiteX174" fmla="*/ 4294126 w 12192000"/>
              <a:gd name="connsiteY174" fmla="*/ 3303048 h 4267200"/>
              <a:gd name="connsiteX175" fmla="*/ 4305321 w 12192000"/>
              <a:gd name="connsiteY175" fmla="*/ 3256953 h 4267200"/>
              <a:gd name="connsiteX176" fmla="*/ 4949299 w 12192000"/>
              <a:gd name="connsiteY176" fmla="*/ 3766336 h 4267200"/>
              <a:gd name="connsiteX177" fmla="*/ 5291452 w 12192000"/>
              <a:gd name="connsiteY177" fmla="*/ 4076801 h 4267200"/>
              <a:gd name="connsiteX178" fmla="*/ 5434998 w 12192000"/>
              <a:gd name="connsiteY178" fmla="*/ 4254100 h 4267200"/>
              <a:gd name="connsiteX179" fmla="*/ 5351015 w 12192000"/>
              <a:gd name="connsiteY179" fmla="*/ 3760989 h 4267200"/>
              <a:gd name="connsiteX180" fmla="*/ 5413780 w 12192000"/>
              <a:gd name="connsiteY180" fmla="*/ 2966265 h 4267200"/>
              <a:gd name="connsiteX181" fmla="*/ 5425627 w 12192000"/>
              <a:gd name="connsiteY181" fmla="*/ 2954192 h 4267200"/>
              <a:gd name="connsiteX182" fmla="*/ 8380397 w 12192000"/>
              <a:gd name="connsiteY182" fmla="*/ 2896659 h 4267200"/>
              <a:gd name="connsiteX183" fmla="*/ 8634801 w 12192000"/>
              <a:gd name="connsiteY183" fmla="*/ 3304169 h 4267200"/>
              <a:gd name="connsiteX184" fmla="*/ 8971448 w 12192000"/>
              <a:gd name="connsiteY184" fmla="*/ 3675946 h 4267200"/>
              <a:gd name="connsiteX185" fmla="*/ 8820691 w 12192000"/>
              <a:gd name="connsiteY185" fmla="*/ 3486482 h 4267200"/>
              <a:gd name="connsiteX186" fmla="*/ 8807612 w 12192000"/>
              <a:gd name="connsiteY186" fmla="*/ 3467256 h 4267200"/>
              <a:gd name="connsiteX187" fmla="*/ 8556796 w 12192000"/>
              <a:gd name="connsiteY187" fmla="*/ 3116474 h 4267200"/>
              <a:gd name="connsiteX188" fmla="*/ 8427018 w 12192000"/>
              <a:gd name="connsiteY188" fmla="*/ 2948853 h 4267200"/>
              <a:gd name="connsiteX189" fmla="*/ 8380397 w 12192000"/>
              <a:gd name="connsiteY189" fmla="*/ 2896659 h 4267200"/>
              <a:gd name="connsiteX190" fmla="*/ 9831020 w 12192000"/>
              <a:gd name="connsiteY190" fmla="*/ 2871730 h 4267200"/>
              <a:gd name="connsiteX191" fmla="*/ 9827707 w 12192000"/>
              <a:gd name="connsiteY191" fmla="*/ 2915231 h 4267200"/>
              <a:gd name="connsiteX192" fmla="*/ 9820699 w 12192000"/>
              <a:gd name="connsiteY192" fmla="*/ 3051540 h 4267200"/>
              <a:gd name="connsiteX193" fmla="*/ 9822525 w 12192000"/>
              <a:gd name="connsiteY193" fmla="*/ 3140814 h 4267200"/>
              <a:gd name="connsiteX194" fmla="*/ 9824704 w 12192000"/>
              <a:gd name="connsiteY194" fmla="*/ 3230628 h 4267200"/>
              <a:gd name="connsiteX195" fmla="*/ 9793821 w 12192000"/>
              <a:gd name="connsiteY195" fmla="*/ 3531652 h 4267200"/>
              <a:gd name="connsiteX196" fmla="*/ 9767436 w 12192000"/>
              <a:gd name="connsiteY196" fmla="*/ 3750864 h 4267200"/>
              <a:gd name="connsiteX197" fmla="*/ 9814477 w 12192000"/>
              <a:gd name="connsiteY197" fmla="*/ 3662531 h 4267200"/>
              <a:gd name="connsiteX198" fmla="*/ 9831020 w 12192000"/>
              <a:gd name="connsiteY198" fmla="*/ 2871730 h 4267200"/>
              <a:gd name="connsiteX199" fmla="*/ 8380521 w 12192000"/>
              <a:gd name="connsiteY199" fmla="*/ 2850596 h 4267200"/>
              <a:gd name="connsiteX200" fmla="*/ 8451446 w 12192000"/>
              <a:gd name="connsiteY200" fmla="*/ 2928627 h 4267200"/>
              <a:gd name="connsiteX201" fmla="*/ 8582269 w 12192000"/>
              <a:gd name="connsiteY201" fmla="*/ 3097880 h 4267200"/>
              <a:gd name="connsiteX202" fmla="*/ 8833783 w 12192000"/>
              <a:gd name="connsiteY202" fmla="*/ 3449753 h 4267200"/>
              <a:gd name="connsiteX203" fmla="*/ 8846863 w 12192000"/>
              <a:gd name="connsiteY203" fmla="*/ 3468981 h 4267200"/>
              <a:gd name="connsiteX204" fmla="*/ 8960046 w 12192000"/>
              <a:gd name="connsiteY204" fmla="*/ 3620389 h 4267200"/>
              <a:gd name="connsiteX205" fmla="*/ 8380521 w 12192000"/>
              <a:gd name="connsiteY205" fmla="*/ 2850596 h 4267200"/>
              <a:gd name="connsiteX206" fmla="*/ 9854151 w 12192000"/>
              <a:gd name="connsiteY206" fmla="*/ 2642862 h 4267200"/>
              <a:gd name="connsiteX207" fmla="*/ 9871341 w 12192000"/>
              <a:gd name="connsiteY207" fmla="*/ 2659697 h 4267200"/>
              <a:gd name="connsiteX208" fmla="*/ 9966678 w 12192000"/>
              <a:gd name="connsiteY208" fmla="*/ 3423399 h 4267200"/>
              <a:gd name="connsiteX209" fmla="*/ 9880832 w 12192000"/>
              <a:gd name="connsiteY209" fmla="*/ 3700562 h 4267200"/>
              <a:gd name="connsiteX210" fmla="*/ 9896024 w 12192000"/>
              <a:gd name="connsiteY210" fmla="*/ 4178295 h 4267200"/>
              <a:gd name="connsiteX211" fmla="*/ 10028060 w 12192000"/>
              <a:gd name="connsiteY211" fmla="*/ 4267200 h 4267200"/>
              <a:gd name="connsiteX212" fmla="*/ 9651813 w 12192000"/>
              <a:gd name="connsiteY212" fmla="*/ 4267200 h 4267200"/>
              <a:gd name="connsiteX213" fmla="*/ 9814527 w 12192000"/>
              <a:gd name="connsiteY213" fmla="*/ 4248048 h 4267200"/>
              <a:gd name="connsiteX214" fmla="*/ 9615182 w 12192000"/>
              <a:gd name="connsiteY214" fmla="*/ 4220499 h 4267200"/>
              <a:gd name="connsiteX215" fmla="*/ 9465210 w 12192000"/>
              <a:gd name="connsiteY215" fmla="*/ 4242240 h 4267200"/>
              <a:gd name="connsiteX216" fmla="*/ 9387108 w 12192000"/>
              <a:gd name="connsiteY216" fmla="*/ 4267200 h 4267200"/>
              <a:gd name="connsiteX217" fmla="*/ 9268441 w 12192000"/>
              <a:gd name="connsiteY217" fmla="*/ 4267200 h 4267200"/>
              <a:gd name="connsiteX218" fmla="*/ 9307676 w 12192000"/>
              <a:gd name="connsiteY218" fmla="*/ 4251276 h 4267200"/>
              <a:gd name="connsiteX219" fmla="*/ 9761570 w 12192000"/>
              <a:gd name="connsiteY219" fmla="*/ 4182283 h 4267200"/>
              <a:gd name="connsiteX220" fmla="*/ 9368237 w 12192000"/>
              <a:gd name="connsiteY220" fmla="*/ 3949470 h 4267200"/>
              <a:gd name="connsiteX221" fmla="*/ 9354614 w 12192000"/>
              <a:gd name="connsiteY221" fmla="*/ 3951288 h 4267200"/>
              <a:gd name="connsiteX222" fmla="*/ 8364351 w 12192000"/>
              <a:gd name="connsiteY222" fmla="*/ 4159267 h 4267200"/>
              <a:gd name="connsiteX223" fmla="*/ 8386567 w 12192000"/>
              <a:gd name="connsiteY223" fmla="*/ 4119760 h 4267200"/>
              <a:gd name="connsiteX224" fmla="*/ 9231713 w 12192000"/>
              <a:gd name="connsiteY224" fmla="*/ 3873539 h 4267200"/>
              <a:gd name="connsiteX225" fmla="*/ 9023301 w 12192000"/>
              <a:gd name="connsiteY225" fmla="*/ 3763109 h 4267200"/>
              <a:gd name="connsiteX226" fmla="*/ 9010556 w 12192000"/>
              <a:gd name="connsiteY226" fmla="*/ 3758998 h 4267200"/>
              <a:gd name="connsiteX227" fmla="*/ 8604324 w 12192000"/>
              <a:gd name="connsiteY227" fmla="*/ 3417171 h 4267200"/>
              <a:gd name="connsiteX228" fmla="*/ 8218577 w 12192000"/>
              <a:gd name="connsiteY228" fmla="*/ 2770227 h 4267200"/>
              <a:gd name="connsiteX229" fmla="*/ 8222774 w 12192000"/>
              <a:gd name="connsiteY229" fmla="*/ 2749954 h 4267200"/>
              <a:gd name="connsiteX230" fmla="*/ 8297623 w 12192000"/>
              <a:gd name="connsiteY230" fmla="*/ 2731935 h 4267200"/>
              <a:gd name="connsiteX231" fmla="*/ 9090618 w 12192000"/>
              <a:gd name="connsiteY231" fmla="*/ 3716225 h 4267200"/>
              <a:gd name="connsiteX232" fmla="*/ 9762441 w 12192000"/>
              <a:gd name="connsiteY232" fmla="*/ 4093587 h 4267200"/>
              <a:gd name="connsiteX233" fmla="*/ 9717826 w 12192000"/>
              <a:gd name="connsiteY233" fmla="*/ 3916719 h 4267200"/>
              <a:gd name="connsiteX234" fmla="*/ 9713123 w 12192000"/>
              <a:gd name="connsiteY234" fmla="*/ 3916663 h 4267200"/>
              <a:gd name="connsiteX235" fmla="*/ 9175594 w 12192000"/>
              <a:gd name="connsiteY235" fmla="*/ 3326950 h 4267200"/>
              <a:gd name="connsiteX236" fmla="*/ 9253941 w 12192000"/>
              <a:gd name="connsiteY236" fmla="*/ 3287566 h 4267200"/>
              <a:gd name="connsiteX237" fmla="*/ 9625671 w 12192000"/>
              <a:gd name="connsiteY237" fmla="*/ 3639960 h 4267200"/>
              <a:gd name="connsiteX238" fmla="*/ 9656881 w 12192000"/>
              <a:gd name="connsiteY238" fmla="*/ 3333361 h 4267200"/>
              <a:gd name="connsiteX239" fmla="*/ 9782066 w 12192000"/>
              <a:gd name="connsiteY239" fmla="*/ 2680771 h 4267200"/>
              <a:gd name="connsiteX240" fmla="*/ 9854151 w 12192000"/>
              <a:gd name="connsiteY240" fmla="*/ 2642862 h 4267200"/>
              <a:gd name="connsiteX241" fmla="*/ 11114299 w 12192000"/>
              <a:gd name="connsiteY241" fmla="*/ 2390555 h 4267200"/>
              <a:gd name="connsiteX242" fmla="*/ 11113373 w 12192000"/>
              <a:gd name="connsiteY242" fmla="*/ 2392739 h 4267200"/>
              <a:gd name="connsiteX243" fmla="*/ 11117197 w 12192000"/>
              <a:gd name="connsiteY243" fmla="*/ 2394358 h 4267200"/>
              <a:gd name="connsiteX244" fmla="*/ 11114299 w 12192000"/>
              <a:gd name="connsiteY244" fmla="*/ 2390555 h 4267200"/>
              <a:gd name="connsiteX245" fmla="*/ 10506276 w 12192000"/>
              <a:gd name="connsiteY245" fmla="*/ 2118977 h 4267200"/>
              <a:gd name="connsiteX246" fmla="*/ 10431542 w 12192000"/>
              <a:gd name="connsiteY246" fmla="*/ 2525128 h 4267200"/>
              <a:gd name="connsiteX247" fmla="*/ 10391375 w 12192000"/>
              <a:gd name="connsiteY247" fmla="*/ 2667145 h 4267200"/>
              <a:gd name="connsiteX248" fmla="*/ 10355047 w 12192000"/>
              <a:gd name="connsiteY248" fmla="*/ 2832031 h 4267200"/>
              <a:gd name="connsiteX249" fmla="*/ 10336080 w 12192000"/>
              <a:gd name="connsiteY249" fmla="*/ 2927011 h 4267200"/>
              <a:gd name="connsiteX250" fmla="*/ 10389394 w 12192000"/>
              <a:gd name="connsiteY250" fmla="*/ 2782834 h 4267200"/>
              <a:gd name="connsiteX251" fmla="*/ 10506276 w 12192000"/>
              <a:gd name="connsiteY251" fmla="*/ 2118977 h 4267200"/>
              <a:gd name="connsiteX252" fmla="*/ 11538179 w 12192000"/>
              <a:gd name="connsiteY252" fmla="*/ 2090376 h 4267200"/>
              <a:gd name="connsiteX253" fmla="*/ 11577479 w 12192000"/>
              <a:gd name="connsiteY253" fmla="*/ 2228695 h 4267200"/>
              <a:gd name="connsiteX254" fmla="*/ 11586754 w 12192000"/>
              <a:gd name="connsiteY254" fmla="*/ 2266098 h 4267200"/>
              <a:gd name="connsiteX255" fmla="*/ 11609011 w 12192000"/>
              <a:gd name="connsiteY255" fmla="*/ 2353427 h 4267200"/>
              <a:gd name="connsiteX256" fmla="*/ 11761579 w 12192000"/>
              <a:gd name="connsiteY256" fmla="*/ 2703223 h 4267200"/>
              <a:gd name="connsiteX257" fmla="*/ 11877711 w 12192000"/>
              <a:gd name="connsiteY257" fmla="*/ 2947465 h 4267200"/>
              <a:gd name="connsiteX258" fmla="*/ 11538179 w 12192000"/>
              <a:gd name="connsiteY258" fmla="*/ 2090376 h 4267200"/>
              <a:gd name="connsiteX259" fmla="*/ 6604735 w 12192000"/>
              <a:gd name="connsiteY259" fmla="*/ 2041381 h 4267200"/>
              <a:gd name="connsiteX260" fmla="*/ 7204487 w 12192000"/>
              <a:gd name="connsiteY260" fmla="*/ 2742112 h 4267200"/>
              <a:gd name="connsiteX261" fmla="*/ 7131592 w 12192000"/>
              <a:gd name="connsiteY261" fmla="*/ 2672096 h 4267200"/>
              <a:gd name="connsiteX262" fmla="*/ 6996344 w 12192000"/>
              <a:gd name="connsiteY262" fmla="*/ 2518310 h 4267200"/>
              <a:gd name="connsiteX263" fmla="*/ 6735495 w 12192000"/>
              <a:gd name="connsiteY263" fmla="*/ 2196890 h 4267200"/>
              <a:gd name="connsiteX264" fmla="*/ 6721901 w 12192000"/>
              <a:gd name="connsiteY264" fmla="*/ 2179274 h 4267200"/>
              <a:gd name="connsiteX265" fmla="*/ 6604735 w 12192000"/>
              <a:gd name="connsiteY265" fmla="*/ 2041381 h 4267200"/>
              <a:gd name="connsiteX266" fmla="*/ 11488421 w 12192000"/>
              <a:gd name="connsiteY266" fmla="*/ 2034549 h 4267200"/>
              <a:gd name="connsiteX267" fmla="*/ 11840356 w 12192000"/>
              <a:gd name="connsiteY267" fmla="*/ 2932293 h 4267200"/>
              <a:gd name="connsiteX268" fmla="*/ 11736331 w 12192000"/>
              <a:gd name="connsiteY268" fmla="*/ 2715710 h 4267200"/>
              <a:gd name="connsiteX269" fmla="*/ 11581560 w 12192000"/>
              <a:gd name="connsiteY269" fmla="*/ 2360474 h 4267200"/>
              <a:gd name="connsiteX270" fmla="*/ 11558442 w 12192000"/>
              <a:gd name="connsiteY270" fmla="*/ 2272139 h 4267200"/>
              <a:gd name="connsiteX271" fmla="*/ 11549169 w 12192000"/>
              <a:gd name="connsiteY271" fmla="*/ 2234734 h 4267200"/>
              <a:gd name="connsiteX272" fmla="*/ 11488421 w 12192000"/>
              <a:gd name="connsiteY272" fmla="*/ 2034549 h 4267200"/>
              <a:gd name="connsiteX273" fmla="*/ 10468916 w 12192000"/>
              <a:gd name="connsiteY273" fmla="*/ 2032338 h 4267200"/>
              <a:gd name="connsiteX274" fmla="*/ 10421480 w 12192000"/>
              <a:gd name="connsiteY274" fmla="*/ 2185446 h 4267200"/>
              <a:gd name="connsiteX275" fmla="*/ 10351264 w 12192000"/>
              <a:gd name="connsiteY275" fmla="*/ 2591574 h 4267200"/>
              <a:gd name="connsiteX276" fmla="*/ 10294485 w 12192000"/>
              <a:gd name="connsiteY276" fmla="*/ 2991809 h 4267200"/>
              <a:gd name="connsiteX277" fmla="*/ 10327850 w 12192000"/>
              <a:gd name="connsiteY277" fmla="*/ 2826310 h 4267200"/>
              <a:gd name="connsiteX278" fmla="*/ 10364099 w 12192000"/>
              <a:gd name="connsiteY278" fmla="*/ 2660098 h 4267200"/>
              <a:gd name="connsiteX279" fmla="*/ 10404725 w 12192000"/>
              <a:gd name="connsiteY279" fmla="*/ 2516991 h 4267200"/>
              <a:gd name="connsiteX280" fmla="*/ 10478071 w 12192000"/>
              <a:gd name="connsiteY280" fmla="*/ 2114122 h 4267200"/>
              <a:gd name="connsiteX281" fmla="*/ 10468916 w 12192000"/>
              <a:gd name="connsiteY281" fmla="*/ 2032338 h 4267200"/>
              <a:gd name="connsiteX282" fmla="*/ 10573132 w 12192000"/>
              <a:gd name="connsiteY282" fmla="*/ 1991479 h 4267200"/>
              <a:gd name="connsiteX283" fmla="*/ 11066880 w 12192000"/>
              <a:gd name="connsiteY283" fmla="*/ 2371770 h 4267200"/>
              <a:gd name="connsiteX284" fmla="*/ 10573132 w 12192000"/>
              <a:gd name="connsiteY284" fmla="*/ 1991479 h 4267200"/>
              <a:gd name="connsiteX285" fmla="*/ 6591670 w 12192000"/>
              <a:gd name="connsiteY285" fmla="*/ 1988277 h 4267200"/>
              <a:gd name="connsiteX286" fmla="*/ 6747349 w 12192000"/>
              <a:gd name="connsiteY286" fmla="*/ 2160069 h 4267200"/>
              <a:gd name="connsiteX287" fmla="*/ 6760943 w 12192000"/>
              <a:gd name="connsiteY287" fmla="*/ 2177686 h 4267200"/>
              <a:gd name="connsiteX288" fmla="*/ 7021065 w 12192000"/>
              <a:gd name="connsiteY288" fmla="*/ 2498102 h 4267200"/>
              <a:gd name="connsiteX289" fmla="*/ 7155223 w 12192000"/>
              <a:gd name="connsiteY289" fmla="*/ 2650386 h 4267200"/>
              <a:gd name="connsiteX290" fmla="*/ 7203167 w 12192000"/>
              <a:gd name="connsiteY290" fmla="*/ 2697288 h 4267200"/>
              <a:gd name="connsiteX291" fmla="*/ 6937703 w 12192000"/>
              <a:gd name="connsiteY291" fmla="*/ 2321981 h 4267200"/>
              <a:gd name="connsiteX292" fmla="*/ 6591670 w 12192000"/>
              <a:gd name="connsiteY292" fmla="*/ 1988277 h 4267200"/>
              <a:gd name="connsiteX293" fmla="*/ 5798671 w 12192000"/>
              <a:gd name="connsiteY293" fmla="*/ 1981601 h 4267200"/>
              <a:gd name="connsiteX294" fmla="*/ 5754709 w 12192000"/>
              <a:gd name="connsiteY294" fmla="*/ 2071454 h 4267200"/>
              <a:gd name="connsiteX295" fmla="*/ 5763044 w 12192000"/>
              <a:gd name="connsiteY295" fmla="*/ 2842206 h 4267200"/>
              <a:gd name="connsiteX296" fmla="*/ 5764974 w 12192000"/>
              <a:gd name="connsiteY296" fmla="*/ 2799609 h 4267200"/>
              <a:gd name="connsiteX297" fmla="*/ 5767665 w 12192000"/>
              <a:gd name="connsiteY297" fmla="*/ 2666409 h 4267200"/>
              <a:gd name="connsiteX298" fmla="*/ 5763055 w 12192000"/>
              <a:gd name="connsiteY298" fmla="*/ 2579705 h 4267200"/>
              <a:gd name="connsiteX299" fmla="*/ 5758079 w 12192000"/>
              <a:gd name="connsiteY299" fmla="*/ 2492508 h 4267200"/>
              <a:gd name="connsiteX300" fmla="*/ 5779325 w 12192000"/>
              <a:gd name="connsiteY300" fmla="*/ 2197069 h 4267200"/>
              <a:gd name="connsiteX301" fmla="*/ 5798671 w 12192000"/>
              <a:gd name="connsiteY301" fmla="*/ 1981601 h 4267200"/>
              <a:gd name="connsiteX302" fmla="*/ 5829202 w 12192000"/>
              <a:gd name="connsiteY302" fmla="*/ 1971679 h 4267200"/>
              <a:gd name="connsiteX303" fmla="*/ 5809558 w 12192000"/>
              <a:gd name="connsiteY303" fmla="*/ 2198043 h 4267200"/>
              <a:gd name="connsiteX304" fmla="*/ 5788653 w 12192000"/>
              <a:gd name="connsiteY304" fmla="*/ 2489430 h 4267200"/>
              <a:gd name="connsiteX305" fmla="*/ 5793439 w 12192000"/>
              <a:gd name="connsiteY305" fmla="*/ 2575235 h 4267200"/>
              <a:gd name="connsiteX306" fmla="*/ 5796837 w 12192000"/>
              <a:gd name="connsiteY306" fmla="*/ 2637633 h 4267200"/>
              <a:gd name="connsiteX307" fmla="*/ 5818614 w 12192000"/>
              <a:gd name="connsiteY307" fmla="*/ 2473055 h 4267200"/>
              <a:gd name="connsiteX308" fmla="*/ 5829202 w 12192000"/>
              <a:gd name="connsiteY308" fmla="*/ 1971679 h 4267200"/>
              <a:gd name="connsiteX309" fmla="*/ 10578769 w 12192000"/>
              <a:gd name="connsiteY309" fmla="*/ 1962963 h 4267200"/>
              <a:gd name="connsiteX310" fmla="*/ 11073823 w 12192000"/>
              <a:gd name="connsiteY310" fmla="*/ 2338658 h 4267200"/>
              <a:gd name="connsiteX311" fmla="*/ 10578769 w 12192000"/>
              <a:gd name="connsiteY311" fmla="*/ 1962963 h 4267200"/>
              <a:gd name="connsiteX312" fmla="*/ 5911389 w 12192000"/>
              <a:gd name="connsiteY312" fmla="*/ 1898371 h 4267200"/>
              <a:gd name="connsiteX313" fmla="*/ 6237627 w 12192000"/>
              <a:gd name="connsiteY313" fmla="*/ 2231921 h 4267200"/>
              <a:gd name="connsiteX314" fmla="*/ 5911389 w 12192000"/>
              <a:gd name="connsiteY314" fmla="*/ 1898371 h 4267200"/>
              <a:gd name="connsiteX315" fmla="*/ 6944437 w 12192000"/>
              <a:gd name="connsiteY315" fmla="*/ 1575402 h 4267200"/>
              <a:gd name="connsiteX316" fmla="*/ 6304730 w 12192000"/>
              <a:gd name="connsiteY316" fmla="*/ 1766654 h 4267200"/>
              <a:gd name="connsiteX317" fmla="*/ 6944437 w 12192000"/>
              <a:gd name="connsiteY317" fmla="*/ 1575402 h 4267200"/>
              <a:gd name="connsiteX318" fmla="*/ 7019523 w 12192000"/>
              <a:gd name="connsiteY318" fmla="*/ 1519450 h 4267200"/>
              <a:gd name="connsiteX319" fmla="*/ 6298091 w 12192000"/>
              <a:gd name="connsiteY319" fmla="*/ 1737122 h 4267200"/>
              <a:gd name="connsiteX320" fmla="*/ 7019523 w 12192000"/>
              <a:gd name="connsiteY320" fmla="*/ 1519450 h 4267200"/>
              <a:gd name="connsiteX321" fmla="*/ 2399523 w 12192000"/>
              <a:gd name="connsiteY321" fmla="*/ 1428234 h 4267200"/>
              <a:gd name="connsiteX322" fmla="*/ 2224982 w 12192000"/>
              <a:gd name="connsiteY322" fmla="*/ 1826201 h 4267200"/>
              <a:gd name="connsiteX323" fmla="*/ 2096099 w 12192000"/>
              <a:gd name="connsiteY323" fmla="*/ 2345900 h 4267200"/>
              <a:gd name="connsiteX324" fmla="*/ 2283317 w 12192000"/>
              <a:gd name="connsiteY324" fmla="*/ 1796925 h 4267200"/>
              <a:gd name="connsiteX325" fmla="*/ 2448558 w 12192000"/>
              <a:gd name="connsiteY325" fmla="*/ 1373435 h 4267200"/>
              <a:gd name="connsiteX326" fmla="*/ 2312521 w 12192000"/>
              <a:gd name="connsiteY326" fmla="*/ 1806140 h 4267200"/>
              <a:gd name="connsiteX327" fmla="*/ 2127533 w 12192000"/>
              <a:gd name="connsiteY327" fmla="*/ 2348380 h 4267200"/>
              <a:gd name="connsiteX328" fmla="*/ 2358080 w 12192000"/>
              <a:gd name="connsiteY328" fmla="*/ 1866134 h 4267200"/>
              <a:gd name="connsiteX329" fmla="*/ 2407436 w 12192000"/>
              <a:gd name="connsiteY329" fmla="*/ 1651070 h 4267200"/>
              <a:gd name="connsiteX330" fmla="*/ 2448558 w 12192000"/>
              <a:gd name="connsiteY330" fmla="*/ 1373435 h 4267200"/>
              <a:gd name="connsiteX331" fmla="*/ 278707 w 12192000"/>
              <a:gd name="connsiteY331" fmla="*/ 1352270 h 4267200"/>
              <a:gd name="connsiteX332" fmla="*/ 321570 w 12192000"/>
              <a:gd name="connsiteY332" fmla="*/ 1861610 h 4267200"/>
              <a:gd name="connsiteX333" fmla="*/ 294281 w 12192000"/>
              <a:gd name="connsiteY333" fmla="*/ 1440658 h 4267200"/>
              <a:gd name="connsiteX334" fmla="*/ 1423821 w 12192000"/>
              <a:gd name="connsiteY334" fmla="*/ 1351958 h 4267200"/>
              <a:gd name="connsiteX335" fmla="*/ 1638521 w 12192000"/>
              <a:gd name="connsiteY335" fmla="*/ 1908470 h 4267200"/>
              <a:gd name="connsiteX336" fmla="*/ 1754199 w 12192000"/>
              <a:gd name="connsiteY336" fmla="*/ 2149284 h 4267200"/>
              <a:gd name="connsiteX337" fmla="*/ 1908359 w 12192000"/>
              <a:gd name="connsiteY337" fmla="*/ 2364988 h 4267200"/>
              <a:gd name="connsiteX338" fmla="*/ 1647661 w 12192000"/>
              <a:gd name="connsiteY338" fmla="*/ 1825945 h 4267200"/>
              <a:gd name="connsiteX339" fmla="*/ 1423821 w 12192000"/>
              <a:gd name="connsiteY339" fmla="*/ 1351958 h 4267200"/>
              <a:gd name="connsiteX340" fmla="*/ 9518298 w 12192000"/>
              <a:gd name="connsiteY340" fmla="*/ 1338235 h 4267200"/>
              <a:gd name="connsiteX341" fmla="*/ 9838009 w 12192000"/>
              <a:gd name="connsiteY341" fmla="*/ 2272553 h 4267200"/>
              <a:gd name="connsiteX342" fmla="*/ 9805906 w 12192000"/>
              <a:gd name="connsiteY342" fmla="*/ 2159819 h 4267200"/>
              <a:gd name="connsiteX343" fmla="*/ 9801623 w 12192000"/>
              <a:gd name="connsiteY343" fmla="*/ 2142555 h 4267200"/>
              <a:gd name="connsiteX344" fmla="*/ 9628671 w 12192000"/>
              <a:gd name="connsiteY344" fmla="*/ 1617375 h 4267200"/>
              <a:gd name="connsiteX345" fmla="*/ 9598299 w 12192000"/>
              <a:gd name="connsiteY345" fmla="*/ 1544643 h 4267200"/>
              <a:gd name="connsiteX346" fmla="*/ 9518298 w 12192000"/>
              <a:gd name="connsiteY346" fmla="*/ 1338235 h 4267200"/>
              <a:gd name="connsiteX347" fmla="*/ 1431890 w 12192000"/>
              <a:gd name="connsiteY347" fmla="*/ 1306475 h 4267200"/>
              <a:gd name="connsiteX348" fmla="*/ 1507597 w 12192000"/>
              <a:gd name="connsiteY348" fmla="*/ 1446132 h 4267200"/>
              <a:gd name="connsiteX349" fmla="*/ 1674586 w 12192000"/>
              <a:gd name="connsiteY349" fmla="*/ 1813832 h 4267200"/>
              <a:gd name="connsiteX350" fmla="*/ 1815950 w 12192000"/>
              <a:gd name="connsiteY350" fmla="*/ 2128564 h 4267200"/>
              <a:gd name="connsiteX351" fmla="*/ 1984242 w 12192000"/>
              <a:gd name="connsiteY351" fmla="*/ 2430829 h 4267200"/>
              <a:gd name="connsiteX352" fmla="*/ 2014023 w 12192000"/>
              <a:gd name="connsiteY352" fmla="*/ 2450995 h 4267200"/>
              <a:gd name="connsiteX353" fmla="*/ 1747337 w 12192000"/>
              <a:gd name="connsiteY353" fmla="*/ 1855264 h 4267200"/>
              <a:gd name="connsiteX354" fmla="*/ 1533749 w 12192000"/>
              <a:gd name="connsiteY354" fmla="*/ 1478656 h 4267200"/>
              <a:gd name="connsiteX355" fmla="*/ 1431890 w 12192000"/>
              <a:gd name="connsiteY355" fmla="*/ 1306475 h 4267200"/>
              <a:gd name="connsiteX356" fmla="*/ 5052692 w 12192000"/>
              <a:gd name="connsiteY356" fmla="*/ 1292994 h 4267200"/>
              <a:gd name="connsiteX357" fmla="*/ 5200661 w 12192000"/>
              <a:gd name="connsiteY357" fmla="*/ 1635186 h 4267200"/>
              <a:gd name="connsiteX358" fmla="*/ 5297138 w 12192000"/>
              <a:gd name="connsiteY358" fmla="*/ 1906351 h 4267200"/>
              <a:gd name="connsiteX359" fmla="*/ 5052692 w 12192000"/>
              <a:gd name="connsiteY359" fmla="*/ 1292994 h 4267200"/>
              <a:gd name="connsiteX360" fmla="*/ 9528078 w 12192000"/>
              <a:gd name="connsiteY360" fmla="*/ 1278636 h 4267200"/>
              <a:gd name="connsiteX361" fmla="*/ 9623946 w 12192000"/>
              <a:gd name="connsiteY361" fmla="*/ 1534260 h 4267200"/>
              <a:gd name="connsiteX362" fmla="*/ 9654858 w 12192000"/>
              <a:gd name="connsiteY362" fmla="*/ 1607218 h 4267200"/>
              <a:gd name="connsiteX363" fmla="*/ 9826304 w 12192000"/>
              <a:gd name="connsiteY363" fmla="*/ 2125320 h 4267200"/>
              <a:gd name="connsiteX364" fmla="*/ 9701198 w 12192000"/>
              <a:gd name="connsiteY364" fmla="*/ 1646797 h 4267200"/>
              <a:gd name="connsiteX365" fmla="*/ 9528078 w 12192000"/>
              <a:gd name="connsiteY365" fmla="*/ 1278636 h 4267200"/>
              <a:gd name="connsiteX366" fmla="*/ 5009948 w 12192000"/>
              <a:gd name="connsiteY366" fmla="*/ 1273619 h 4267200"/>
              <a:gd name="connsiteX367" fmla="*/ 5121777 w 12192000"/>
              <a:gd name="connsiteY367" fmla="*/ 1654213 h 4267200"/>
              <a:gd name="connsiteX368" fmla="*/ 5293545 w 12192000"/>
              <a:gd name="connsiteY368" fmla="*/ 2072247 h 4267200"/>
              <a:gd name="connsiteX369" fmla="*/ 5294042 w 12192000"/>
              <a:gd name="connsiteY369" fmla="*/ 2065019 h 4267200"/>
              <a:gd name="connsiteX370" fmla="*/ 5171936 w 12192000"/>
              <a:gd name="connsiteY370" fmla="*/ 1647613 h 4267200"/>
              <a:gd name="connsiteX371" fmla="*/ 5009948 w 12192000"/>
              <a:gd name="connsiteY371" fmla="*/ 1273619 h 4267200"/>
              <a:gd name="connsiteX372" fmla="*/ 655236 w 12192000"/>
              <a:gd name="connsiteY372" fmla="*/ 1268632 h 4267200"/>
              <a:gd name="connsiteX373" fmla="*/ 839521 w 12192000"/>
              <a:gd name="connsiteY373" fmla="*/ 1685315 h 4267200"/>
              <a:gd name="connsiteX374" fmla="*/ 1109416 w 12192000"/>
              <a:gd name="connsiteY374" fmla="*/ 2061663 h 4267200"/>
              <a:gd name="connsiteX375" fmla="*/ 1298300 w 12192000"/>
              <a:gd name="connsiteY375" fmla="*/ 2247742 h 4267200"/>
              <a:gd name="connsiteX376" fmla="*/ 1125871 w 12192000"/>
              <a:gd name="connsiteY376" fmla="*/ 1989513 h 4267200"/>
              <a:gd name="connsiteX377" fmla="*/ 981574 w 12192000"/>
              <a:gd name="connsiteY377" fmla="*/ 1783157 h 4267200"/>
              <a:gd name="connsiteX378" fmla="*/ 922198 w 12192000"/>
              <a:gd name="connsiteY378" fmla="*/ 1677437 h 4267200"/>
              <a:gd name="connsiteX379" fmla="*/ 869293 w 12192000"/>
              <a:gd name="connsiteY379" fmla="*/ 1583214 h 4267200"/>
              <a:gd name="connsiteX380" fmla="*/ 751431 w 12192000"/>
              <a:gd name="connsiteY380" fmla="*/ 1405731 h 4267200"/>
              <a:gd name="connsiteX381" fmla="*/ 6516292 w 12192000"/>
              <a:gd name="connsiteY381" fmla="*/ 1263064 h 4267200"/>
              <a:gd name="connsiteX382" fmla="*/ 5736320 w 12192000"/>
              <a:gd name="connsiteY382" fmla="*/ 1501803 h 4267200"/>
              <a:gd name="connsiteX383" fmla="*/ 6516292 w 12192000"/>
              <a:gd name="connsiteY383" fmla="*/ 1263064 h 4267200"/>
              <a:gd name="connsiteX384" fmla="*/ 291466 w 12192000"/>
              <a:gd name="connsiteY384" fmla="*/ 1250369 h 4267200"/>
              <a:gd name="connsiteX385" fmla="*/ 323180 w 12192000"/>
              <a:gd name="connsiteY385" fmla="*/ 1435283 h 4267200"/>
              <a:gd name="connsiteX386" fmla="*/ 349381 w 12192000"/>
              <a:gd name="connsiteY386" fmla="*/ 1875041 h 4267200"/>
              <a:gd name="connsiteX387" fmla="*/ 374363 w 12192000"/>
              <a:gd name="connsiteY387" fmla="*/ 1506494 h 4267200"/>
              <a:gd name="connsiteX388" fmla="*/ 302168 w 12192000"/>
              <a:gd name="connsiteY388" fmla="*/ 1274495 h 4267200"/>
              <a:gd name="connsiteX389" fmla="*/ 291466 w 12192000"/>
              <a:gd name="connsiteY389" fmla="*/ 1250369 h 4267200"/>
              <a:gd name="connsiteX390" fmla="*/ 678222 w 12192000"/>
              <a:gd name="connsiteY390" fmla="*/ 1248670 h 4267200"/>
              <a:gd name="connsiteX391" fmla="*/ 775536 w 12192000"/>
              <a:gd name="connsiteY391" fmla="*/ 1388015 h 4267200"/>
              <a:gd name="connsiteX392" fmla="*/ 894529 w 12192000"/>
              <a:gd name="connsiteY392" fmla="*/ 1567739 h 4267200"/>
              <a:gd name="connsiteX393" fmla="*/ 948000 w 12192000"/>
              <a:gd name="connsiteY393" fmla="*/ 1663088 h 4267200"/>
              <a:gd name="connsiteX394" fmla="*/ 1006812 w 12192000"/>
              <a:gd name="connsiteY394" fmla="*/ 1767683 h 4267200"/>
              <a:gd name="connsiteX395" fmla="*/ 1149133 w 12192000"/>
              <a:gd name="connsiteY395" fmla="*/ 1971513 h 4267200"/>
              <a:gd name="connsiteX396" fmla="*/ 1333952 w 12192000"/>
              <a:gd name="connsiteY396" fmla="*/ 2251620 h 4267200"/>
              <a:gd name="connsiteX397" fmla="*/ 1337329 w 12192000"/>
              <a:gd name="connsiteY397" fmla="*/ 2258350 h 4267200"/>
              <a:gd name="connsiteX398" fmla="*/ 1014726 w 12192000"/>
              <a:gd name="connsiteY398" fmla="*/ 1615556 h 4267200"/>
              <a:gd name="connsiteX399" fmla="*/ 678222 w 12192000"/>
              <a:gd name="connsiteY399" fmla="*/ 1248670 h 4267200"/>
              <a:gd name="connsiteX400" fmla="*/ 9441752 w 12192000"/>
              <a:gd name="connsiteY400" fmla="*/ 1245311 h 4267200"/>
              <a:gd name="connsiteX401" fmla="*/ 9278979 w 12192000"/>
              <a:gd name="connsiteY401" fmla="*/ 1406236 h 4267200"/>
              <a:gd name="connsiteX402" fmla="*/ 9235540 w 12192000"/>
              <a:gd name="connsiteY402" fmla="*/ 1546869 h 4267200"/>
              <a:gd name="connsiteX403" fmla="*/ 9264074 w 12192000"/>
              <a:gd name="connsiteY403" fmla="*/ 1557016 h 4267200"/>
              <a:gd name="connsiteX404" fmla="*/ 9441752 w 12192000"/>
              <a:gd name="connsiteY404" fmla="*/ 1245311 h 4267200"/>
              <a:gd name="connsiteX405" fmla="*/ 6691602 w 12192000"/>
              <a:gd name="connsiteY405" fmla="*/ 1140573 h 4267200"/>
              <a:gd name="connsiteX406" fmla="*/ 6571100 w 12192000"/>
              <a:gd name="connsiteY406" fmla="*/ 1183662 h 4267200"/>
              <a:gd name="connsiteX407" fmla="*/ 6241687 w 12192000"/>
              <a:gd name="connsiteY407" fmla="*/ 1257600 h 4267200"/>
              <a:gd name="connsiteX408" fmla="*/ 5693009 w 12192000"/>
              <a:gd name="connsiteY408" fmla="*/ 1478256 h 4267200"/>
              <a:gd name="connsiteX409" fmla="*/ 6548420 w 12192000"/>
              <a:gd name="connsiteY409" fmla="*/ 1214599 h 4267200"/>
              <a:gd name="connsiteX410" fmla="*/ 6605473 w 12192000"/>
              <a:gd name="connsiteY410" fmla="*/ 1184686 h 4267200"/>
              <a:gd name="connsiteX411" fmla="*/ 6691602 w 12192000"/>
              <a:gd name="connsiteY411" fmla="*/ 1140573 h 4267200"/>
              <a:gd name="connsiteX412" fmla="*/ 4002475 w 12192000"/>
              <a:gd name="connsiteY412" fmla="*/ 1037802 h 4267200"/>
              <a:gd name="connsiteX413" fmla="*/ 4000324 w 12192000"/>
              <a:gd name="connsiteY413" fmla="*/ 1039362 h 4267200"/>
              <a:gd name="connsiteX414" fmla="*/ 4002862 w 12192000"/>
              <a:gd name="connsiteY414" fmla="*/ 1042866 h 4267200"/>
              <a:gd name="connsiteX415" fmla="*/ 4002475 w 12192000"/>
              <a:gd name="connsiteY415" fmla="*/ 1037802 h 4267200"/>
              <a:gd name="connsiteX416" fmla="*/ 506322 w 12192000"/>
              <a:gd name="connsiteY416" fmla="*/ 1020997 h 4267200"/>
              <a:gd name="connsiteX417" fmla="*/ 533068 w 12192000"/>
              <a:gd name="connsiteY417" fmla="*/ 1029409 h 4267200"/>
              <a:gd name="connsiteX418" fmla="*/ 1232525 w 12192000"/>
              <a:gd name="connsiteY418" fmla="*/ 1804675 h 4267200"/>
              <a:gd name="connsiteX419" fmla="*/ 1388858 w 12192000"/>
              <a:gd name="connsiteY419" fmla="*/ 2368011 h 4267200"/>
              <a:gd name="connsiteX420" fmla="*/ 1384098 w 12192000"/>
              <a:gd name="connsiteY420" fmla="*/ 2378125 h 4267200"/>
              <a:gd name="connsiteX421" fmla="*/ 1425393 w 12192000"/>
              <a:gd name="connsiteY421" fmla="*/ 2589124 h 4267200"/>
              <a:gd name="connsiteX422" fmla="*/ 1424001 w 12192000"/>
              <a:gd name="connsiteY422" fmla="*/ 2597541 h 4267200"/>
              <a:gd name="connsiteX423" fmla="*/ 2152729 w 12192000"/>
              <a:gd name="connsiteY423" fmla="*/ 2864487 h 4267200"/>
              <a:gd name="connsiteX424" fmla="*/ 2020609 w 12192000"/>
              <a:gd name="connsiteY424" fmla="*/ 2539671 h 4267200"/>
              <a:gd name="connsiteX425" fmla="*/ 2018920 w 12192000"/>
              <a:gd name="connsiteY425" fmla="*/ 2536309 h 4267200"/>
              <a:gd name="connsiteX426" fmla="*/ 1342441 w 12192000"/>
              <a:gd name="connsiteY426" fmla="*/ 1173017 h 4267200"/>
              <a:gd name="connsiteX427" fmla="*/ 1367925 w 12192000"/>
              <a:gd name="connsiteY427" fmla="*/ 1135648 h 4267200"/>
              <a:gd name="connsiteX428" fmla="*/ 1771401 w 12192000"/>
              <a:gd name="connsiteY428" fmla="*/ 1806673 h 4267200"/>
              <a:gd name="connsiteX429" fmla="*/ 1972385 w 12192000"/>
              <a:gd name="connsiteY429" fmla="*/ 2198735 h 4267200"/>
              <a:gd name="connsiteX430" fmla="*/ 2040892 w 12192000"/>
              <a:gd name="connsiteY430" fmla="*/ 2405205 h 4267200"/>
              <a:gd name="connsiteX431" fmla="*/ 2131689 w 12192000"/>
              <a:gd name="connsiteY431" fmla="*/ 1936926 h 4267200"/>
              <a:gd name="connsiteX432" fmla="*/ 2454820 w 12192000"/>
              <a:gd name="connsiteY432" fmla="*/ 1248808 h 4267200"/>
              <a:gd name="connsiteX433" fmla="*/ 2492512 w 12192000"/>
              <a:gd name="connsiteY433" fmla="*/ 1302920 h 4267200"/>
              <a:gd name="connsiteX434" fmla="*/ 2081216 w 12192000"/>
              <a:gd name="connsiteY434" fmla="*/ 2527513 h 4267200"/>
              <a:gd name="connsiteX435" fmla="*/ 2081211 w 12192000"/>
              <a:gd name="connsiteY435" fmla="*/ 2528916 h 4267200"/>
              <a:gd name="connsiteX436" fmla="*/ 2199067 w 12192000"/>
              <a:gd name="connsiteY436" fmla="*/ 2884061 h 4267200"/>
              <a:gd name="connsiteX437" fmla="*/ 3192586 w 12192000"/>
              <a:gd name="connsiteY437" fmla="*/ 3411496 h 4267200"/>
              <a:gd name="connsiteX438" fmla="*/ 3182620 w 12192000"/>
              <a:gd name="connsiteY438" fmla="*/ 3483279 h 4267200"/>
              <a:gd name="connsiteX439" fmla="*/ 2435119 w 12192000"/>
              <a:gd name="connsiteY439" fmla="*/ 3080173 h 4267200"/>
              <a:gd name="connsiteX440" fmla="*/ 2410152 w 12192000"/>
              <a:gd name="connsiteY440" fmla="*/ 3063751 h 4267200"/>
              <a:gd name="connsiteX441" fmla="*/ 2408099 w 12192000"/>
              <a:gd name="connsiteY441" fmla="*/ 3064403 h 4267200"/>
              <a:gd name="connsiteX442" fmla="*/ 2407218 w 12192000"/>
              <a:gd name="connsiteY442" fmla="*/ 3070324 h 4267200"/>
              <a:gd name="connsiteX443" fmla="*/ 2380138 w 12192000"/>
              <a:gd name="connsiteY443" fmla="*/ 3099341 h 4267200"/>
              <a:gd name="connsiteX444" fmla="*/ 1765923 w 12192000"/>
              <a:gd name="connsiteY444" fmla="*/ 3581043 h 4267200"/>
              <a:gd name="connsiteX445" fmla="*/ 1702258 w 12192000"/>
              <a:gd name="connsiteY445" fmla="*/ 3612286 h 4267200"/>
              <a:gd name="connsiteX446" fmla="*/ 1538370 w 12192000"/>
              <a:gd name="connsiteY446" fmla="*/ 3811804 h 4267200"/>
              <a:gd name="connsiteX447" fmla="*/ 1325720 w 12192000"/>
              <a:gd name="connsiteY447" fmla="*/ 4125411 h 4267200"/>
              <a:gd name="connsiteX448" fmla="*/ 1206279 w 12192000"/>
              <a:gd name="connsiteY448" fmla="*/ 4267200 h 4267200"/>
              <a:gd name="connsiteX449" fmla="*/ 1115040 w 12192000"/>
              <a:gd name="connsiteY449" fmla="*/ 4267200 h 4267200"/>
              <a:gd name="connsiteX450" fmla="*/ 1258195 w 12192000"/>
              <a:gd name="connsiteY450" fmla="*/ 4099624 h 4267200"/>
              <a:gd name="connsiteX451" fmla="*/ 1423113 w 12192000"/>
              <a:gd name="connsiteY451" fmla="*/ 3874565 h 4267200"/>
              <a:gd name="connsiteX452" fmla="*/ 1260565 w 12192000"/>
              <a:gd name="connsiteY452" fmla="*/ 4031982 h 4267200"/>
              <a:gd name="connsiteX453" fmla="*/ 1073327 w 12192000"/>
              <a:gd name="connsiteY453" fmla="*/ 4218727 h 4267200"/>
              <a:gd name="connsiteX454" fmla="*/ 1032294 w 12192000"/>
              <a:gd name="connsiteY454" fmla="*/ 4267200 h 4267200"/>
              <a:gd name="connsiteX455" fmla="*/ 993830 w 12192000"/>
              <a:gd name="connsiteY455" fmla="*/ 4267200 h 4267200"/>
              <a:gd name="connsiteX456" fmla="*/ 1051860 w 12192000"/>
              <a:gd name="connsiteY456" fmla="*/ 4198693 h 4267200"/>
              <a:gd name="connsiteX457" fmla="*/ 1240607 w 12192000"/>
              <a:gd name="connsiteY457" fmla="*/ 4010401 h 4267200"/>
              <a:gd name="connsiteX458" fmla="*/ 1310106 w 12192000"/>
              <a:gd name="connsiteY458" fmla="*/ 3943217 h 4267200"/>
              <a:gd name="connsiteX459" fmla="*/ 952103 w 12192000"/>
              <a:gd name="connsiteY459" fmla="*/ 4265972 h 4267200"/>
              <a:gd name="connsiteX460" fmla="*/ 951207 w 12192000"/>
              <a:gd name="connsiteY460" fmla="*/ 4267200 h 4267200"/>
              <a:gd name="connsiteX461" fmla="*/ 862760 w 12192000"/>
              <a:gd name="connsiteY461" fmla="*/ 4267200 h 4267200"/>
              <a:gd name="connsiteX462" fmla="*/ 909145 w 12192000"/>
              <a:gd name="connsiteY462" fmla="*/ 4199225 h 4267200"/>
              <a:gd name="connsiteX463" fmla="*/ 1214067 w 12192000"/>
              <a:gd name="connsiteY463" fmla="*/ 3908561 h 4267200"/>
              <a:gd name="connsiteX464" fmla="*/ 640967 w 12192000"/>
              <a:gd name="connsiteY464" fmla="*/ 4105601 h 4267200"/>
              <a:gd name="connsiteX465" fmla="*/ 372807 w 12192000"/>
              <a:gd name="connsiteY465" fmla="*/ 4243651 h 4267200"/>
              <a:gd name="connsiteX466" fmla="*/ 332830 w 12192000"/>
              <a:gd name="connsiteY466" fmla="*/ 4267200 h 4267200"/>
              <a:gd name="connsiteX467" fmla="*/ 168301 w 12192000"/>
              <a:gd name="connsiteY467" fmla="*/ 4267200 h 4267200"/>
              <a:gd name="connsiteX468" fmla="*/ 278002 w 12192000"/>
              <a:gd name="connsiteY468" fmla="*/ 4201399 h 4267200"/>
              <a:gd name="connsiteX469" fmla="*/ 527241 w 12192000"/>
              <a:gd name="connsiteY469" fmla="*/ 4065078 h 4267200"/>
              <a:gd name="connsiteX470" fmla="*/ 1510397 w 12192000"/>
              <a:gd name="connsiteY470" fmla="*/ 3684705 h 4267200"/>
              <a:gd name="connsiteX471" fmla="*/ 1146550 w 12192000"/>
              <a:gd name="connsiteY471" fmla="*/ 3802012 h 4267200"/>
              <a:gd name="connsiteX472" fmla="*/ 698834 w 12192000"/>
              <a:gd name="connsiteY472" fmla="*/ 3952272 h 4267200"/>
              <a:gd name="connsiteX473" fmla="*/ 192528 w 12192000"/>
              <a:gd name="connsiteY473" fmla="*/ 4236299 h 4267200"/>
              <a:gd name="connsiteX474" fmla="*/ 148586 w 12192000"/>
              <a:gd name="connsiteY474" fmla="*/ 4267200 h 4267200"/>
              <a:gd name="connsiteX475" fmla="*/ 98116 w 12192000"/>
              <a:gd name="connsiteY475" fmla="*/ 4267200 h 4267200"/>
              <a:gd name="connsiteX476" fmla="*/ 169669 w 12192000"/>
              <a:gd name="connsiteY476" fmla="*/ 4216852 h 4267200"/>
              <a:gd name="connsiteX477" fmla="*/ 687572 w 12192000"/>
              <a:gd name="connsiteY477" fmla="*/ 3925629 h 4267200"/>
              <a:gd name="connsiteX478" fmla="*/ 1138365 w 12192000"/>
              <a:gd name="connsiteY478" fmla="*/ 3774515 h 4267200"/>
              <a:gd name="connsiteX479" fmla="*/ 1505579 w 12192000"/>
              <a:gd name="connsiteY479" fmla="*/ 3655526 h 4267200"/>
              <a:gd name="connsiteX480" fmla="*/ 1313114 w 12192000"/>
              <a:gd name="connsiteY480" fmla="*/ 3655216 h 4267200"/>
              <a:gd name="connsiteX481" fmla="*/ 1109304 w 12192000"/>
              <a:gd name="connsiteY481" fmla="*/ 3669030 h 4267200"/>
              <a:gd name="connsiteX482" fmla="*/ 258951 w 12192000"/>
              <a:gd name="connsiteY482" fmla="*/ 4111994 h 4267200"/>
              <a:gd name="connsiteX483" fmla="*/ 80807 w 12192000"/>
              <a:gd name="connsiteY483" fmla="*/ 4267200 h 4267200"/>
              <a:gd name="connsiteX484" fmla="*/ 0 w 12192000"/>
              <a:gd name="connsiteY484" fmla="*/ 4267200 h 4267200"/>
              <a:gd name="connsiteX485" fmla="*/ 0 w 12192000"/>
              <a:gd name="connsiteY485" fmla="*/ 4233763 h 4267200"/>
              <a:gd name="connsiteX486" fmla="*/ 36881 w 12192000"/>
              <a:gd name="connsiteY486" fmla="*/ 4200118 h 4267200"/>
              <a:gd name="connsiteX487" fmla="*/ 910534 w 12192000"/>
              <a:gd name="connsiteY487" fmla="*/ 3629753 h 4267200"/>
              <a:gd name="connsiteX488" fmla="*/ 1578717 w 12192000"/>
              <a:gd name="connsiteY488" fmla="*/ 3575982 h 4267200"/>
              <a:gd name="connsiteX489" fmla="*/ 2338780 w 12192000"/>
              <a:gd name="connsiteY489" fmla="*/ 3033725 h 4267200"/>
              <a:gd name="connsiteX490" fmla="*/ 1807991 w 12192000"/>
              <a:gd name="connsiteY490" fmla="*/ 2807184 h 4267200"/>
              <a:gd name="connsiteX491" fmla="*/ 1416358 w 12192000"/>
              <a:gd name="connsiteY491" fmla="*/ 3112571 h 4267200"/>
              <a:gd name="connsiteX492" fmla="*/ 939066 w 12192000"/>
              <a:gd name="connsiteY492" fmla="*/ 3378798 h 4267200"/>
              <a:gd name="connsiteX493" fmla="*/ 115099 w 12192000"/>
              <a:gd name="connsiteY493" fmla="*/ 3607650 h 4267200"/>
              <a:gd name="connsiteX494" fmla="*/ 97284 w 12192000"/>
              <a:gd name="connsiteY494" fmla="*/ 3520393 h 4267200"/>
              <a:gd name="connsiteX495" fmla="*/ 922050 w 12192000"/>
              <a:gd name="connsiteY495" fmla="*/ 3074867 h 4267200"/>
              <a:gd name="connsiteX496" fmla="*/ 1405265 w 12192000"/>
              <a:gd name="connsiteY496" fmla="*/ 3016319 h 4267200"/>
              <a:gd name="connsiteX497" fmla="*/ 1407512 w 12192000"/>
              <a:gd name="connsiteY497" fmla="*/ 3018001 h 4267200"/>
              <a:gd name="connsiteX498" fmla="*/ 1726266 w 12192000"/>
              <a:gd name="connsiteY498" fmla="*/ 2777274 h 4267200"/>
              <a:gd name="connsiteX499" fmla="*/ 625390 w 12192000"/>
              <a:gd name="connsiteY499" fmla="*/ 2514541 h 4267200"/>
              <a:gd name="connsiteX500" fmla="*/ 619799 w 12192000"/>
              <a:gd name="connsiteY500" fmla="*/ 2527180 h 4267200"/>
              <a:gd name="connsiteX501" fmla="*/ 310030 w 12192000"/>
              <a:gd name="connsiteY501" fmla="*/ 2771818 h 4267200"/>
              <a:gd name="connsiteX502" fmla="*/ 173877 w 12192000"/>
              <a:gd name="connsiteY502" fmla="*/ 2937056 h 4267200"/>
              <a:gd name="connsiteX503" fmla="*/ 77889 w 12192000"/>
              <a:gd name="connsiteY503" fmla="*/ 3138440 h 4267200"/>
              <a:gd name="connsiteX504" fmla="*/ 0 w 12192000"/>
              <a:gd name="connsiteY504" fmla="*/ 3271395 h 4267200"/>
              <a:gd name="connsiteX505" fmla="*/ 0 w 12192000"/>
              <a:gd name="connsiteY505" fmla="*/ 3153002 h 4267200"/>
              <a:gd name="connsiteX506" fmla="*/ 2386 w 12192000"/>
              <a:gd name="connsiteY506" fmla="*/ 3149203 h 4267200"/>
              <a:gd name="connsiteX507" fmla="*/ 89753 w 12192000"/>
              <a:gd name="connsiteY507" fmla="*/ 2987702 h 4267200"/>
              <a:gd name="connsiteX508" fmla="*/ 76869 w 12192000"/>
              <a:gd name="connsiteY508" fmla="*/ 3005404 h 4267200"/>
              <a:gd name="connsiteX509" fmla="*/ 32049 w 12192000"/>
              <a:gd name="connsiteY509" fmla="*/ 3065814 h 4267200"/>
              <a:gd name="connsiteX510" fmla="*/ 0 w 12192000"/>
              <a:gd name="connsiteY510" fmla="*/ 3108744 h 4267200"/>
              <a:gd name="connsiteX511" fmla="*/ 0 w 12192000"/>
              <a:gd name="connsiteY511" fmla="*/ 3058059 h 4267200"/>
              <a:gd name="connsiteX512" fmla="*/ 7610 w 12192000"/>
              <a:gd name="connsiteY512" fmla="*/ 3047889 h 4267200"/>
              <a:gd name="connsiteX513" fmla="*/ 52419 w 12192000"/>
              <a:gd name="connsiteY513" fmla="*/ 2987479 h 4267200"/>
              <a:gd name="connsiteX514" fmla="*/ 59142 w 12192000"/>
              <a:gd name="connsiteY514" fmla="*/ 2978488 h 4267200"/>
              <a:gd name="connsiteX515" fmla="*/ 0 w 12192000"/>
              <a:gd name="connsiteY515" fmla="*/ 3015334 h 4267200"/>
              <a:gd name="connsiteX516" fmla="*/ 0 w 12192000"/>
              <a:gd name="connsiteY516" fmla="*/ 2914286 h 4267200"/>
              <a:gd name="connsiteX517" fmla="*/ 36383 w 12192000"/>
              <a:gd name="connsiteY517" fmla="*/ 2901128 h 4267200"/>
              <a:gd name="connsiteX518" fmla="*/ 156329 w 12192000"/>
              <a:gd name="connsiteY518" fmla="*/ 2840533 h 4267200"/>
              <a:gd name="connsiteX519" fmla="*/ 358355 w 12192000"/>
              <a:gd name="connsiteY519" fmla="*/ 2620471 h 4267200"/>
              <a:gd name="connsiteX520" fmla="*/ 510577 w 12192000"/>
              <a:gd name="connsiteY520" fmla="*/ 2501244 h 4267200"/>
              <a:gd name="connsiteX521" fmla="*/ 211967 w 12192000"/>
              <a:gd name="connsiteY521" fmla="*/ 2479171 h 4267200"/>
              <a:gd name="connsiteX522" fmla="*/ 0 w 12192000"/>
              <a:gd name="connsiteY522" fmla="*/ 2476398 h 4267200"/>
              <a:gd name="connsiteX523" fmla="*/ 0 w 12192000"/>
              <a:gd name="connsiteY523" fmla="*/ 2389189 h 4267200"/>
              <a:gd name="connsiteX524" fmla="*/ 103062 w 12192000"/>
              <a:gd name="connsiteY524" fmla="*/ 2389518 h 4267200"/>
              <a:gd name="connsiteX525" fmla="*/ 510734 w 12192000"/>
              <a:gd name="connsiteY525" fmla="*/ 2416201 h 4267200"/>
              <a:gd name="connsiteX526" fmla="*/ 279257 w 12192000"/>
              <a:gd name="connsiteY526" fmla="*/ 2092102 h 4267200"/>
              <a:gd name="connsiteX527" fmla="*/ 65265 w 12192000"/>
              <a:gd name="connsiteY527" fmla="*/ 2006049 h 4267200"/>
              <a:gd name="connsiteX528" fmla="*/ 0 w 12192000"/>
              <a:gd name="connsiteY528" fmla="*/ 1982532 h 4267200"/>
              <a:gd name="connsiteX529" fmla="*/ 0 w 12192000"/>
              <a:gd name="connsiteY529" fmla="*/ 1912789 h 4267200"/>
              <a:gd name="connsiteX530" fmla="*/ 97460 w 12192000"/>
              <a:gd name="connsiteY530" fmla="*/ 1953725 h 4267200"/>
              <a:gd name="connsiteX531" fmla="*/ 221272 w 12192000"/>
              <a:gd name="connsiteY531" fmla="*/ 1980766 h 4267200"/>
              <a:gd name="connsiteX532" fmla="*/ 116765 w 12192000"/>
              <a:gd name="connsiteY532" fmla="*/ 1911033 h 4267200"/>
              <a:gd name="connsiteX533" fmla="*/ 16405 w 12192000"/>
              <a:gd name="connsiteY533" fmla="*/ 1803412 h 4267200"/>
              <a:gd name="connsiteX534" fmla="*/ 0 w 12192000"/>
              <a:gd name="connsiteY534" fmla="*/ 1784777 h 4267200"/>
              <a:gd name="connsiteX535" fmla="*/ 0 w 12192000"/>
              <a:gd name="connsiteY535" fmla="*/ 1740082 h 4267200"/>
              <a:gd name="connsiteX536" fmla="*/ 39394 w 12192000"/>
              <a:gd name="connsiteY536" fmla="*/ 1784856 h 4267200"/>
              <a:gd name="connsiteX537" fmla="*/ 135813 w 12192000"/>
              <a:gd name="connsiteY537" fmla="*/ 1888838 h 4267200"/>
              <a:gd name="connsiteX538" fmla="*/ 242575 w 12192000"/>
              <a:gd name="connsiteY538" fmla="*/ 1958841 h 4267200"/>
              <a:gd name="connsiteX539" fmla="*/ 82197 w 12192000"/>
              <a:gd name="connsiteY539" fmla="*/ 1754826 h 4267200"/>
              <a:gd name="connsiteX540" fmla="*/ 0 w 12192000"/>
              <a:gd name="connsiteY540" fmla="*/ 1679650 h 4267200"/>
              <a:gd name="connsiteX541" fmla="*/ 0 w 12192000"/>
              <a:gd name="connsiteY541" fmla="*/ 1602463 h 4267200"/>
              <a:gd name="connsiteX542" fmla="*/ 84689 w 12192000"/>
              <a:gd name="connsiteY542" fmla="*/ 1677442 h 4267200"/>
              <a:gd name="connsiteX543" fmla="*/ 298437 w 12192000"/>
              <a:gd name="connsiteY543" fmla="*/ 1968019 h 4267200"/>
              <a:gd name="connsiteX544" fmla="*/ 227269 w 12192000"/>
              <a:gd name="connsiteY544" fmla="*/ 1114064 h 4267200"/>
              <a:gd name="connsiteX545" fmla="*/ 248003 w 12192000"/>
              <a:gd name="connsiteY545" fmla="*/ 1089613 h 4267200"/>
              <a:gd name="connsiteX546" fmla="*/ 427020 w 12192000"/>
              <a:gd name="connsiteY546" fmla="*/ 1619803 h 4267200"/>
              <a:gd name="connsiteX547" fmla="*/ 340345 w 12192000"/>
              <a:gd name="connsiteY547" fmla="*/ 2027739 h 4267200"/>
              <a:gd name="connsiteX548" fmla="*/ 360865 w 12192000"/>
              <a:gd name="connsiteY548" fmla="*/ 2044827 h 4267200"/>
              <a:gd name="connsiteX549" fmla="*/ 560414 w 12192000"/>
              <a:gd name="connsiteY549" fmla="*/ 2421457 h 4267200"/>
              <a:gd name="connsiteX550" fmla="*/ 1359703 w 12192000"/>
              <a:gd name="connsiteY550" fmla="*/ 2578554 h 4267200"/>
              <a:gd name="connsiteX551" fmla="*/ 1359422 w 12192000"/>
              <a:gd name="connsiteY551" fmla="*/ 2577994 h 4267200"/>
              <a:gd name="connsiteX552" fmla="*/ 828701 w 12192000"/>
              <a:gd name="connsiteY552" fmla="*/ 1839520 h 4267200"/>
              <a:gd name="connsiteX553" fmla="*/ 494427 w 12192000"/>
              <a:gd name="connsiteY553" fmla="*/ 1092333 h 4267200"/>
              <a:gd name="connsiteX554" fmla="*/ 506322 w 12192000"/>
              <a:gd name="connsiteY554" fmla="*/ 1020997 h 4267200"/>
              <a:gd name="connsiteX555" fmla="*/ 4570198 w 12192000"/>
              <a:gd name="connsiteY555" fmla="*/ 978081 h 4267200"/>
              <a:gd name="connsiteX556" fmla="*/ 4523691 w 12192000"/>
              <a:gd name="connsiteY556" fmla="*/ 1127776 h 4267200"/>
              <a:gd name="connsiteX557" fmla="*/ 4509875 w 12192000"/>
              <a:gd name="connsiteY557" fmla="*/ 1167552 h 4267200"/>
              <a:gd name="connsiteX558" fmla="*/ 4478168 w 12192000"/>
              <a:gd name="connsiteY558" fmla="*/ 1260735 h 4267200"/>
              <a:gd name="connsiteX559" fmla="*/ 4409309 w 12192000"/>
              <a:gd name="connsiteY559" fmla="*/ 1666996 h 4267200"/>
              <a:gd name="connsiteX560" fmla="*/ 4370031 w 12192000"/>
              <a:gd name="connsiteY560" fmla="*/ 1955666 h 4267200"/>
              <a:gd name="connsiteX561" fmla="*/ 4570198 w 12192000"/>
              <a:gd name="connsiteY561" fmla="*/ 978081 h 4267200"/>
              <a:gd name="connsiteX562" fmla="*/ 12149131 w 12192000"/>
              <a:gd name="connsiteY562" fmla="*/ 959050 h 4267200"/>
              <a:gd name="connsiteX563" fmla="*/ 12105664 w 12192000"/>
              <a:gd name="connsiteY563" fmla="*/ 1006960 h 4267200"/>
              <a:gd name="connsiteX564" fmla="*/ 11883102 w 12192000"/>
              <a:gd name="connsiteY564" fmla="*/ 1184424 h 4267200"/>
              <a:gd name="connsiteX565" fmla="*/ 11665174 w 12192000"/>
              <a:gd name="connsiteY565" fmla="*/ 1317493 h 4267200"/>
              <a:gd name="connsiteX566" fmla="*/ 11590337 w 12192000"/>
              <a:gd name="connsiteY566" fmla="*/ 1348256 h 4267200"/>
              <a:gd name="connsiteX567" fmla="*/ 11492588 w 12192000"/>
              <a:gd name="connsiteY567" fmla="*/ 1390573 h 4267200"/>
              <a:gd name="connsiteX568" fmla="*/ 11888865 w 12192000"/>
              <a:gd name="connsiteY568" fmla="*/ 1220988 h 4267200"/>
              <a:gd name="connsiteX569" fmla="*/ 12149131 w 12192000"/>
              <a:gd name="connsiteY569" fmla="*/ 959050 h 4267200"/>
              <a:gd name="connsiteX570" fmla="*/ 4557898 w 12192000"/>
              <a:gd name="connsiteY570" fmla="*/ 900011 h 4267200"/>
              <a:gd name="connsiteX571" fmla="*/ 4344840 w 12192000"/>
              <a:gd name="connsiteY571" fmla="*/ 1922038 h 4267200"/>
              <a:gd name="connsiteX572" fmla="*/ 4378710 w 12192000"/>
              <a:gd name="connsiteY572" fmla="*/ 1665516 h 4267200"/>
              <a:gd name="connsiteX573" fmla="*/ 4448798 w 12192000"/>
              <a:gd name="connsiteY573" fmla="*/ 1253024 h 4267200"/>
              <a:gd name="connsiteX574" fmla="*/ 4480315 w 12192000"/>
              <a:gd name="connsiteY574" fmla="*/ 1158454 h 4267200"/>
              <a:gd name="connsiteX575" fmla="*/ 4494133 w 12192000"/>
              <a:gd name="connsiteY575" fmla="*/ 1118676 h 4267200"/>
              <a:gd name="connsiteX576" fmla="*/ 4557898 w 12192000"/>
              <a:gd name="connsiteY576" fmla="*/ 900011 h 4267200"/>
              <a:gd name="connsiteX577" fmla="*/ 5870151 w 12192000"/>
              <a:gd name="connsiteY577" fmla="*/ 898890 h 4267200"/>
              <a:gd name="connsiteX578" fmla="*/ 5861335 w 12192000"/>
              <a:gd name="connsiteY578" fmla="*/ 899177 h 4267200"/>
              <a:gd name="connsiteX579" fmla="*/ 5843702 w 12192000"/>
              <a:gd name="connsiteY579" fmla="*/ 899748 h 4267200"/>
              <a:gd name="connsiteX580" fmla="*/ 5651107 w 12192000"/>
              <a:gd name="connsiteY580" fmla="*/ 920306 h 4267200"/>
              <a:gd name="connsiteX581" fmla="*/ 5459407 w 12192000"/>
              <a:gd name="connsiteY581" fmla="*/ 940975 h 4267200"/>
              <a:gd name="connsiteX582" fmla="*/ 5374846 w 12192000"/>
              <a:gd name="connsiteY582" fmla="*/ 941988 h 4267200"/>
              <a:gd name="connsiteX583" fmla="*/ 5256105 w 12192000"/>
              <a:gd name="connsiteY583" fmla="*/ 945632 h 4267200"/>
              <a:gd name="connsiteX584" fmla="*/ 5107071 w 12192000"/>
              <a:gd name="connsiteY584" fmla="*/ 969720 h 4267200"/>
              <a:gd name="connsiteX585" fmla="*/ 4998681 w 12192000"/>
              <a:gd name="connsiteY585" fmla="*/ 988771 h 4267200"/>
              <a:gd name="connsiteX586" fmla="*/ 5870151 w 12192000"/>
              <a:gd name="connsiteY586" fmla="*/ 898890 h 4267200"/>
              <a:gd name="connsiteX587" fmla="*/ 12190084 w 12192000"/>
              <a:gd name="connsiteY587" fmla="*/ 854709 h 4267200"/>
              <a:gd name="connsiteX588" fmla="*/ 12162947 w 12192000"/>
              <a:gd name="connsiteY588" fmla="*/ 879275 h 4267200"/>
              <a:gd name="connsiteX589" fmla="*/ 11721478 w 12192000"/>
              <a:gd name="connsiteY589" fmla="*/ 1216434 h 4267200"/>
              <a:gd name="connsiteX590" fmla="*/ 11680712 w 12192000"/>
              <a:gd name="connsiteY590" fmla="*/ 1239730 h 4267200"/>
              <a:gd name="connsiteX591" fmla="*/ 11505347 w 12192000"/>
              <a:gd name="connsiteY591" fmla="*/ 1352837 h 4267200"/>
              <a:gd name="connsiteX592" fmla="*/ 11580962 w 12192000"/>
              <a:gd name="connsiteY592" fmla="*/ 1321759 h 4267200"/>
              <a:gd name="connsiteX593" fmla="*/ 11654234 w 12192000"/>
              <a:gd name="connsiteY593" fmla="*/ 1291618 h 4267200"/>
              <a:gd name="connsiteX594" fmla="*/ 11867274 w 12192000"/>
              <a:gd name="connsiteY594" fmla="*/ 1160983 h 4267200"/>
              <a:gd name="connsiteX595" fmla="*/ 12086035 w 12192000"/>
              <a:gd name="connsiteY595" fmla="*/ 986418 h 4267200"/>
              <a:gd name="connsiteX596" fmla="*/ 12190084 w 12192000"/>
              <a:gd name="connsiteY596" fmla="*/ 854709 h 4267200"/>
              <a:gd name="connsiteX597" fmla="*/ 5504425 w 12192000"/>
              <a:gd name="connsiteY597" fmla="*/ 848067 h 4267200"/>
              <a:gd name="connsiteX598" fmla="*/ 4968849 w 12192000"/>
              <a:gd name="connsiteY598" fmla="*/ 962318 h 4267200"/>
              <a:gd name="connsiteX599" fmla="*/ 5104039 w 12192000"/>
              <a:gd name="connsiteY599" fmla="*/ 940634 h 4267200"/>
              <a:gd name="connsiteX600" fmla="*/ 5256311 w 12192000"/>
              <a:gd name="connsiteY600" fmla="*/ 916490 h 4267200"/>
              <a:gd name="connsiteX601" fmla="*/ 5377381 w 12192000"/>
              <a:gd name="connsiteY601" fmla="*/ 912671 h 4267200"/>
              <a:gd name="connsiteX602" fmla="*/ 5460148 w 12192000"/>
              <a:gd name="connsiteY602" fmla="*/ 911442 h 4267200"/>
              <a:gd name="connsiteX603" fmla="*/ 5648971 w 12192000"/>
              <a:gd name="connsiteY603" fmla="*/ 891331 h 4267200"/>
              <a:gd name="connsiteX604" fmla="*/ 5844807 w 12192000"/>
              <a:gd name="connsiteY604" fmla="*/ 870718 h 4267200"/>
              <a:gd name="connsiteX605" fmla="*/ 5862975 w 12192000"/>
              <a:gd name="connsiteY605" fmla="*/ 869756 h 4267200"/>
              <a:gd name="connsiteX606" fmla="*/ 5920887 w 12192000"/>
              <a:gd name="connsiteY606" fmla="*/ 865929 h 4267200"/>
              <a:gd name="connsiteX607" fmla="*/ 5504425 w 12192000"/>
              <a:gd name="connsiteY607" fmla="*/ 848067 h 4267200"/>
              <a:gd name="connsiteX608" fmla="*/ 8924104 w 12192000"/>
              <a:gd name="connsiteY608" fmla="*/ 777000 h 4267200"/>
              <a:gd name="connsiteX609" fmla="*/ 8921999 w 12192000"/>
              <a:gd name="connsiteY609" fmla="*/ 794136 h 4267200"/>
              <a:gd name="connsiteX610" fmla="*/ 8916066 w 12192000"/>
              <a:gd name="connsiteY610" fmla="*/ 843129 h 4267200"/>
              <a:gd name="connsiteX611" fmla="*/ 8909852 w 12192000"/>
              <a:gd name="connsiteY611" fmla="*/ 1005313 h 4267200"/>
              <a:gd name="connsiteX612" fmla="*/ 8936982 w 12192000"/>
              <a:gd name="connsiteY612" fmla="*/ 1614896 h 4267200"/>
              <a:gd name="connsiteX613" fmla="*/ 8939706 w 12192000"/>
              <a:gd name="connsiteY613" fmla="*/ 1632791 h 4267200"/>
              <a:gd name="connsiteX614" fmla="*/ 8946691 w 12192000"/>
              <a:gd name="connsiteY614" fmla="*/ 1680170 h 4267200"/>
              <a:gd name="connsiteX615" fmla="*/ 8947643 w 12192000"/>
              <a:gd name="connsiteY615" fmla="*/ 1649028 h 4267200"/>
              <a:gd name="connsiteX616" fmla="*/ 8931687 w 12192000"/>
              <a:gd name="connsiteY616" fmla="*/ 871628 h 4267200"/>
              <a:gd name="connsiteX617" fmla="*/ 8929804 w 12192000"/>
              <a:gd name="connsiteY617" fmla="*/ 850229 h 4267200"/>
              <a:gd name="connsiteX618" fmla="*/ 8924104 w 12192000"/>
              <a:gd name="connsiteY618" fmla="*/ 777000 h 4267200"/>
              <a:gd name="connsiteX619" fmla="*/ 8951219 w 12192000"/>
              <a:gd name="connsiteY619" fmla="*/ 764662 h 4267200"/>
              <a:gd name="connsiteX620" fmla="*/ 8957270 w 12192000"/>
              <a:gd name="connsiteY620" fmla="*/ 847698 h 4267200"/>
              <a:gd name="connsiteX621" fmla="*/ 8959153 w 12192000"/>
              <a:gd name="connsiteY621" fmla="*/ 869097 h 4267200"/>
              <a:gd name="connsiteX622" fmla="*/ 8976081 w 12192000"/>
              <a:gd name="connsiteY622" fmla="*/ 1619865 h 4267200"/>
              <a:gd name="connsiteX623" fmla="*/ 8951219 w 12192000"/>
              <a:gd name="connsiteY623" fmla="*/ 764662 h 4267200"/>
              <a:gd name="connsiteX624" fmla="*/ 8898081 w 12192000"/>
              <a:gd name="connsiteY624" fmla="*/ 630137 h 4267200"/>
              <a:gd name="connsiteX625" fmla="*/ 8910095 w 12192000"/>
              <a:gd name="connsiteY625" fmla="*/ 1626691 h 4267200"/>
              <a:gd name="connsiteX626" fmla="*/ 8908822 w 12192000"/>
              <a:gd name="connsiteY626" fmla="*/ 1619067 h 4267200"/>
              <a:gd name="connsiteX627" fmla="*/ 8881669 w 12192000"/>
              <a:gd name="connsiteY627" fmla="*/ 1004967 h 4267200"/>
              <a:gd name="connsiteX628" fmla="*/ 8888265 w 12192000"/>
              <a:gd name="connsiteY628" fmla="*/ 840369 h 4267200"/>
              <a:gd name="connsiteX629" fmla="*/ 8894429 w 12192000"/>
              <a:gd name="connsiteY629" fmla="*/ 790831 h 4267200"/>
              <a:gd name="connsiteX630" fmla="*/ 8898081 w 12192000"/>
              <a:gd name="connsiteY630" fmla="*/ 630137 h 4267200"/>
              <a:gd name="connsiteX631" fmla="*/ 11491396 w 12192000"/>
              <a:gd name="connsiteY631" fmla="*/ 623931 h 4267200"/>
              <a:gd name="connsiteX632" fmla="*/ 11413329 w 12192000"/>
              <a:gd name="connsiteY632" fmla="*/ 662344 h 4267200"/>
              <a:gd name="connsiteX633" fmla="*/ 10966547 w 12192000"/>
              <a:gd name="connsiteY633" fmla="*/ 818916 h 4267200"/>
              <a:gd name="connsiteX634" fmla="*/ 10498883 w 12192000"/>
              <a:gd name="connsiteY634" fmla="*/ 1111507 h 4267200"/>
              <a:gd name="connsiteX635" fmla="*/ 10671292 w 12192000"/>
              <a:gd name="connsiteY635" fmla="*/ 1035777 h 4267200"/>
              <a:gd name="connsiteX636" fmla="*/ 10685894 w 12192000"/>
              <a:gd name="connsiteY636" fmla="*/ 1027151 h 4267200"/>
              <a:gd name="connsiteX637" fmla="*/ 11104337 w 12192000"/>
              <a:gd name="connsiteY637" fmla="*/ 817377 h 4267200"/>
              <a:gd name="connsiteX638" fmla="*/ 11491396 w 12192000"/>
              <a:gd name="connsiteY638" fmla="*/ 623931 h 4267200"/>
              <a:gd name="connsiteX639" fmla="*/ 10779304 w 12192000"/>
              <a:gd name="connsiteY639" fmla="*/ 584486 h 4267200"/>
              <a:gd name="connsiteX640" fmla="*/ 10658378 w 12192000"/>
              <a:gd name="connsiteY640" fmla="*/ 772788 h 4267200"/>
              <a:gd name="connsiteX641" fmla="*/ 10475581 w 12192000"/>
              <a:gd name="connsiteY641" fmla="*/ 1070739 h 4267200"/>
              <a:gd name="connsiteX642" fmla="*/ 10735178 w 12192000"/>
              <a:gd name="connsiteY642" fmla="*/ 693281 h 4267200"/>
              <a:gd name="connsiteX643" fmla="*/ 10132488 w 12192000"/>
              <a:gd name="connsiteY643" fmla="*/ 518596 h 4267200"/>
              <a:gd name="connsiteX644" fmla="*/ 9879465 w 12192000"/>
              <a:gd name="connsiteY644" fmla="*/ 567273 h 4267200"/>
              <a:gd name="connsiteX645" fmla="*/ 9364243 w 12192000"/>
              <a:gd name="connsiteY645" fmla="*/ 809468 h 4267200"/>
              <a:gd name="connsiteX646" fmla="*/ 9366655 w 12192000"/>
              <a:gd name="connsiteY646" fmla="*/ 809848 h 4267200"/>
              <a:gd name="connsiteX647" fmla="*/ 9914233 w 12192000"/>
              <a:gd name="connsiteY647" fmla="*/ 596159 h 4267200"/>
              <a:gd name="connsiteX648" fmla="*/ 10264524 w 12192000"/>
              <a:gd name="connsiteY648" fmla="*/ 501747 h 4267200"/>
              <a:gd name="connsiteX649" fmla="*/ 9922837 w 12192000"/>
              <a:gd name="connsiteY649" fmla="*/ 622979 h 4267200"/>
              <a:gd name="connsiteX650" fmla="*/ 9416908 w 12192000"/>
              <a:gd name="connsiteY650" fmla="*/ 818889 h 4267200"/>
              <a:gd name="connsiteX651" fmla="*/ 9418234 w 12192000"/>
              <a:gd name="connsiteY651" fmla="*/ 818810 h 4267200"/>
              <a:gd name="connsiteX652" fmla="*/ 10264524 w 12192000"/>
              <a:gd name="connsiteY652" fmla="*/ 501747 h 4267200"/>
              <a:gd name="connsiteX653" fmla="*/ 10802699 w 12192000"/>
              <a:gd name="connsiteY653" fmla="*/ 488163 h 4267200"/>
              <a:gd name="connsiteX654" fmla="*/ 10618739 w 12192000"/>
              <a:gd name="connsiteY654" fmla="*/ 734118 h 4267200"/>
              <a:gd name="connsiteX655" fmla="*/ 10604580 w 12192000"/>
              <a:gd name="connsiteY655" fmla="*/ 753877 h 4267200"/>
              <a:gd name="connsiteX656" fmla="*/ 10529643 w 12192000"/>
              <a:gd name="connsiteY656" fmla="*/ 867004 h 4267200"/>
              <a:gd name="connsiteX657" fmla="*/ 10462194 w 12192000"/>
              <a:gd name="connsiteY657" fmla="*/ 1035452 h 4267200"/>
              <a:gd name="connsiteX658" fmla="*/ 10635117 w 12192000"/>
              <a:gd name="connsiteY658" fmla="*/ 757788 h 4267200"/>
              <a:gd name="connsiteX659" fmla="*/ 10802699 w 12192000"/>
              <a:gd name="connsiteY659" fmla="*/ 488163 h 4267200"/>
              <a:gd name="connsiteX660" fmla="*/ 10359107 w 12192000"/>
              <a:gd name="connsiteY660" fmla="*/ 485136 h 4267200"/>
              <a:gd name="connsiteX661" fmla="*/ 9515108 w 12192000"/>
              <a:gd name="connsiteY661" fmla="*/ 825701 h 4267200"/>
              <a:gd name="connsiteX662" fmla="*/ 10359107 w 12192000"/>
              <a:gd name="connsiteY662" fmla="*/ 485136 h 4267200"/>
              <a:gd name="connsiteX663" fmla="*/ 11886089 w 12192000"/>
              <a:gd name="connsiteY663" fmla="*/ 483936 h 4267200"/>
              <a:gd name="connsiteX664" fmla="*/ 11622890 w 12192000"/>
              <a:gd name="connsiteY664" fmla="*/ 661575 h 4267200"/>
              <a:gd name="connsiteX665" fmla="*/ 11038640 w 12192000"/>
              <a:gd name="connsiteY665" fmla="*/ 996875 h 4267200"/>
              <a:gd name="connsiteX666" fmla="*/ 10561310 w 12192000"/>
              <a:gd name="connsiteY666" fmla="*/ 1145020 h 4267200"/>
              <a:gd name="connsiteX667" fmla="*/ 10675127 w 12192000"/>
              <a:gd name="connsiteY667" fmla="*/ 1163586 h 4267200"/>
              <a:gd name="connsiteX668" fmla="*/ 11120351 w 12192000"/>
              <a:gd name="connsiteY668" fmla="*/ 990907 h 4267200"/>
              <a:gd name="connsiteX669" fmla="*/ 11648506 w 12192000"/>
              <a:gd name="connsiteY669" fmla="*/ 680145 h 4267200"/>
              <a:gd name="connsiteX670" fmla="*/ 11886089 w 12192000"/>
              <a:gd name="connsiteY670" fmla="*/ 483936 h 4267200"/>
              <a:gd name="connsiteX671" fmla="*/ 3607114 w 12192000"/>
              <a:gd name="connsiteY671" fmla="*/ 467441 h 4267200"/>
              <a:gd name="connsiteX672" fmla="*/ 3296242 w 12192000"/>
              <a:gd name="connsiteY672" fmla="*/ 807991 h 4267200"/>
              <a:gd name="connsiteX673" fmla="*/ 3174674 w 12192000"/>
              <a:gd name="connsiteY673" fmla="*/ 919759 h 4267200"/>
              <a:gd name="connsiteX674" fmla="*/ 3042978 w 12192000"/>
              <a:gd name="connsiteY674" fmla="*/ 1054894 h 4267200"/>
              <a:gd name="connsiteX675" fmla="*/ 2968914 w 12192000"/>
              <a:gd name="connsiteY675" fmla="*/ 1133756 h 4267200"/>
              <a:gd name="connsiteX676" fmla="*/ 3103823 w 12192000"/>
              <a:gd name="connsiteY676" fmla="*/ 1026814 h 4267200"/>
              <a:gd name="connsiteX677" fmla="*/ 3607114 w 12192000"/>
              <a:gd name="connsiteY677" fmla="*/ 467441 h 4267200"/>
              <a:gd name="connsiteX678" fmla="*/ 10784544 w 12192000"/>
              <a:gd name="connsiteY678" fmla="*/ 465669 h 4267200"/>
              <a:gd name="connsiteX679" fmla="*/ 10426419 w 12192000"/>
              <a:gd name="connsiteY679" fmla="*/ 1062158 h 4267200"/>
              <a:gd name="connsiteX680" fmla="*/ 10471732 w 12192000"/>
              <a:gd name="connsiteY680" fmla="*/ 921679 h 4267200"/>
              <a:gd name="connsiteX681" fmla="*/ 10504824 w 12192000"/>
              <a:gd name="connsiteY681" fmla="*/ 852631 h 4267200"/>
              <a:gd name="connsiteX682" fmla="*/ 10582237 w 12192000"/>
              <a:gd name="connsiteY682" fmla="*/ 736692 h 4267200"/>
              <a:gd name="connsiteX683" fmla="*/ 10596401 w 12192000"/>
              <a:gd name="connsiteY683" fmla="*/ 716935 h 4267200"/>
              <a:gd name="connsiteX684" fmla="*/ 10784544 w 12192000"/>
              <a:gd name="connsiteY684" fmla="*/ 465669 h 4267200"/>
              <a:gd name="connsiteX685" fmla="*/ 11916494 w 12192000"/>
              <a:gd name="connsiteY685" fmla="*/ 422768 h 4267200"/>
              <a:gd name="connsiteX686" fmla="*/ 11703185 w 12192000"/>
              <a:gd name="connsiteY686" fmla="*/ 528178 h 4267200"/>
              <a:gd name="connsiteX687" fmla="*/ 11680755 w 12192000"/>
              <a:gd name="connsiteY687" fmla="*/ 543149 h 4267200"/>
              <a:gd name="connsiteX688" fmla="*/ 11116818 w 12192000"/>
              <a:gd name="connsiteY688" fmla="*/ 842623 h 4267200"/>
              <a:gd name="connsiteX689" fmla="*/ 10700164 w 12192000"/>
              <a:gd name="connsiteY689" fmla="*/ 1051220 h 4267200"/>
              <a:gd name="connsiteX690" fmla="*/ 10685570 w 12192000"/>
              <a:gd name="connsiteY690" fmla="*/ 1059849 h 4267200"/>
              <a:gd name="connsiteX691" fmla="*/ 10584288 w 12192000"/>
              <a:gd name="connsiteY691" fmla="*/ 1113543 h 4267200"/>
              <a:gd name="connsiteX692" fmla="*/ 11026698 w 12192000"/>
              <a:gd name="connsiteY692" fmla="*/ 971858 h 4267200"/>
              <a:gd name="connsiteX693" fmla="*/ 11607604 w 12192000"/>
              <a:gd name="connsiteY693" fmla="*/ 638368 h 4267200"/>
              <a:gd name="connsiteX694" fmla="*/ 11919452 w 12192000"/>
              <a:gd name="connsiteY694" fmla="*/ 423380 h 4267200"/>
              <a:gd name="connsiteX695" fmla="*/ 11916494 w 12192000"/>
              <a:gd name="connsiteY695" fmla="*/ 422768 h 4267200"/>
              <a:gd name="connsiteX696" fmla="*/ 8148168 w 12192000"/>
              <a:gd name="connsiteY696" fmla="*/ 416949 h 4267200"/>
              <a:gd name="connsiteX697" fmla="*/ 7862052 w 12192000"/>
              <a:gd name="connsiteY697" fmla="*/ 694330 h 4267200"/>
              <a:gd name="connsiteX698" fmla="*/ 7808002 w 12192000"/>
              <a:gd name="connsiteY698" fmla="*/ 759654 h 4267200"/>
              <a:gd name="connsiteX699" fmla="*/ 8295299 w 12192000"/>
              <a:gd name="connsiteY699" fmla="*/ 416143 h 4267200"/>
              <a:gd name="connsiteX700" fmla="*/ 8309124 w 12192000"/>
              <a:gd name="connsiteY700" fmla="*/ 534021 h 4267200"/>
              <a:gd name="connsiteX701" fmla="*/ 8293154 w 12192000"/>
              <a:gd name="connsiteY701" fmla="*/ 672115 h 4267200"/>
              <a:gd name="connsiteX702" fmla="*/ 8279099 w 12192000"/>
              <a:gd name="connsiteY702" fmla="*/ 769176 h 4267200"/>
              <a:gd name="connsiteX703" fmla="*/ 8309186 w 12192000"/>
              <a:gd name="connsiteY703" fmla="*/ 1060039 h 4267200"/>
              <a:gd name="connsiteX704" fmla="*/ 8410512 w 12192000"/>
              <a:gd name="connsiteY704" fmla="*/ 1511108 h 4267200"/>
              <a:gd name="connsiteX705" fmla="*/ 8351657 w 12192000"/>
              <a:gd name="connsiteY705" fmla="*/ 521768 h 4267200"/>
              <a:gd name="connsiteX706" fmla="*/ 8295299 w 12192000"/>
              <a:gd name="connsiteY706" fmla="*/ 416143 h 4267200"/>
              <a:gd name="connsiteX707" fmla="*/ 8266483 w 12192000"/>
              <a:gd name="connsiteY707" fmla="*/ 414244 h 4267200"/>
              <a:gd name="connsiteX708" fmla="*/ 8343425 w 12192000"/>
              <a:gd name="connsiteY708" fmla="*/ 1357811 h 4267200"/>
              <a:gd name="connsiteX709" fmla="*/ 8282114 w 12192000"/>
              <a:gd name="connsiteY709" fmla="*/ 1064671 h 4267200"/>
              <a:gd name="connsiteX710" fmla="*/ 8251298 w 12192000"/>
              <a:gd name="connsiteY710" fmla="*/ 766414 h 4267200"/>
              <a:gd name="connsiteX711" fmla="*/ 8265729 w 12192000"/>
              <a:gd name="connsiteY711" fmla="*/ 666939 h 4267200"/>
              <a:gd name="connsiteX712" fmla="*/ 8281494 w 12192000"/>
              <a:gd name="connsiteY712" fmla="*/ 533909 h 4267200"/>
              <a:gd name="connsiteX713" fmla="*/ 8266483 w 12192000"/>
              <a:gd name="connsiteY713" fmla="*/ 414244 h 4267200"/>
              <a:gd name="connsiteX714" fmla="*/ 8140802 w 12192000"/>
              <a:gd name="connsiteY714" fmla="*/ 388720 h 4267200"/>
              <a:gd name="connsiteX715" fmla="*/ 7860379 w 12192000"/>
              <a:gd name="connsiteY715" fmla="*/ 596411 h 4267200"/>
              <a:gd name="connsiteX716" fmla="*/ 7737688 w 12192000"/>
              <a:gd name="connsiteY716" fmla="*/ 790400 h 4267200"/>
              <a:gd name="connsiteX717" fmla="*/ 7726885 w 12192000"/>
              <a:gd name="connsiteY717" fmla="*/ 812869 h 4267200"/>
              <a:gd name="connsiteX718" fmla="*/ 7840490 w 12192000"/>
              <a:gd name="connsiteY718" fmla="*/ 676832 h 4267200"/>
              <a:gd name="connsiteX719" fmla="*/ 8140802 w 12192000"/>
              <a:gd name="connsiteY719" fmla="*/ 388720 h 4267200"/>
              <a:gd name="connsiteX720" fmla="*/ 3744487 w 12192000"/>
              <a:gd name="connsiteY720" fmla="*/ 383136 h 4267200"/>
              <a:gd name="connsiteX721" fmla="*/ 3970213 w 12192000"/>
              <a:gd name="connsiteY721" fmla="*/ 995559 h 4267200"/>
              <a:gd name="connsiteX722" fmla="*/ 3744487 w 12192000"/>
              <a:gd name="connsiteY722" fmla="*/ 383136 h 4267200"/>
              <a:gd name="connsiteX723" fmla="*/ 3624562 w 12192000"/>
              <a:gd name="connsiteY723" fmla="*/ 367041 h 4267200"/>
              <a:gd name="connsiteX724" fmla="*/ 3489712 w 12192000"/>
              <a:gd name="connsiteY724" fmla="*/ 485386 h 4267200"/>
              <a:gd name="connsiteX725" fmla="*/ 3182994 w 12192000"/>
              <a:gd name="connsiteY725" fmla="*/ 828265 h 4267200"/>
              <a:gd name="connsiteX726" fmla="*/ 2892114 w 12192000"/>
              <a:gd name="connsiteY726" fmla="*/ 1172635 h 4267200"/>
              <a:gd name="connsiteX727" fmla="*/ 3021459 w 12192000"/>
              <a:gd name="connsiteY727" fmla="*/ 1035385 h 4267200"/>
              <a:gd name="connsiteX728" fmla="*/ 3153873 w 12192000"/>
              <a:gd name="connsiteY728" fmla="*/ 898971 h 4267200"/>
              <a:gd name="connsiteX729" fmla="*/ 3276511 w 12192000"/>
              <a:gd name="connsiteY729" fmla="*/ 786423 h 4267200"/>
              <a:gd name="connsiteX730" fmla="*/ 3584154 w 12192000"/>
              <a:gd name="connsiteY730" fmla="*/ 448218 h 4267200"/>
              <a:gd name="connsiteX731" fmla="*/ 3624562 w 12192000"/>
              <a:gd name="connsiteY731" fmla="*/ 367041 h 4267200"/>
              <a:gd name="connsiteX732" fmla="*/ 3766672 w 12192000"/>
              <a:gd name="connsiteY732" fmla="*/ 359429 h 4267200"/>
              <a:gd name="connsiteX733" fmla="*/ 3996338 w 12192000"/>
              <a:gd name="connsiteY733" fmla="*/ 968237 h 4267200"/>
              <a:gd name="connsiteX734" fmla="*/ 3766672 w 12192000"/>
              <a:gd name="connsiteY734" fmla="*/ 359429 h 4267200"/>
              <a:gd name="connsiteX735" fmla="*/ 5805386 w 12192000"/>
              <a:gd name="connsiteY735" fmla="*/ 239240 h 4267200"/>
              <a:gd name="connsiteX736" fmla="*/ 5736947 w 12192000"/>
              <a:gd name="connsiteY736" fmla="*/ 261367 h 4267200"/>
              <a:gd name="connsiteX737" fmla="*/ 5427012 w 12192000"/>
              <a:gd name="connsiteY737" fmla="*/ 311272 h 4267200"/>
              <a:gd name="connsiteX738" fmla="*/ 5147818 w 12192000"/>
              <a:gd name="connsiteY738" fmla="*/ 322112 h 4267200"/>
              <a:gd name="connsiteX739" fmla="*/ 5060854 w 12192000"/>
              <a:gd name="connsiteY739" fmla="*/ 311882 h 4267200"/>
              <a:gd name="connsiteX740" fmla="*/ 4945989 w 12192000"/>
              <a:gd name="connsiteY740" fmla="*/ 300516 h 4267200"/>
              <a:gd name="connsiteX741" fmla="*/ 5410479 w 12192000"/>
              <a:gd name="connsiteY741" fmla="*/ 348434 h 4267200"/>
              <a:gd name="connsiteX742" fmla="*/ 5805386 w 12192000"/>
              <a:gd name="connsiteY742" fmla="*/ 239240 h 4267200"/>
              <a:gd name="connsiteX743" fmla="*/ 5905192 w 12192000"/>
              <a:gd name="connsiteY743" fmla="*/ 163079 h 4267200"/>
              <a:gd name="connsiteX744" fmla="*/ 5865655 w 12192000"/>
              <a:gd name="connsiteY744" fmla="*/ 171901 h 4267200"/>
              <a:gd name="connsiteX745" fmla="*/ 5259740 w 12192000"/>
              <a:gd name="connsiteY745" fmla="*/ 257013 h 4267200"/>
              <a:gd name="connsiteX746" fmla="*/ 5208466 w 12192000"/>
              <a:gd name="connsiteY746" fmla="*/ 257550 h 4267200"/>
              <a:gd name="connsiteX747" fmla="*/ 4980204 w 12192000"/>
              <a:gd name="connsiteY747" fmla="*/ 271903 h 4267200"/>
              <a:gd name="connsiteX748" fmla="*/ 5068068 w 12192000"/>
              <a:gd name="connsiteY748" fmla="*/ 282244 h 4267200"/>
              <a:gd name="connsiteX749" fmla="*/ 5153231 w 12192000"/>
              <a:gd name="connsiteY749" fmla="*/ 292240 h 4267200"/>
              <a:gd name="connsiteX750" fmla="*/ 5426491 w 12192000"/>
              <a:gd name="connsiteY750" fmla="*/ 281128 h 4267200"/>
              <a:gd name="connsiteX751" fmla="*/ 5731212 w 12192000"/>
              <a:gd name="connsiteY751" fmla="*/ 231951 h 4267200"/>
              <a:gd name="connsiteX752" fmla="*/ 5905192 w 12192000"/>
              <a:gd name="connsiteY752" fmla="*/ 163079 h 4267200"/>
              <a:gd name="connsiteX753" fmla="*/ 5944437 w 12192000"/>
              <a:gd name="connsiteY753" fmla="*/ 113829 h 4267200"/>
              <a:gd name="connsiteX754" fmla="*/ 5825032 w 12192000"/>
              <a:gd name="connsiteY754" fmla="*/ 146405 h 4267200"/>
              <a:gd name="connsiteX755" fmla="*/ 4955599 w 12192000"/>
              <a:gd name="connsiteY755" fmla="*/ 247008 h 4267200"/>
              <a:gd name="connsiteX756" fmla="*/ 5210104 w 12192000"/>
              <a:gd name="connsiteY756" fmla="*/ 228123 h 4267200"/>
              <a:gd name="connsiteX757" fmla="*/ 5261015 w 12192000"/>
              <a:gd name="connsiteY757" fmla="*/ 227087 h 4267200"/>
              <a:gd name="connsiteX758" fmla="*/ 5861181 w 12192000"/>
              <a:gd name="connsiteY758" fmla="*/ 143093 h 4267200"/>
              <a:gd name="connsiteX759" fmla="*/ 5961252 w 12192000"/>
              <a:gd name="connsiteY759" fmla="*/ 114820 h 4267200"/>
              <a:gd name="connsiteX760" fmla="*/ 5944437 w 12192000"/>
              <a:gd name="connsiteY760" fmla="*/ 113829 h 4267200"/>
              <a:gd name="connsiteX761" fmla="*/ 9095810 w 12192000"/>
              <a:gd name="connsiteY761" fmla="*/ 0 h 4267200"/>
              <a:gd name="connsiteX762" fmla="*/ 9215999 w 12192000"/>
              <a:gd name="connsiteY762" fmla="*/ 0 h 4267200"/>
              <a:gd name="connsiteX763" fmla="*/ 9250991 w 12192000"/>
              <a:gd name="connsiteY763" fmla="*/ 17650 h 4267200"/>
              <a:gd name="connsiteX764" fmla="*/ 9551793 w 12192000"/>
              <a:gd name="connsiteY764" fmla="*/ 69947 h 4267200"/>
              <a:gd name="connsiteX765" fmla="*/ 10211701 w 12192000"/>
              <a:gd name="connsiteY765" fmla="*/ 15192 h 4267200"/>
              <a:gd name="connsiteX766" fmla="*/ 9665014 w 12192000"/>
              <a:gd name="connsiteY766" fmla="*/ 41266 h 4267200"/>
              <a:gd name="connsiteX767" fmla="*/ 9382567 w 12192000"/>
              <a:gd name="connsiteY767" fmla="*/ 18583 h 4267200"/>
              <a:gd name="connsiteX768" fmla="*/ 9283159 w 12192000"/>
              <a:gd name="connsiteY768" fmla="*/ 0 h 4267200"/>
              <a:gd name="connsiteX769" fmla="*/ 9469266 w 12192000"/>
              <a:gd name="connsiteY769" fmla="*/ 0 h 4267200"/>
              <a:gd name="connsiteX770" fmla="*/ 9504117 w 12192000"/>
              <a:gd name="connsiteY770" fmla="*/ 4274 h 4267200"/>
              <a:gd name="connsiteX771" fmla="*/ 9667223 w 12192000"/>
              <a:gd name="connsiteY771" fmla="*/ 13232 h 4267200"/>
              <a:gd name="connsiteX772" fmla="*/ 9887703 w 12192000"/>
              <a:gd name="connsiteY772" fmla="*/ 12601 h 4267200"/>
              <a:gd name="connsiteX773" fmla="*/ 10088930 w 12192000"/>
              <a:gd name="connsiteY773" fmla="*/ 0 h 4267200"/>
              <a:gd name="connsiteX774" fmla="*/ 10544171 w 12192000"/>
              <a:gd name="connsiteY774" fmla="*/ 0 h 4267200"/>
              <a:gd name="connsiteX775" fmla="*/ 10392396 w 12192000"/>
              <a:gd name="connsiteY775" fmla="*/ 36772 h 4267200"/>
              <a:gd name="connsiteX776" fmla="*/ 9413803 w 12192000"/>
              <a:gd name="connsiteY776" fmla="*/ 131277 h 4267200"/>
              <a:gd name="connsiteX777" fmla="*/ 9174626 w 12192000"/>
              <a:gd name="connsiteY777" fmla="*/ 44983 h 4267200"/>
              <a:gd name="connsiteX778" fmla="*/ 8474998 w 12192000"/>
              <a:gd name="connsiteY778" fmla="*/ 0 h 4267200"/>
              <a:gd name="connsiteX779" fmla="*/ 8573502 w 12192000"/>
              <a:gd name="connsiteY779" fmla="*/ 0 h 4267200"/>
              <a:gd name="connsiteX780" fmla="*/ 8659539 w 12192000"/>
              <a:gd name="connsiteY780" fmla="*/ 117664 h 4267200"/>
              <a:gd name="connsiteX781" fmla="*/ 9248507 w 12192000"/>
              <a:gd name="connsiteY781" fmla="*/ 743734 h 4267200"/>
              <a:gd name="connsiteX782" fmla="*/ 9309457 w 12192000"/>
              <a:gd name="connsiteY782" fmla="*/ 795932 h 4267200"/>
              <a:gd name="connsiteX783" fmla="*/ 9785496 w 12192000"/>
              <a:gd name="connsiteY783" fmla="*/ 530713 h 4267200"/>
              <a:gd name="connsiteX784" fmla="*/ 10482828 w 12192000"/>
              <a:gd name="connsiteY784" fmla="*/ 399738 h 4267200"/>
              <a:gd name="connsiteX785" fmla="*/ 10468382 w 12192000"/>
              <a:gd name="connsiteY785" fmla="*/ 461219 h 4267200"/>
              <a:gd name="connsiteX786" fmla="*/ 9430790 w 12192000"/>
              <a:gd name="connsiteY786" fmla="*/ 895589 h 4267200"/>
              <a:gd name="connsiteX787" fmla="*/ 10019780 w 12192000"/>
              <a:gd name="connsiteY787" fmla="*/ 1298815 h 4267200"/>
              <a:gd name="connsiteX788" fmla="*/ 10372218 w 12192000"/>
              <a:gd name="connsiteY788" fmla="*/ 1146081 h 4267200"/>
              <a:gd name="connsiteX789" fmla="*/ 10896429 w 12192000"/>
              <a:gd name="connsiteY789" fmla="*/ 310883 h 4267200"/>
              <a:gd name="connsiteX790" fmla="*/ 10919735 w 12192000"/>
              <a:gd name="connsiteY790" fmla="*/ 318176 h 4267200"/>
              <a:gd name="connsiteX791" fmla="*/ 10637064 w 12192000"/>
              <a:gd name="connsiteY791" fmla="*/ 935661 h 4267200"/>
              <a:gd name="connsiteX792" fmla="*/ 10516995 w 12192000"/>
              <a:gd name="connsiteY792" fmla="*/ 1070245 h 4267200"/>
              <a:gd name="connsiteX793" fmla="*/ 10868835 w 12192000"/>
              <a:gd name="connsiteY793" fmla="*/ 815534 h 4267200"/>
              <a:gd name="connsiteX794" fmla="*/ 11704547 w 12192000"/>
              <a:gd name="connsiteY794" fmla="*/ 465665 h 4267200"/>
              <a:gd name="connsiteX795" fmla="*/ 12033562 w 12192000"/>
              <a:gd name="connsiteY795" fmla="*/ 350012 h 4267200"/>
              <a:gd name="connsiteX796" fmla="*/ 12025537 w 12192000"/>
              <a:gd name="connsiteY796" fmla="*/ 382666 h 4267200"/>
              <a:gd name="connsiteX797" fmla="*/ 11088649 w 12192000"/>
              <a:gd name="connsiteY797" fmla="*/ 1056676 h 4267200"/>
              <a:gd name="connsiteX798" fmla="*/ 10561600 w 12192000"/>
              <a:gd name="connsiteY798" fmla="*/ 1229477 h 4267200"/>
              <a:gd name="connsiteX799" fmla="*/ 10280797 w 12192000"/>
              <a:gd name="connsiteY799" fmla="*/ 1263181 h 4267200"/>
              <a:gd name="connsiteX800" fmla="*/ 10083376 w 12192000"/>
              <a:gd name="connsiteY800" fmla="*/ 1334114 h 4267200"/>
              <a:gd name="connsiteX801" fmla="*/ 10832582 w 12192000"/>
              <a:gd name="connsiteY801" fmla="*/ 1687356 h 4267200"/>
              <a:gd name="connsiteX802" fmla="*/ 10839263 w 12192000"/>
              <a:gd name="connsiteY802" fmla="*/ 1683743 h 4267200"/>
              <a:gd name="connsiteX803" fmla="*/ 11350910 w 12192000"/>
              <a:gd name="connsiteY803" fmla="*/ 1443899 h 4267200"/>
              <a:gd name="connsiteX804" fmla="*/ 11360346 w 12192000"/>
              <a:gd name="connsiteY804" fmla="*/ 1429225 h 4267200"/>
              <a:gd name="connsiteX805" fmla="*/ 12167580 w 12192000"/>
              <a:gd name="connsiteY805" fmla="*/ 789523 h 4267200"/>
              <a:gd name="connsiteX806" fmla="*/ 12192000 w 12192000"/>
              <a:gd name="connsiteY806" fmla="*/ 769876 h 4267200"/>
              <a:gd name="connsiteX807" fmla="*/ 12192000 w 12192000"/>
              <a:gd name="connsiteY807" fmla="*/ 802845 h 4267200"/>
              <a:gd name="connsiteX808" fmla="*/ 12173558 w 12192000"/>
              <a:gd name="connsiteY808" fmla="*/ 821317 h 4267200"/>
              <a:gd name="connsiteX809" fmla="*/ 12117398 w 12192000"/>
              <a:gd name="connsiteY809" fmla="*/ 877374 h 4267200"/>
              <a:gd name="connsiteX810" fmla="*/ 11472926 w 12192000"/>
              <a:gd name="connsiteY810" fmla="*/ 1344259 h 4267200"/>
              <a:gd name="connsiteX811" fmla="*/ 11666978 w 12192000"/>
              <a:gd name="connsiteY811" fmla="*/ 1215889 h 4267200"/>
              <a:gd name="connsiteX812" fmla="*/ 11707200 w 12192000"/>
              <a:gd name="connsiteY812" fmla="*/ 1192361 h 4267200"/>
              <a:gd name="connsiteX813" fmla="*/ 12144637 w 12192000"/>
              <a:gd name="connsiteY813" fmla="*/ 858646 h 4267200"/>
              <a:gd name="connsiteX814" fmla="*/ 12192000 w 12192000"/>
              <a:gd name="connsiteY814" fmla="*/ 810414 h 4267200"/>
              <a:gd name="connsiteX815" fmla="*/ 12192000 w 12192000"/>
              <a:gd name="connsiteY815" fmla="*/ 916439 h 4267200"/>
              <a:gd name="connsiteX816" fmla="*/ 12150630 w 12192000"/>
              <a:gd name="connsiteY816" fmla="*/ 982925 h 4267200"/>
              <a:gd name="connsiteX817" fmla="*/ 11389484 w 12192000"/>
              <a:gd name="connsiteY817" fmla="*/ 1469889 h 4267200"/>
              <a:gd name="connsiteX818" fmla="*/ 10923736 w 12192000"/>
              <a:gd name="connsiteY818" fmla="*/ 1721439 h 4267200"/>
              <a:gd name="connsiteX819" fmla="*/ 11091913 w 12192000"/>
              <a:gd name="connsiteY819" fmla="*/ 1780406 h 4267200"/>
              <a:gd name="connsiteX820" fmla="*/ 11771238 w 12192000"/>
              <a:gd name="connsiteY820" fmla="*/ 1944400 h 4267200"/>
              <a:gd name="connsiteX821" fmla="*/ 11783166 w 12192000"/>
              <a:gd name="connsiteY821" fmla="*/ 1931422 h 4267200"/>
              <a:gd name="connsiteX822" fmla="*/ 12131988 w 12192000"/>
              <a:gd name="connsiteY822" fmla="*/ 1574357 h 4267200"/>
              <a:gd name="connsiteX823" fmla="*/ 12192000 w 12192000"/>
              <a:gd name="connsiteY823" fmla="*/ 1537429 h 4267200"/>
              <a:gd name="connsiteX824" fmla="*/ 12192000 w 12192000"/>
              <a:gd name="connsiteY824" fmla="*/ 1589108 h 4267200"/>
              <a:gd name="connsiteX825" fmla="*/ 12112105 w 12192000"/>
              <a:gd name="connsiteY825" fmla="*/ 1640352 h 4267200"/>
              <a:gd name="connsiteX826" fmla="*/ 11849203 w 12192000"/>
              <a:gd name="connsiteY826" fmla="*/ 1900149 h 4267200"/>
              <a:gd name="connsiteX827" fmla="*/ 11946326 w 12192000"/>
              <a:gd name="connsiteY827" fmla="*/ 1822808 h 4267200"/>
              <a:gd name="connsiteX828" fmla="*/ 12055863 w 12192000"/>
              <a:gd name="connsiteY828" fmla="*/ 1735914 h 4267200"/>
              <a:gd name="connsiteX829" fmla="*/ 12150816 w 12192000"/>
              <a:gd name="connsiteY829" fmla="*/ 1678902 h 4267200"/>
              <a:gd name="connsiteX830" fmla="*/ 12192000 w 12192000"/>
              <a:gd name="connsiteY830" fmla="*/ 1655121 h 4267200"/>
              <a:gd name="connsiteX831" fmla="*/ 12192000 w 12192000"/>
              <a:gd name="connsiteY831" fmla="*/ 1686869 h 4267200"/>
              <a:gd name="connsiteX832" fmla="*/ 12163772 w 12192000"/>
              <a:gd name="connsiteY832" fmla="*/ 1703058 h 4267200"/>
              <a:gd name="connsiteX833" fmla="*/ 12070597 w 12192000"/>
              <a:gd name="connsiteY833" fmla="*/ 1758893 h 4267200"/>
              <a:gd name="connsiteX834" fmla="*/ 11963621 w 12192000"/>
              <a:gd name="connsiteY834" fmla="*/ 1844299 h 4267200"/>
              <a:gd name="connsiteX835" fmla="*/ 11886604 w 12192000"/>
              <a:gd name="connsiteY835" fmla="*/ 1907617 h 4267200"/>
              <a:gd name="connsiteX836" fmla="*/ 12153575 w 12192000"/>
              <a:gd name="connsiteY836" fmla="*/ 1786372 h 4267200"/>
              <a:gd name="connsiteX837" fmla="*/ 12192000 w 12192000"/>
              <a:gd name="connsiteY837" fmla="*/ 1759693 h 4267200"/>
              <a:gd name="connsiteX838" fmla="*/ 12192000 w 12192000"/>
              <a:gd name="connsiteY838" fmla="*/ 1809459 h 4267200"/>
              <a:gd name="connsiteX839" fmla="*/ 12121362 w 12192000"/>
              <a:gd name="connsiteY839" fmla="*/ 1857561 h 4267200"/>
              <a:gd name="connsiteX840" fmla="*/ 11895949 w 12192000"/>
              <a:gd name="connsiteY840" fmla="*/ 1963079 h 4267200"/>
              <a:gd name="connsiteX841" fmla="*/ 12192000 w 12192000"/>
              <a:gd name="connsiteY841" fmla="*/ 1990579 h 4267200"/>
              <a:gd name="connsiteX842" fmla="*/ 12192000 w 12192000"/>
              <a:gd name="connsiteY842" fmla="*/ 2065582 h 4267200"/>
              <a:gd name="connsiteX843" fmla="*/ 12153918 w 12192000"/>
              <a:gd name="connsiteY843" fmla="*/ 2063926 h 4267200"/>
              <a:gd name="connsiteX844" fmla="*/ 12192000 w 12192000"/>
              <a:gd name="connsiteY844" fmla="*/ 2085104 h 4267200"/>
              <a:gd name="connsiteX845" fmla="*/ 12192000 w 12192000"/>
              <a:gd name="connsiteY845" fmla="*/ 2178471 h 4267200"/>
              <a:gd name="connsiteX846" fmla="*/ 12085355 w 12192000"/>
              <a:gd name="connsiteY846" fmla="*/ 2122457 h 4267200"/>
              <a:gd name="connsiteX847" fmla="*/ 12192000 w 12192000"/>
              <a:gd name="connsiteY847" fmla="*/ 2196158 h 4267200"/>
              <a:gd name="connsiteX848" fmla="*/ 12192000 w 12192000"/>
              <a:gd name="connsiteY848" fmla="*/ 2230374 h 4267200"/>
              <a:gd name="connsiteX849" fmla="*/ 12041237 w 12192000"/>
              <a:gd name="connsiteY849" fmla="*/ 2126309 h 4267200"/>
              <a:gd name="connsiteX850" fmla="*/ 12174450 w 12192000"/>
              <a:gd name="connsiteY850" fmla="*/ 2262541 h 4267200"/>
              <a:gd name="connsiteX851" fmla="*/ 12192000 w 12192000"/>
              <a:gd name="connsiteY851" fmla="*/ 2275857 h 4267200"/>
              <a:gd name="connsiteX852" fmla="*/ 12192000 w 12192000"/>
              <a:gd name="connsiteY852" fmla="*/ 2377131 h 4267200"/>
              <a:gd name="connsiteX853" fmla="*/ 12155801 w 12192000"/>
              <a:gd name="connsiteY853" fmla="*/ 2349925 h 4267200"/>
              <a:gd name="connsiteX854" fmla="*/ 11930164 w 12192000"/>
              <a:gd name="connsiteY854" fmla="*/ 2041945 h 4267200"/>
              <a:gd name="connsiteX855" fmla="*/ 11561767 w 12192000"/>
              <a:gd name="connsiteY855" fmla="*/ 1984479 h 4267200"/>
              <a:gd name="connsiteX856" fmla="*/ 11987997 w 12192000"/>
              <a:gd name="connsiteY856" fmla="*/ 3153822 h 4267200"/>
              <a:gd name="connsiteX857" fmla="*/ 11926558 w 12192000"/>
              <a:gd name="connsiteY857" fmla="*/ 3203134 h 4267200"/>
              <a:gd name="connsiteX858" fmla="*/ 11440430 w 12192000"/>
              <a:gd name="connsiteY858" fmla="*/ 1973028 h 4267200"/>
              <a:gd name="connsiteX859" fmla="*/ 11446754 w 12192000"/>
              <a:gd name="connsiteY859" fmla="*/ 1959605 h 4267200"/>
              <a:gd name="connsiteX860" fmla="*/ 11050651 w 12192000"/>
              <a:gd name="connsiteY860" fmla="*/ 1850495 h 4267200"/>
              <a:gd name="connsiteX861" fmla="*/ 10389960 w 12192000"/>
              <a:gd name="connsiteY861" fmla="*/ 1586232 h 4267200"/>
              <a:gd name="connsiteX862" fmla="*/ 10500699 w 12192000"/>
              <a:gd name="connsiteY862" fmla="*/ 1913175 h 4267200"/>
              <a:gd name="connsiteX863" fmla="*/ 10507814 w 12192000"/>
              <a:gd name="connsiteY863" fmla="*/ 1920694 h 4267200"/>
              <a:gd name="connsiteX864" fmla="*/ 10518908 w 12192000"/>
              <a:gd name="connsiteY864" fmla="*/ 1911226 h 4267200"/>
              <a:gd name="connsiteX865" fmla="*/ 11258935 w 12192000"/>
              <a:gd name="connsiteY865" fmla="*/ 2442781 h 4267200"/>
              <a:gd name="connsiteX866" fmla="*/ 11211663 w 12192000"/>
              <a:gd name="connsiteY866" fmla="*/ 2510325 h 4267200"/>
              <a:gd name="connsiteX867" fmla="*/ 10571295 w 12192000"/>
              <a:gd name="connsiteY867" fmla="*/ 2105302 h 4267200"/>
              <a:gd name="connsiteX868" fmla="*/ 10435737 w 12192000"/>
              <a:gd name="connsiteY868" fmla="*/ 2805672 h 4267200"/>
              <a:gd name="connsiteX869" fmla="*/ 10206831 w 12192000"/>
              <a:gd name="connsiteY869" fmla="*/ 3151701 h 4267200"/>
              <a:gd name="connsiteX870" fmla="*/ 10196482 w 12192000"/>
              <a:gd name="connsiteY870" fmla="*/ 3135084 h 4267200"/>
              <a:gd name="connsiteX871" fmla="*/ 10381882 w 12192000"/>
              <a:gd name="connsiteY871" fmla="*/ 2155807 h 4267200"/>
              <a:gd name="connsiteX872" fmla="*/ 10439260 w 12192000"/>
              <a:gd name="connsiteY872" fmla="*/ 1962486 h 4267200"/>
              <a:gd name="connsiteX873" fmla="*/ 10439409 w 12192000"/>
              <a:gd name="connsiteY873" fmla="*/ 1960615 h 4267200"/>
              <a:gd name="connsiteX874" fmla="*/ 10439915 w 12192000"/>
              <a:gd name="connsiteY874" fmla="*/ 1951821 h 4267200"/>
              <a:gd name="connsiteX875" fmla="*/ 10314241 w 12192000"/>
              <a:gd name="connsiteY875" fmla="*/ 1556749 h 4267200"/>
              <a:gd name="connsiteX876" fmla="*/ 10315061 w 12192000"/>
              <a:gd name="connsiteY876" fmla="*/ 1548729 h 4267200"/>
              <a:gd name="connsiteX877" fmla="*/ 9526158 w 12192000"/>
              <a:gd name="connsiteY877" fmla="*/ 1071804 h 4267200"/>
              <a:gd name="connsiteX878" fmla="*/ 9758689 w 12192000"/>
              <a:gd name="connsiteY878" fmla="*/ 1585512 h 4267200"/>
              <a:gd name="connsiteX879" fmla="*/ 9941392 w 12192000"/>
              <a:gd name="connsiteY879" fmla="*/ 2432858 h 4267200"/>
              <a:gd name="connsiteX880" fmla="*/ 9887724 w 12192000"/>
              <a:gd name="connsiteY880" fmla="*/ 2495762 h 4267200"/>
              <a:gd name="connsiteX881" fmla="*/ 9587446 w 12192000"/>
              <a:gd name="connsiteY881" fmla="*/ 1872898 h 4267200"/>
              <a:gd name="connsiteX882" fmla="*/ 9462810 w 12192000"/>
              <a:gd name="connsiteY882" fmla="*/ 1288346 h 4267200"/>
              <a:gd name="connsiteX883" fmla="*/ 9318575 w 12192000"/>
              <a:gd name="connsiteY883" fmla="*/ 1540820 h 4267200"/>
              <a:gd name="connsiteX884" fmla="*/ 9191090 w 12192000"/>
              <a:gd name="connsiteY884" fmla="*/ 1688355 h 4267200"/>
              <a:gd name="connsiteX885" fmla="*/ 9177757 w 12192000"/>
              <a:gd name="connsiteY885" fmla="*/ 1683354 h 4267200"/>
              <a:gd name="connsiteX886" fmla="*/ 9274865 w 12192000"/>
              <a:gd name="connsiteY886" fmla="*/ 1336896 h 4267200"/>
              <a:gd name="connsiteX887" fmla="*/ 9478649 w 12192000"/>
              <a:gd name="connsiteY887" fmla="*/ 1173376 h 4267200"/>
              <a:gd name="connsiteX888" fmla="*/ 9482281 w 12192000"/>
              <a:gd name="connsiteY888" fmla="*/ 1167830 h 4267200"/>
              <a:gd name="connsiteX889" fmla="*/ 9438637 w 12192000"/>
              <a:gd name="connsiteY889" fmla="*/ 1015438 h 4267200"/>
              <a:gd name="connsiteX890" fmla="*/ 9439458 w 12192000"/>
              <a:gd name="connsiteY890" fmla="*/ 1007420 h 4267200"/>
              <a:gd name="connsiteX891" fmla="*/ 9197105 w 12192000"/>
              <a:gd name="connsiteY891" fmla="*/ 808882 h 4267200"/>
              <a:gd name="connsiteX892" fmla="*/ 8973607 w 12192000"/>
              <a:gd name="connsiteY892" fmla="*/ 597733 h 4267200"/>
              <a:gd name="connsiteX893" fmla="*/ 8967512 w 12192000"/>
              <a:gd name="connsiteY893" fmla="*/ 1795211 h 4267200"/>
              <a:gd name="connsiteX894" fmla="*/ 8912526 w 12192000"/>
              <a:gd name="connsiteY894" fmla="*/ 1841464 h 4267200"/>
              <a:gd name="connsiteX895" fmla="*/ 8893391 w 12192000"/>
              <a:gd name="connsiteY895" fmla="*/ 572788 h 4267200"/>
              <a:gd name="connsiteX896" fmla="*/ 8902990 w 12192000"/>
              <a:gd name="connsiteY896" fmla="*/ 560750 h 4267200"/>
              <a:gd name="connsiteX897" fmla="*/ 8919102 w 12192000"/>
              <a:gd name="connsiteY897" fmla="*/ 542471 h 4267200"/>
              <a:gd name="connsiteX898" fmla="*/ 8661728 w 12192000"/>
              <a:gd name="connsiteY898" fmla="*/ 250903 h 4267200"/>
              <a:gd name="connsiteX899" fmla="*/ 8357758 w 12192000"/>
              <a:gd name="connsiteY899" fmla="*/ 0 h 4267200"/>
              <a:gd name="connsiteX900" fmla="*/ 8405492 w 12192000"/>
              <a:gd name="connsiteY900" fmla="*/ 0 h 4267200"/>
              <a:gd name="connsiteX901" fmla="*/ 8392083 w 12192000"/>
              <a:gd name="connsiteY901" fmla="*/ 30495 h 4267200"/>
              <a:gd name="connsiteX902" fmla="*/ 8339888 w 12192000"/>
              <a:gd name="connsiteY902" fmla="*/ 306259 h 4267200"/>
              <a:gd name="connsiteX903" fmla="*/ 8473847 w 12192000"/>
              <a:gd name="connsiteY903" fmla="*/ 727373 h 4267200"/>
              <a:gd name="connsiteX904" fmla="*/ 8454081 w 12192000"/>
              <a:gd name="connsiteY904" fmla="*/ 1611960 h 4267200"/>
              <a:gd name="connsiteX905" fmla="*/ 8396000 w 12192000"/>
              <a:gd name="connsiteY905" fmla="*/ 1663986 h 4267200"/>
              <a:gd name="connsiteX906" fmla="*/ 8238881 w 12192000"/>
              <a:gd name="connsiteY906" fmla="*/ 368438 h 4267200"/>
              <a:gd name="connsiteX907" fmla="*/ 7668140 w 12192000"/>
              <a:gd name="connsiteY907" fmla="*/ 942511 h 4267200"/>
              <a:gd name="connsiteX908" fmla="*/ 7637853 w 12192000"/>
              <a:gd name="connsiteY908" fmla="*/ 942567 h 4267200"/>
              <a:gd name="connsiteX909" fmla="*/ 7909649 w 12192000"/>
              <a:gd name="connsiteY909" fmla="*/ 489150 h 4267200"/>
              <a:gd name="connsiteX910" fmla="*/ 8256182 w 12192000"/>
              <a:gd name="connsiteY910" fmla="*/ 301724 h 4267200"/>
              <a:gd name="connsiteX911" fmla="*/ 8255912 w 12192000"/>
              <a:gd name="connsiteY911" fmla="*/ 276498 h 4267200"/>
              <a:gd name="connsiteX912" fmla="*/ 8315225 w 12192000"/>
              <a:gd name="connsiteY912" fmla="*/ 89075 h 4267200"/>
              <a:gd name="connsiteX913" fmla="*/ 7497388 w 12192000"/>
              <a:gd name="connsiteY913" fmla="*/ 0 h 4267200"/>
              <a:gd name="connsiteX914" fmla="*/ 7560921 w 12192000"/>
              <a:gd name="connsiteY914" fmla="*/ 0 h 4267200"/>
              <a:gd name="connsiteX915" fmla="*/ 7546742 w 12192000"/>
              <a:gd name="connsiteY915" fmla="*/ 68966 h 4267200"/>
              <a:gd name="connsiteX916" fmla="*/ 7488853 w 12192000"/>
              <a:gd name="connsiteY916" fmla="*/ 535687 h 4267200"/>
              <a:gd name="connsiteX917" fmla="*/ 7529509 w 12192000"/>
              <a:gd name="connsiteY917" fmla="*/ 380358 h 4267200"/>
              <a:gd name="connsiteX918" fmla="*/ 7585939 w 12192000"/>
              <a:gd name="connsiteY918" fmla="*/ 184712 h 4267200"/>
              <a:gd name="connsiteX919" fmla="*/ 7621792 w 12192000"/>
              <a:gd name="connsiteY919" fmla="*/ 87864 h 4267200"/>
              <a:gd name="connsiteX920" fmla="*/ 7654204 w 12192000"/>
              <a:gd name="connsiteY920" fmla="*/ 0 h 4267200"/>
              <a:gd name="connsiteX921" fmla="*/ 7683986 w 12192000"/>
              <a:gd name="connsiteY921" fmla="*/ 0 h 4267200"/>
              <a:gd name="connsiteX922" fmla="*/ 7647914 w 12192000"/>
              <a:gd name="connsiteY922" fmla="*/ 97640 h 4267200"/>
              <a:gd name="connsiteX923" fmla="*/ 7612524 w 12192000"/>
              <a:gd name="connsiteY923" fmla="*/ 193392 h 4267200"/>
              <a:gd name="connsiteX924" fmla="*/ 7557013 w 12192000"/>
              <a:gd name="connsiteY924" fmla="*/ 386853 h 4267200"/>
              <a:gd name="connsiteX925" fmla="*/ 7517286 w 12192000"/>
              <a:gd name="connsiteY925" fmla="*/ 539999 h 4267200"/>
              <a:gd name="connsiteX926" fmla="*/ 7704204 w 12192000"/>
              <a:gd name="connsiteY926" fmla="*/ 152292 h 4267200"/>
              <a:gd name="connsiteX927" fmla="*/ 7756975 w 12192000"/>
              <a:gd name="connsiteY927" fmla="*/ 0 h 4267200"/>
              <a:gd name="connsiteX928" fmla="*/ 7837329 w 12192000"/>
              <a:gd name="connsiteY928" fmla="*/ 0 h 4267200"/>
              <a:gd name="connsiteX929" fmla="*/ 7821760 w 12192000"/>
              <a:gd name="connsiteY929" fmla="*/ 65656 h 4267200"/>
              <a:gd name="connsiteX930" fmla="*/ 7488925 w 12192000"/>
              <a:gd name="connsiteY930" fmla="*/ 763628 h 4267200"/>
              <a:gd name="connsiteX931" fmla="*/ 7419999 w 12192000"/>
              <a:gd name="connsiteY931" fmla="*/ 774360 h 4267200"/>
              <a:gd name="connsiteX932" fmla="*/ 7487820 w 12192000"/>
              <a:gd name="connsiteY932" fmla="*/ 37416 h 4267200"/>
              <a:gd name="connsiteX933" fmla="*/ 3882765 w 12192000"/>
              <a:gd name="connsiteY933" fmla="*/ 0 h 4267200"/>
              <a:gd name="connsiteX934" fmla="*/ 3995099 w 12192000"/>
              <a:gd name="connsiteY934" fmla="*/ 0 h 4267200"/>
              <a:gd name="connsiteX935" fmla="*/ 4163818 w 12192000"/>
              <a:gd name="connsiteY935" fmla="*/ 234104 h 4267200"/>
              <a:gd name="connsiteX936" fmla="*/ 4172099 w 12192000"/>
              <a:gd name="connsiteY936" fmla="*/ 234207 h 4267200"/>
              <a:gd name="connsiteX937" fmla="*/ 4784282 w 12192000"/>
              <a:gd name="connsiteY937" fmla="*/ 276561 h 4267200"/>
              <a:gd name="connsiteX938" fmla="*/ 4801687 w 12192000"/>
              <a:gd name="connsiteY938" fmla="*/ 267764 h 4267200"/>
              <a:gd name="connsiteX939" fmla="*/ 6082788 w 12192000"/>
              <a:gd name="connsiteY939" fmla="*/ 64119 h 4267200"/>
              <a:gd name="connsiteX940" fmla="*/ 6099442 w 12192000"/>
              <a:gd name="connsiteY940" fmla="*/ 82568 h 4267200"/>
              <a:gd name="connsiteX941" fmla="*/ 4804137 w 12192000"/>
              <a:gd name="connsiteY941" fmla="*/ 320931 h 4267200"/>
              <a:gd name="connsiteX942" fmla="*/ 4227047 w 12192000"/>
              <a:gd name="connsiteY942" fmla="*/ 313415 h 4267200"/>
              <a:gd name="connsiteX943" fmla="*/ 4346041 w 12192000"/>
              <a:gd name="connsiteY943" fmla="*/ 456086 h 4267200"/>
              <a:gd name="connsiteX944" fmla="*/ 4870967 w 12192000"/>
              <a:gd name="connsiteY944" fmla="*/ 963061 h 4267200"/>
              <a:gd name="connsiteX945" fmla="*/ 4889647 w 12192000"/>
              <a:gd name="connsiteY945" fmla="*/ 957147 h 4267200"/>
              <a:gd name="connsiteX946" fmla="*/ 5422504 w 12192000"/>
              <a:gd name="connsiteY946" fmla="*/ 805191 h 4267200"/>
              <a:gd name="connsiteX947" fmla="*/ 6087656 w 12192000"/>
              <a:gd name="connsiteY947" fmla="*/ 826703 h 4267200"/>
              <a:gd name="connsiteX948" fmla="*/ 6058717 w 12192000"/>
              <a:gd name="connsiteY948" fmla="*/ 865992 h 4267200"/>
              <a:gd name="connsiteX949" fmla="*/ 4974153 w 12192000"/>
              <a:gd name="connsiteY949" fmla="*/ 1045456 h 4267200"/>
              <a:gd name="connsiteX950" fmla="*/ 5627835 w 12192000"/>
              <a:gd name="connsiteY950" fmla="*/ 1472077 h 4267200"/>
              <a:gd name="connsiteX951" fmla="*/ 5629817 w 12192000"/>
              <a:gd name="connsiteY951" fmla="*/ 1471412 h 4267200"/>
              <a:gd name="connsiteX952" fmla="*/ 5634124 w 12192000"/>
              <a:gd name="connsiteY952" fmla="*/ 1470572 h 4267200"/>
              <a:gd name="connsiteX953" fmla="*/ 5755832 w 12192000"/>
              <a:gd name="connsiteY953" fmla="*/ 1383886 h 4267200"/>
              <a:gd name="connsiteX954" fmla="*/ 6014186 w 12192000"/>
              <a:gd name="connsiteY954" fmla="*/ 1279799 h 4267200"/>
              <a:gd name="connsiteX955" fmla="*/ 6901619 w 12192000"/>
              <a:gd name="connsiteY955" fmla="*/ 1047874 h 4267200"/>
              <a:gd name="connsiteX956" fmla="*/ 6931566 w 12192000"/>
              <a:gd name="connsiteY956" fmla="*/ 1062034 h 4267200"/>
              <a:gd name="connsiteX957" fmla="*/ 5790982 w 12192000"/>
              <a:gd name="connsiteY957" fmla="*/ 1561380 h 4267200"/>
              <a:gd name="connsiteX958" fmla="*/ 6188971 w 12192000"/>
              <a:gd name="connsiteY958" fmla="*/ 1755168 h 4267200"/>
              <a:gd name="connsiteX959" fmla="*/ 6202446 w 12192000"/>
              <a:gd name="connsiteY959" fmla="*/ 1752268 h 4267200"/>
              <a:gd name="connsiteX960" fmla="*/ 7179560 w 12192000"/>
              <a:gd name="connsiteY960" fmla="*/ 1467551 h 4267200"/>
              <a:gd name="connsiteX961" fmla="*/ 7158730 w 12192000"/>
              <a:gd name="connsiteY961" fmla="*/ 1507835 h 4267200"/>
              <a:gd name="connsiteX962" fmla="*/ 6326959 w 12192000"/>
              <a:gd name="connsiteY962" fmla="*/ 1817686 h 4267200"/>
              <a:gd name="connsiteX963" fmla="*/ 6537433 w 12192000"/>
              <a:gd name="connsiteY963" fmla="*/ 1907790 h 4267200"/>
              <a:gd name="connsiteX964" fmla="*/ 6550221 w 12192000"/>
              <a:gd name="connsiteY964" fmla="*/ 1910729 h 4267200"/>
              <a:gd name="connsiteX965" fmla="*/ 6964438 w 12192000"/>
              <a:gd name="connsiteY965" fmla="*/ 2209505 h 4267200"/>
              <a:gd name="connsiteX966" fmla="*/ 7367862 w 12192000"/>
              <a:gd name="connsiteY966" fmla="*/ 2806833 h 4267200"/>
              <a:gd name="connsiteX967" fmla="*/ 7364329 w 12192000"/>
              <a:gd name="connsiteY967" fmla="*/ 2826907 h 4267200"/>
              <a:gd name="connsiteX968" fmla="*/ 7290545 w 12192000"/>
              <a:gd name="connsiteY968" fmla="*/ 2850663 h 4267200"/>
              <a:gd name="connsiteX969" fmla="*/ 6472036 w 12192000"/>
              <a:gd name="connsiteY969" fmla="*/ 1959003 h 4267200"/>
              <a:gd name="connsiteX970" fmla="*/ 5792897 w 12192000"/>
              <a:gd name="connsiteY970" fmla="*/ 1647747 h 4267200"/>
              <a:gd name="connsiteX971" fmla="*/ 5842751 w 12192000"/>
              <a:gd name="connsiteY971" fmla="*/ 1816112 h 4267200"/>
              <a:gd name="connsiteX972" fmla="*/ 5847424 w 12192000"/>
              <a:gd name="connsiteY972" fmla="*/ 1815776 h 4267200"/>
              <a:gd name="connsiteX973" fmla="*/ 6399821 w 12192000"/>
              <a:gd name="connsiteY973" fmla="*/ 2344799 h 4267200"/>
              <a:gd name="connsiteX974" fmla="*/ 6323232 w 12192000"/>
              <a:gd name="connsiteY974" fmla="*/ 2389634 h 4267200"/>
              <a:gd name="connsiteX975" fmla="*/ 5942958 w 12192000"/>
              <a:gd name="connsiteY975" fmla="*/ 2077708 h 4267200"/>
              <a:gd name="connsiteX976" fmla="*/ 5921559 w 12192000"/>
              <a:gd name="connsiteY976" fmla="*/ 2378596 h 4267200"/>
              <a:gd name="connsiteX977" fmla="*/ 5817651 w 12192000"/>
              <a:gd name="connsiteY977" fmla="*/ 3023919 h 4267200"/>
              <a:gd name="connsiteX978" fmla="*/ 5729634 w 12192000"/>
              <a:gd name="connsiteY978" fmla="*/ 3051849 h 4267200"/>
              <a:gd name="connsiteX979" fmla="*/ 5611018 w 12192000"/>
              <a:gd name="connsiteY979" fmla="*/ 2316769 h 4267200"/>
              <a:gd name="connsiteX980" fmla="*/ 5687608 w 12192000"/>
              <a:gd name="connsiteY980" fmla="*/ 2039972 h 4267200"/>
              <a:gd name="connsiteX981" fmla="*/ 5657554 w 12192000"/>
              <a:gd name="connsiteY981" fmla="*/ 1576445 h 4267200"/>
              <a:gd name="connsiteX982" fmla="*/ 5150475 w 12192000"/>
              <a:gd name="connsiteY982" fmla="*/ 1274012 h 4267200"/>
              <a:gd name="connsiteX983" fmla="*/ 5349142 w 12192000"/>
              <a:gd name="connsiteY983" fmla="*/ 2204405 h 4267200"/>
              <a:gd name="connsiteX984" fmla="*/ 5262214 w 12192000"/>
              <a:gd name="connsiteY984" fmla="*/ 2233836 h 4267200"/>
              <a:gd name="connsiteX985" fmla="*/ 4981539 w 12192000"/>
              <a:gd name="connsiteY985" fmla="*/ 1542201 h 4267200"/>
              <a:gd name="connsiteX986" fmla="*/ 4958461 w 12192000"/>
              <a:gd name="connsiteY986" fmla="*/ 1136957 h 4267200"/>
              <a:gd name="connsiteX987" fmla="*/ 4655015 w 12192000"/>
              <a:gd name="connsiteY987" fmla="*/ 891426 h 4267200"/>
              <a:gd name="connsiteX988" fmla="*/ 4348002 w 12192000"/>
              <a:gd name="connsiteY988" fmla="*/ 2205895 h 4267200"/>
              <a:gd name="connsiteX989" fmla="*/ 4262250 w 12192000"/>
              <a:gd name="connsiteY989" fmla="*/ 2219972 h 4267200"/>
              <a:gd name="connsiteX990" fmla="*/ 4550611 w 12192000"/>
              <a:gd name="connsiteY990" fmla="*/ 817540 h 4267200"/>
              <a:gd name="connsiteX991" fmla="*/ 4564418 w 12192000"/>
              <a:gd name="connsiteY991" fmla="*/ 808293 h 4267200"/>
              <a:gd name="connsiteX992" fmla="*/ 4266388 w 12192000"/>
              <a:gd name="connsiteY992" fmla="*/ 500083 h 4267200"/>
              <a:gd name="connsiteX993" fmla="*/ 4032842 w 12192000"/>
              <a:gd name="connsiteY993" fmla="*/ 211809 h 4267200"/>
              <a:gd name="connsiteX994" fmla="*/ 3721337 w 12192000"/>
              <a:gd name="connsiteY994" fmla="*/ 0 h 4267200"/>
              <a:gd name="connsiteX995" fmla="*/ 3797544 w 12192000"/>
              <a:gd name="connsiteY995" fmla="*/ 0 h 4267200"/>
              <a:gd name="connsiteX996" fmla="*/ 3775734 w 12192000"/>
              <a:gd name="connsiteY996" fmla="*/ 95131 h 4267200"/>
              <a:gd name="connsiteX997" fmla="*/ 3724807 w 12192000"/>
              <a:gd name="connsiteY997" fmla="*/ 272257 h 4267200"/>
              <a:gd name="connsiteX998" fmla="*/ 3726844 w 12192000"/>
              <a:gd name="connsiteY998" fmla="*/ 282988 h 4267200"/>
              <a:gd name="connsiteX999" fmla="*/ 3742664 w 12192000"/>
              <a:gd name="connsiteY999" fmla="*/ 279918 h 4267200"/>
              <a:gd name="connsiteX1000" fmla="*/ 4103910 w 12192000"/>
              <a:gd name="connsiteY1000" fmla="*/ 1161917 h 4267200"/>
              <a:gd name="connsiteX1001" fmla="*/ 4020269 w 12192000"/>
              <a:gd name="connsiteY1001" fmla="*/ 1200406 h 4267200"/>
              <a:gd name="connsiteX1002" fmla="*/ 3674882 w 12192000"/>
              <a:gd name="connsiteY1002" fmla="*/ 488524 h 4267200"/>
              <a:gd name="connsiteX1003" fmla="*/ 3132682 w 12192000"/>
              <a:gd name="connsiteY1003" fmla="*/ 1072284 h 4267200"/>
              <a:gd name="connsiteX1004" fmla="*/ 2716346 w 12192000"/>
              <a:gd name="connsiteY1004" fmla="*/ 1276376 h 4267200"/>
              <a:gd name="connsiteX1005" fmla="*/ 2716772 w 12192000"/>
              <a:gd name="connsiteY1005" fmla="*/ 1255462 h 4267200"/>
              <a:gd name="connsiteX1006" fmla="*/ 3471096 w 12192000"/>
              <a:gd name="connsiteY1006" fmla="*/ 437072 h 4267200"/>
              <a:gd name="connsiteX1007" fmla="*/ 3639057 w 12192000"/>
              <a:gd name="connsiteY1007" fmla="*/ 286334 h 4267200"/>
              <a:gd name="connsiteX1008" fmla="*/ 3640309 w 12192000"/>
              <a:gd name="connsiteY1008" fmla="*/ 284664 h 4267200"/>
              <a:gd name="connsiteX1009" fmla="*/ 3646022 w 12192000"/>
              <a:gd name="connsiteY1009" fmla="*/ 276711 h 4267200"/>
              <a:gd name="connsiteX1010" fmla="*/ 3707943 w 12192000"/>
              <a:gd name="connsiteY1010" fmla="*/ 65958 h 4267200"/>
              <a:gd name="connsiteX1011" fmla="*/ 2867960 w 12192000"/>
              <a:gd name="connsiteY1011" fmla="*/ 0 h 4267200"/>
              <a:gd name="connsiteX1012" fmla="*/ 2926351 w 12192000"/>
              <a:gd name="connsiteY1012" fmla="*/ 0 h 4267200"/>
              <a:gd name="connsiteX1013" fmla="*/ 2902823 w 12192000"/>
              <a:gd name="connsiteY1013" fmla="*/ 262929 h 4267200"/>
              <a:gd name="connsiteX1014" fmla="*/ 2940663 w 12192000"/>
              <a:gd name="connsiteY1014" fmla="*/ 140884 h 4267200"/>
              <a:gd name="connsiteX1015" fmla="*/ 2947039 w 12192000"/>
              <a:gd name="connsiteY1015" fmla="*/ 122524 h 4267200"/>
              <a:gd name="connsiteX1016" fmla="*/ 2984316 w 12192000"/>
              <a:gd name="connsiteY1016" fmla="*/ 0 h 4267200"/>
              <a:gd name="connsiteX1017" fmla="*/ 3016114 w 12192000"/>
              <a:gd name="connsiteY1017" fmla="*/ 0 h 4267200"/>
              <a:gd name="connsiteX1018" fmla="*/ 2979949 w 12192000"/>
              <a:gd name="connsiteY1018" fmla="*/ 119274 h 4267200"/>
              <a:gd name="connsiteX1019" fmla="*/ 3023879 w 12192000"/>
              <a:gd name="connsiteY1019" fmla="*/ 0 h 4267200"/>
              <a:gd name="connsiteX1020" fmla="*/ 3105400 w 12192000"/>
              <a:gd name="connsiteY1020" fmla="*/ 0 h 4267200"/>
              <a:gd name="connsiteX1021" fmla="*/ 3094669 w 12192000"/>
              <a:gd name="connsiteY1021" fmla="*/ 30308 h 4267200"/>
              <a:gd name="connsiteX1022" fmla="*/ 2901945 w 12192000"/>
              <a:gd name="connsiteY1022" fmla="*/ 466538 h 4267200"/>
              <a:gd name="connsiteX1023" fmla="*/ 2815209 w 12192000"/>
              <a:gd name="connsiteY1023" fmla="*/ 497361 h 4267200"/>
              <a:gd name="connsiteX1024" fmla="*/ 2844845 w 12192000"/>
              <a:gd name="connsiteY1024" fmla="*/ 127638 h 4267200"/>
              <a:gd name="connsiteX1025" fmla="*/ 1057230 w 12192000"/>
              <a:gd name="connsiteY1025" fmla="*/ 0 h 4267200"/>
              <a:gd name="connsiteX1026" fmla="*/ 1111003 w 12192000"/>
              <a:gd name="connsiteY1026" fmla="*/ 0 h 4267200"/>
              <a:gd name="connsiteX1027" fmla="*/ 1125553 w 12192000"/>
              <a:gd name="connsiteY1027" fmla="*/ 52588 h 4267200"/>
              <a:gd name="connsiteX1028" fmla="*/ 1304276 w 12192000"/>
              <a:gd name="connsiteY1028" fmla="*/ 476275 h 4267200"/>
              <a:gd name="connsiteX1029" fmla="*/ 1492066 w 12192000"/>
              <a:gd name="connsiteY1029" fmla="*/ 886333 h 4267200"/>
              <a:gd name="connsiteX1030" fmla="*/ 1423698 w 12192000"/>
              <a:gd name="connsiteY1030" fmla="*/ 710817 h 4267200"/>
              <a:gd name="connsiteX1031" fmla="*/ 1357609 w 12192000"/>
              <a:gd name="connsiteY1031" fmla="*/ 532892 h 4267200"/>
              <a:gd name="connsiteX1032" fmla="*/ 1309550 w 12192000"/>
              <a:gd name="connsiteY1032" fmla="*/ 374031 h 4267200"/>
              <a:gd name="connsiteX1033" fmla="*/ 1193673 w 12192000"/>
              <a:gd name="connsiteY1033" fmla="*/ 49533 h 4267200"/>
              <a:gd name="connsiteX1034" fmla="*/ 1164391 w 12192000"/>
              <a:gd name="connsiteY1034" fmla="*/ 0 h 4267200"/>
              <a:gd name="connsiteX1035" fmla="*/ 1200666 w 12192000"/>
              <a:gd name="connsiteY1035" fmla="*/ 0 h 4267200"/>
              <a:gd name="connsiteX1036" fmla="*/ 1223408 w 12192000"/>
              <a:gd name="connsiteY1036" fmla="*/ 38996 h 4267200"/>
              <a:gd name="connsiteX1037" fmla="*/ 1339635 w 12192000"/>
              <a:gd name="connsiteY1037" fmla="*/ 365517 h 4267200"/>
              <a:gd name="connsiteX1038" fmla="*/ 1387469 w 12192000"/>
              <a:gd name="connsiteY1038" fmla="*/ 523079 h 4267200"/>
              <a:gd name="connsiteX1039" fmla="*/ 1452685 w 12192000"/>
              <a:gd name="connsiteY1039" fmla="*/ 699806 h 4267200"/>
              <a:gd name="connsiteX1040" fmla="*/ 1492092 w 12192000"/>
              <a:gd name="connsiteY1040" fmla="*/ 800424 h 4267200"/>
              <a:gd name="connsiteX1041" fmla="*/ 1455302 w 12192000"/>
              <a:gd name="connsiteY1041" fmla="*/ 632913 h 4267200"/>
              <a:gd name="connsiteX1042" fmla="*/ 1222336 w 12192000"/>
              <a:gd name="connsiteY1042" fmla="*/ 9480 h 4267200"/>
              <a:gd name="connsiteX1043" fmla="*/ 1214634 w 12192000"/>
              <a:gd name="connsiteY1043" fmla="*/ 0 h 4267200"/>
              <a:gd name="connsiteX1044" fmla="*/ 1289827 w 12192000"/>
              <a:gd name="connsiteY1044" fmla="*/ 0 h 4267200"/>
              <a:gd name="connsiteX1045" fmla="*/ 1321076 w 12192000"/>
              <a:gd name="connsiteY1045" fmla="*/ 59722 h 4267200"/>
              <a:gd name="connsiteX1046" fmla="*/ 1512579 w 12192000"/>
              <a:gd name="connsiteY1046" fmla="*/ 626441 h 4267200"/>
              <a:gd name="connsiteX1047" fmla="*/ 1506076 w 12192000"/>
              <a:gd name="connsiteY1047" fmla="*/ 1089289 h 4267200"/>
              <a:gd name="connsiteX1048" fmla="*/ 1486346 w 12192000"/>
              <a:gd name="connsiteY1048" fmla="*/ 1079919 h 4267200"/>
              <a:gd name="connsiteX1049" fmla="*/ 1070511 w 12192000"/>
              <a:gd name="connsiteY1049" fmla="*/ 48609 h 4267200"/>
              <a:gd name="connsiteX1050" fmla="*/ 43151 w 12192000"/>
              <a:gd name="connsiteY1050" fmla="*/ 0 h 4267200"/>
              <a:gd name="connsiteX1051" fmla="*/ 95283 w 12192000"/>
              <a:gd name="connsiteY1051" fmla="*/ 0 h 4267200"/>
              <a:gd name="connsiteX1052" fmla="*/ 300708 w 12192000"/>
              <a:gd name="connsiteY1052" fmla="*/ 154571 h 4267200"/>
              <a:gd name="connsiteX1053" fmla="*/ 530414 w 12192000"/>
              <a:gd name="connsiteY1053" fmla="*/ 354673 h 4267200"/>
              <a:gd name="connsiteX1054" fmla="*/ 333785 w 12192000"/>
              <a:gd name="connsiteY1054" fmla="*/ 161564 h 4267200"/>
              <a:gd name="connsiteX1055" fmla="*/ 147005 w 12192000"/>
              <a:gd name="connsiteY1055" fmla="*/ 0 h 4267200"/>
              <a:gd name="connsiteX1056" fmla="*/ 272509 w 12192000"/>
              <a:gd name="connsiteY1056" fmla="*/ 0 h 4267200"/>
              <a:gd name="connsiteX1057" fmla="*/ 326276 w 12192000"/>
              <a:gd name="connsiteY1057" fmla="*/ 45847 h 4267200"/>
              <a:gd name="connsiteX1058" fmla="*/ 823759 w 12192000"/>
              <a:gd name="connsiteY1058" fmla="*/ 574145 h 4267200"/>
              <a:gd name="connsiteX1059" fmla="*/ 811254 w 12192000"/>
              <a:gd name="connsiteY1059" fmla="*/ 665546 h 4267200"/>
              <a:gd name="connsiteX1060" fmla="*/ 154042 w 12192000"/>
              <a:gd name="connsiteY1060" fmla="*/ 261522 h 4267200"/>
              <a:gd name="connsiteX1061" fmla="*/ 13550 w 12192000"/>
              <a:gd name="connsiteY1061" fmla="*/ 158423 h 4267200"/>
              <a:gd name="connsiteX1062" fmla="*/ 0 w 12192000"/>
              <a:gd name="connsiteY1062" fmla="*/ 146618 h 4267200"/>
              <a:gd name="connsiteX1063" fmla="*/ 0 w 12192000"/>
              <a:gd name="connsiteY1063" fmla="*/ 59161 h 4267200"/>
              <a:gd name="connsiteX1064" fmla="*/ 45427 w 12192000"/>
              <a:gd name="connsiteY1064" fmla="*/ 101078 h 4267200"/>
              <a:gd name="connsiteX1065" fmla="*/ 630103 w 12192000"/>
              <a:gd name="connsiteY1065" fmla="*/ 485885 h 4267200"/>
              <a:gd name="connsiteX1066" fmla="*/ 532040 w 12192000"/>
              <a:gd name="connsiteY1066" fmla="*/ 399359 h 4267200"/>
              <a:gd name="connsiteX1067" fmla="*/ 517618 w 12192000"/>
              <a:gd name="connsiteY1067" fmla="*/ 385726 h 4267200"/>
              <a:gd name="connsiteX1068" fmla="*/ 285074 w 12192000"/>
              <a:gd name="connsiteY1068" fmla="*/ 182755 h 426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Lst>
            <a:rect l="l" t="t" r="r" b="b"/>
            <a:pathLst>
              <a:path w="12192000" h="4267200">
                <a:moveTo>
                  <a:pt x="2537169" y="4125568"/>
                </a:moveTo>
                <a:cubicBezTo>
                  <a:pt x="2788218" y="4126068"/>
                  <a:pt x="3025872" y="4161336"/>
                  <a:pt x="3246267" y="4262961"/>
                </a:cubicBezTo>
                <a:lnTo>
                  <a:pt x="3253970" y="4267200"/>
                </a:lnTo>
                <a:lnTo>
                  <a:pt x="3071791" y="4267200"/>
                </a:lnTo>
                <a:lnTo>
                  <a:pt x="2975095" y="4243356"/>
                </a:lnTo>
                <a:cubicBezTo>
                  <a:pt x="2862058" y="4220032"/>
                  <a:pt x="2745568" y="4209031"/>
                  <a:pt x="2626982" y="4206450"/>
                </a:cubicBezTo>
                <a:cubicBezTo>
                  <a:pt x="2581807" y="4205467"/>
                  <a:pt x="2536327" y="4205706"/>
                  <a:pt x="2490617" y="4206951"/>
                </a:cubicBezTo>
                <a:cubicBezTo>
                  <a:pt x="2601507" y="4219748"/>
                  <a:pt x="2711611" y="4236309"/>
                  <a:pt x="2819869" y="4252936"/>
                </a:cubicBezTo>
                <a:lnTo>
                  <a:pt x="2900997" y="4267200"/>
                </a:lnTo>
                <a:lnTo>
                  <a:pt x="2705858" y="4267200"/>
                </a:lnTo>
                <a:lnTo>
                  <a:pt x="2561467" y="4246270"/>
                </a:lnTo>
                <a:cubicBezTo>
                  <a:pt x="2476258" y="4235123"/>
                  <a:pt x="2390533" y="4225627"/>
                  <a:pt x="2305292" y="4219492"/>
                </a:cubicBezTo>
                <a:lnTo>
                  <a:pt x="2409349" y="4267200"/>
                </a:lnTo>
                <a:lnTo>
                  <a:pt x="2266705" y="4267200"/>
                </a:lnTo>
                <a:lnTo>
                  <a:pt x="2183576" y="4227150"/>
                </a:lnTo>
                <a:cubicBezTo>
                  <a:pt x="2170260" y="4220226"/>
                  <a:pt x="2115765" y="4150220"/>
                  <a:pt x="2151029" y="4146947"/>
                </a:cubicBezTo>
                <a:cubicBezTo>
                  <a:pt x="2282770" y="4133761"/>
                  <a:pt x="2411644" y="4125319"/>
                  <a:pt x="2537169" y="4125568"/>
                </a:cubicBezTo>
                <a:close/>
                <a:moveTo>
                  <a:pt x="9258094" y="3958602"/>
                </a:moveTo>
                <a:cubicBezTo>
                  <a:pt x="9013678" y="4006086"/>
                  <a:pt x="8768731" y="4060051"/>
                  <a:pt x="8526712" y="4119804"/>
                </a:cubicBezTo>
                <a:cubicBezTo>
                  <a:pt x="8781748" y="4123003"/>
                  <a:pt x="9026494" y="4069940"/>
                  <a:pt x="9258094" y="3958602"/>
                </a:cubicBezTo>
                <a:close/>
                <a:moveTo>
                  <a:pt x="9168987" y="3919232"/>
                </a:moveTo>
                <a:cubicBezTo>
                  <a:pt x="8975366" y="3912045"/>
                  <a:pt x="8788341" y="3989836"/>
                  <a:pt x="8603910" y="4068895"/>
                </a:cubicBezTo>
                <a:cubicBezTo>
                  <a:pt x="8818554" y="4017452"/>
                  <a:pt x="9035976" y="3970366"/>
                  <a:pt x="9252382" y="3927759"/>
                </a:cubicBezTo>
                <a:cubicBezTo>
                  <a:pt x="9224441" y="3923020"/>
                  <a:pt x="9196646" y="3920259"/>
                  <a:pt x="9168987" y="3919232"/>
                </a:cubicBezTo>
                <a:close/>
                <a:moveTo>
                  <a:pt x="1635889" y="3709494"/>
                </a:moveTo>
                <a:lnTo>
                  <a:pt x="1634800" y="3731111"/>
                </a:lnTo>
                <a:cubicBezTo>
                  <a:pt x="1634800" y="3731111"/>
                  <a:pt x="1635342" y="3716795"/>
                  <a:pt x="1635889" y="3709494"/>
                </a:cubicBezTo>
                <a:close/>
                <a:moveTo>
                  <a:pt x="3174829" y="3620110"/>
                </a:moveTo>
                <a:cubicBezTo>
                  <a:pt x="3177710" y="3619202"/>
                  <a:pt x="3182308" y="3620648"/>
                  <a:pt x="3189263" y="3625726"/>
                </a:cubicBezTo>
                <a:cubicBezTo>
                  <a:pt x="3348177" y="3744655"/>
                  <a:pt x="3463235" y="3908187"/>
                  <a:pt x="3560912" y="4079863"/>
                </a:cubicBezTo>
                <a:cubicBezTo>
                  <a:pt x="3582321" y="4117314"/>
                  <a:pt x="3599153" y="4153173"/>
                  <a:pt x="3611854" y="4188366"/>
                </a:cubicBezTo>
                <a:lnTo>
                  <a:pt x="3631583" y="4267200"/>
                </a:lnTo>
                <a:lnTo>
                  <a:pt x="3575699" y="4267200"/>
                </a:lnTo>
                <a:lnTo>
                  <a:pt x="3575567" y="4263588"/>
                </a:lnTo>
                <a:cubicBezTo>
                  <a:pt x="3563792" y="4170010"/>
                  <a:pt x="3527316" y="4081090"/>
                  <a:pt x="3467355" y="3988130"/>
                </a:cubicBezTo>
                <a:cubicBezTo>
                  <a:pt x="3420192" y="3915029"/>
                  <a:pt x="3371016" y="3849934"/>
                  <a:pt x="3310753" y="3787140"/>
                </a:cubicBezTo>
                <a:cubicBezTo>
                  <a:pt x="3303466" y="3779509"/>
                  <a:pt x="3297626" y="3773227"/>
                  <a:pt x="3291335" y="3767420"/>
                </a:cubicBezTo>
                <a:cubicBezTo>
                  <a:pt x="3324815" y="3824296"/>
                  <a:pt x="3358740" y="3880691"/>
                  <a:pt x="3390805" y="3937163"/>
                </a:cubicBezTo>
                <a:cubicBezTo>
                  <a:pt x="3450145" y="4040978"/>
                  <a:pt x="3506325" y="4144397"/>
                  <a:pt x="3545740" y="4251102"/>
                </a:cubicBezTo>
                <a:lnTo>
                  <a:pt x="3550709" y="4267200"/>
                </a:lnTo>
                <a:lnTo>
                  <a:pt x="3513586" y="4267200"/>
                </a:lnTo>
                <a:lnTo>
                  <a:pt x="3470728" y="4152456"/>
                </a:lnTo>
                <a:cubicBezTo>
                  <a:pt x="3439124" y="4085665"/>
                  <a:pt x="3402484" y="4019598"/>
                  <a:pt x="3364433" y="3953121"/>
                </a:cubicBezTo>
                <a:lnTo>
                  <a:pt x="3316479" y="3872136"/>
                </a:lnTo>
                <a:lnTo>
                  <a:pt x="3504482" y="4267200"/>
                </a:lnTo>
                <a:lnTo>
                  <a:pt x="3467547" y="4267200"/>
                </a:lnTo>
                <a:lnTo>
                  <a:pt x="3177952" y="3657386"/>
                </a:lnTo>
                <a:cubicBezTo>
                  <a:pt x="3172991" y="3646754"/>
                  <a:pt x="3166185" y="3622836"/>
                  <a:pt x="3174829" y="3620110"/>
                </a:cubicBezTo>
                <a:close/>
                <a:moveTo>
                  <a:pt x="11279315" y="3618448"/>
                </a:moveTo>
                <a:cubicBezTo>
                  <a:pt x="11299830" y="3614620"/>
                  <a:pt x="11318737" y="3618623"/>
                  <a:pt x="11317765" y="3638405"/>
                </a:cubicBezTo>
                <a:cubicBezTo>
                  <a:pt x="11309587" y="3820966"/>
                  <a:pt x="11315203" y="4012597"/>
                  <a:pt x="11304886" y="4200582"/>
                </a:cubicBezTo>
                <a:lnTo>
                  <a:pt x="11298904" y="4267200"/>
                </a:lnTo>
                <a:lnTo>
                  <a:pt x="11213088" y="4267200"/>
                </a:lnTo>
                <a:lnTo>
                  <a:pt x="11219157" y="4210725"/>
                </a:lnTo>
                <a:cubicBezTo>
                  <a:pt x="11223807" y="4119600"/>
                  <a:pt x="11224640" y="4027718"/>
                  <a:pt x="11225213" y="3936722"/>
                </a:cubicBezTo>
                <a:cubicBezTo>
                  <a:pt x="11207028" y="4022695"/>
                  <a:pt x="11194593" y="4110355"/>
                  <a:pt x="11182914" y="4196771"/>
                </a:cubicBezTo>
                <a:lnTo>
                  <a:pt x="11172266" y="4267200"/>
                </a:lnTo>
                <a:lnTo>
                  <a:pt x="11140975" y="4267200"/>
                </a:lnTo>
                <a:lnTo>
                  <a:pt x="11152239" y="4192628"/>
                </a:lnTo>
                <a:cubicBezTo>
                  <a:pt x="11165272" y="4096160"/>
                  <a:pt x="11178361" y="3997344"/>
                  <a:pt x="11201005" y="3900089"/>
                </a:cubicBezTo>
                <a:cubicBezTo>
                  <a:pt x="11166930" y="3979173"/>
                  <a:pt x="11134730" y="4058831"/>
                  <a:pt x="11105754" y="4139192"/>
                </a:cubicBezTo>
                <a:lnTo>
                  <a:pt x="11065821" y="4267200"/>
                </a:lnTo>
                <a:lnTo>
                  <a:pt x="10978133" y="4267200"/>
                </a:lnTo>
                <a:lnTo>
                  <a:pt x="11088889" y="3963916"/>
                </a:lnTo>
                <a:cubicBezTo>
                  <a:pt x="11133459" y="3856779"/>
                  <a:pt x="11181967" y="3750740"/>
                  <a:pt x="11231212" y="3645474"/>
                </a:cubicBezTo>
                <a:cubicBezTo>
                  <a:pt x="11236675" y="3633934"/>
                  <a:pt x="11258799" y="3622276"/>
                  <a:pt x="11279315" y="3618448"/>
                </a:cubicBezTo>
                <a:close/>
                <a:moveTo>
                  <a:pt x="10296877" y="3526602"/>
                </a:moveTo>
                <a:cubicBezTo>
                  <a:pt x="10305089" y="3527517"/>
                  <a:pt x="10311503" y="3531079"/>
                  <a:pt x="10314210" y="3538353"/>
                </a:cubicBezTo>
                <a:cubicBezTo>
                  <a:pt x="10361472" y="3659113"/>
                  <a:pt x="10407318" y="3780392"/>
                  <a:pt x="10450858" y="3902477"/>
                </a:cubicBezTo>
                <a:lnTo>
                  <a:pt x="10572255" y="4267200"/>
                </a:lnTo>
                <a:lnTo>
                  <a:pt x="10477642" y="4267200"/>
                </a:lnTo>
                <a:lnTo>
                  <a:pt x="10436479" y="4144570"/>
                </a:lnTo>
                <a:cubicBezTo>
                  <a:pt x="10386976" y="3995354"/>
                  <a:pt x="10333255" y="3848072"/>
                  <a:pt x="10277529" y="3701307"/>
                </a:cubicBezTo>
                <a:cubicBezTo>
                  <a:pt x="10277467" y="3703640"/>
                  <a:pt x="10276853" y="3706334"/>
                  <a:pt x="10276797" y="3708672"/>
                </a:cubicBezTo>
                <a:cubicBezTo>
                  <a:pt x="10284209" y="3854149"/>
                  <a:pt x="10331835" y="3999199"/>
                  <a:pt x="10385906" y="4147031"/>
                </a:cubicBezTo>
                <a:lnTo>
                  <a:pt x="10431445" y="4267200"/>
                </a:lnTo>
                <a:lnTo>
                  <a:pt x="10398237" y="4267200"/>
                </a:lnTo>
                <a:lnTo>
                  <a:pt x="10356661" y="4157302"/>
                </a:lnTo>
                <a:cubicBezTo>
                  <a:pt x="10321871" y="4061517"/>
                  <a:pt x="10289232" y="3966669"/>
                  <a:pt x="10268559" y="3871054"/>
                </a:cubicBezTo>
                <a:cubicBezTo>
                  <a:pt x="10272790" y="3985997"/>
                  <a:pt x="10299544" y="4094770"/>
                  <a:pt x="10340065" y="4201637"/>
                </a:cubicBezTo>
                <a:lnTo>
                  <a:pt x="10368861" y="4267200"/>
                </a:lnTo>
                <a:lnTo>
                  <a:pt x="10267862" y="4267200"/>
                </a:lnTo>
                <a:lnTo>
                  <a:pt x="10236210" y="4185635"/>
                </a:lnTo>
                <a:cubicBezTo>
                  <a:pt x="10169925" y="3991261"/>
                  <a:pt x="10150284" y="3789583"/>
                  <a:pt x="10225980" y="3561061"/>
                </a:cubicBezTo>
                <a:cubicBezTo>
                  <a:pt x="10231424" y="3544935"/>
                  <a:pt x="10272241" y="3523857"/>
                  <a:pt x="10296877" y="3526602"/>
                </a:cubicBezTo>
                <a:close/>
                <a:moveTo>
                  <a:pt x="3429186" y="3458784"/>
                </a:moveTo>
                <a:cubicBezTo>
                  <a:pt x="3434043" y="3458424"/>
                  <a:pt x="3439865" y="3459167"/>
                  <a:pt x="3446761" y="3461278"/>
                </a:cubicBezTo>
                <a:cubicBezTo>
                  <a:pt x="3801752" y="3568638"/>
                  <a:pt x="4119982" y="3746863"/>
                  <a:pt x="4419733" y="3963555"/>
                </a:cubicBezTo>
                <a:cubicBezTo>
                  <a:pt x="4508451" y="4027538"/>
                  <a:pt x="4593765" y="4093753"/>
                  <a:pt x="4659448" y="4172746"/>
                </a:cubicBezTo>
                <a:lnTo>
                  <a:pt x="4719140" y="4267200"/>
                </a:lnTo>
                <a:lnTo>
                  <a:pt x="4641222" y="4267200"/>
                </a:lnTo>
                <a:lnTo>
                  <a:pt x="4599968" y="4207074"/>
                </a:lnTo>
                <a:cubicBezTo>
                  <a:pt x="4478590" y="4057581"/>
                  <a:pt x="4278987" y="3946713"/>
                  <a:pt x="4136093" y="3858466"/>
                </a:cubicBezTo>
                <a:cubicBezTo>
                  <a:pt x="3985171" y="3764831"/>
                  <a:pt x="3831168" y="3687155"/>
                  <a:pt x="3670252" y="3622798"/>
                </a:cubicBez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48555" y="4189447"/>
                  <a:pt x="4498141" y="4221114"/>
                  <a:pt x="4546299" y="4254934"/>
                </a:cubicBezTo>
                <a:lnTo>
                  <a:pt x="4561743" y="4267200"/>
                </a:lnTo>
                <a:lnTo>
                  <a:pt x="4509274" y="4267200"/>
                </a:lnTo>
                <a:lnTo>
                  <a:pt x="4383389" y="4184369"/>
                </a:ln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ubicBezTo>
                  <a:pt x="3768399" y="3765347"/>
                  <a:pt x="3873410" y="3884450"/>
                  <a:pt x="3989938" y="3991685"/>
                </a:cubicBezTo>
                <a:cubicBezTo>
                  <a:pt x="4106468" y="4098916"/>
                  <a:pt x="4234512" y="4194281"/>
                  <a:pt x="4393907" y="4261258"/>
                </a:cubicBezTo>
                <a:lnTo>
                  <a:pt x="4408201" y="4267200"/>
                </a:lnTo>
                <a:lnTo>
                  <a:pt x="4250346" y="4267200"/>
                </a:lnTo>
                <a:lnTo>
                  <a:pt x="4245269" y="4265040"/>
                </a:lnTo>
                <a:cubicBezTo>
                  <a:pt x="4167858" y="4230709"/>
                  <a:pt x="4095232" y="4193560"/>
                  <a:pt x="4036318" y="4147013"/>
                </a:cubicBezTo>
                <a:cubicBezTo>
                  <a:pt x="3810777" y="3969273"/>
                  <a:pt x="3654591" y="3720297"/>
                  <a:pt x="3432098" y="3537312"/>
                </a:cubicBezTo>
                <a:cubicBezTo>
                  <a:pt x="3408505" y="3517876"/>
                  <a:pt x="3395188" y="3461306"/>
                  <a:pt x="3429186" y="3458784"/>
                </a:cubicBezTo>
                <a:close/>
                <a:moveTo>
                  <a:pt x="9334796" y="3456584"/>
                </a:moveTo>
                <a:cubicBezTo>
                  <a:pt x="9406875" y="3608228"/>
                  <a:pt x="9503788" y="3758542"/>
                  <a:pt x="9651570" y="3826505"/>
                </a:cubicBezTo>
                <a:cubicBezTo>
                  <a:pt x="9559808" y="3686686"/>
                  <a:pt x="9456900" y="3564734"/>
                  <a:pt x="9334796" y="3456584"/>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close/>
                <a:moveTo>
                  <a:pt x="1318687" y="3113840"/>
                </a:moveTo>
                <a:cubicBezTo>
                  <a:pt x="1233126" y="3142037"/>
                  <a:pt x="1148133" y="3174161"/>
                  <a:pt x="1066793" y="3212171"/>
                </a:cubicBezTo>
                <a:cubicBezTo>
                  <a:pt x="1042399" y="3223712"/>
                  <a:pt x="1017440" y="3235542"/>
                  <a:pt x="993319" y="3247648"/>
                </a:cubicBez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9790480" y="3078533"/>
                </a:moveTo>
                <a:cubicBezTo>
                  <a:pt x="9782502" y="3134217"/>
                  <a:pt x="9773626" y="3189710"/>
                  <a:pt x="9763295" y="3245370"/>
                </a:cubicBezTo>
                <a:cubicBezTo>
                  <a:pt x="9730259" y="3421320"/>
                  <a:pt x="9693170" y="3586065"/>
                  <a:pt x="9736458" y="3758413"/>
                </a:cubicBezTo>
                <a:cubicBezTo>
                  <a:pt x="9741385" y="3680922"/>
                  <a:pt x="9752472" y="3603320"/>
                  <a:pt x="9763499" y="3528057"/>
                </a:cubicBezTo>
                <a:cubicBezTo>
                  <a:pt x="9778184" y="3430521"/>
                  <a:pt x="9793478" y="3330298"/>
                  <a:pt x="9793906" y="3231157"/>
                </a:cubicBezTo>
                <a:cubicBezTo>
                  <a:pt x="9793949" y="3202011"/>
                  <a:pt x="9792735" y="3172131"/>
                  <a:pt x="9791874" y="3142788"/>
                </a:cubicBezTo>
                <a:cubicBezTo>
                  <a:pt x="9791175" y="3121009"/>
                  <a:pt x="9790832" y="3099770"/>
                  <a:pt x="9790480" y="3078533"/>
                </a:cubicBezTo>
                <a:close/>
                <a:moveTo>
                  <a:pt x="1238695" y="3076820"/>
                </a:moveTo>
                <a:cubicBezTo>
                  <a:pt x="1051055" y="3082190"/>
                  <a:pt x="886407" y="3192548"/>
                  <a:pt x="716371" y="3293249"/>
                </a:cubicBezTo>
                <a:cubicBezTo>
                  <a:pt x="670943" y="3320259"/>
                  <a:pt x="625512" y="3345868"/>
                  <a:pt x="579522" y="3371759"/>
                </a:cubicBezTo>
                <a:cubicBezTo>
                  <a:pt x="586257" y="3369787"/>
                  <a:pt x="592991" y="3367806"/>
                  <a:pt x="600288" y="3365555"/>
                </a:cubicBezTo>
                <a:cubicBezTo>
                  <a:pt x="680240" y="3341573"/>
                  <a:pt x="762713" y="3317034"/>
                  <a:pt x="840692" y="3284921"/>
                </a:cubicBezTo>
                <a:cubicBezTo>
                  <a:pt x="887813" y="3265484"/>
                  <a:pt x="934087" y="3242968"/>
                  <a:pt x="979248" y="3221003"/>
                </a:cubicBezTo>
                <a:cubicBezTo>
                  <a:pt x="1004208" y="3209175"/>
                  <a:pt x="1028322" y="3197074"/>
                  <a:pt x="1053282" y="3185247"/>
                </a:cubicBez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591522" y="3395900"/>
                  <a:pt x="5656650" y="3795361"/>
                  <a:pt x="5567647" y="4190286"/>
                </a:cubicBezTo>
                <a:lnTo>
                  <a:pt x="5545854" y="4267200"/>
                </a:lnTo>
                <a:lnTo>
                  <a:pt x="5391871" y="4267200"/>
                </a:lnTo>
                <a:lnTo>
                  <a:pt x="5318171" y="4175818"/>
                </a:lnTo>
                <a:cubicBezTo>
                  <a:pt x="5204859" y="4048423"/>
                  <a:pt x="5075331" y="3936412"/>
                  <a:pt x="4943646" y="3822916"/>
                </a:cubicBezTo>
                <a:cubicBezTo>
                  <a:pt x="4828850" y="3724110"/>
                  <a:pt x="4714058" y="3625311"/>
                  <a:pt x="4594837" y="3532274"/>
                </a:cubicBezTo>
                <a:cubicBezTo>
                  <a:pt x="4562450" y="3507077"/>
                  <a:pt x="4474786" y="3410282"/>
                  <a:pt x="4441737" y="3399734"/>
                </a:cubicBez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55961" y="4107518"/>
                  <a:pt x="5200834" y="4148352"/>
                  <a:pt x="5246890" y="4187633"/>
                </a:cubicBezTo>
                <a:lnTo>
                  <a:pt x="5347266" y="4267200"/>
                </a:lnTo>
                <a:lnTo>
                  <a:pt x="5164092" y="4267200"/>
                </a:lnTo>
                <a:lnTo>
                  <a:pt x="5108945" y="4232176"/>
                </a:lnTo>
                <a:cubicBezTo>
                  <a:pt x="4772838" y="3999708"/>
                  <a:pt x="4490756" y="358196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8380397" y="2896659"/>
                </a:moveTo>
                <a:cubicBezTo>
                  <a:pt x="8455275" y="3038078"/>
                  <a:pt x="8545153" y="3173735"/>
                  <a:pt x="8634801" y="3304169"/>
                </a:cubicBezTo>
                <a:cubicBezTo>
                  <a:pt x="8726195" y="3437326"/>
                  <a:pt x="8821496" y="3600936"/>
                  <a:pt x="8971448" y="3675946"/>
                </a:cubicBezTo>
                <a:cubicBezTo>
                  <a:pt x="8910775" y="3621244"/>
                  <a:pt x="8864937" y="3553231"/>
                  <a:pt x="8820691" y="3486482"/>
                </a:cubicBezTo>
                <a:cubicBezTo>
                  <a:pt x="8816331" y="3480073"/>
                  <a:pt x="8811972" y="3473665"/>
                  <a:pt x="8807612" y="3467256"/>
                </a:cubicBezTo>
                <a:cubicBezTo>
                  <a:pt x="8727274" y="3347730"/>
                  <a:pt x="8640362" y="3230102"/>
                  <a:pt x="8556796" y="3116474"/>
                </a:cubicBezTo>
                <a:cubicBezTo>
                  <a:pt x="8515702" y="3060746"/>
                  <a:pt x="8472667" y="3003195"/>
                  <a:pt x="8427018" y="2948853"/>
                </a:cubicBezTo>
                <a:cubicBezTo>
                  <a:pt x="8411728" y="2931040"/>
                  <a:pt x="8396239" y="2914119"/>
                  <a:pt x="8380397" y="2896659"/>
                </a:cubicBezTo>
                <a:close/>
                <a:moveTo>
                  <a:pt x="9831020" y="2871730"/>
                </a:moveTo>
                <a:lnTo>
                  <a:pt x="9827707" y="2915231"/>
                </a:lnTo>
                <a:cubicBezTo>
                  <a:pt x="9824540" y="2960178"/>
                  <a:pt x="9821168" y="3006017"/>
                  <a:pt x="9820699" y="3051540"/>
                </a:cubicBezTo>
                <a:cubicBezTo>
                  <a:pt x="9820458" y="3081589"/>
                  <a:pt x="9821664" y="3111470"/>
                  <a:pt x="9822525" y="3140814"/>
                </a:cubicBezTo>
                <a:cubicBezTo>
                  <a:pt x="9823738" y="3170696"/>
                  <a:pt x="9824947" y="3200579"/>
                  <a:pt x="9824704" y="3230628"/>
                </a:cubicBezTo>
                <a:cubicBezTo>
                  <a:pt x="9823869" y="3331557"/>
                  <a:pt x="9808712" y="3433224"/>
                  <a:pt x="9793821" y="3531652"/>
                </a:cubicBezTo>
                <a:cubicBezTo>
                  <a:pt x="9783066" y="3603683"/>
                  <a:pt x="9772446" y="3677150"/>
                  <a:pt x="9767436" y="3750864"/>
                </a:cubicBezTo>
                <a:cubicBezTo>
                  <a:pt x="9782786" y="3724954"/>
                  <a:pt x="9799440" y="3697443"/>
                  <a:pt x="9814477" y="3662531"/>
                </a:cubicBezTo>
                <a:cubicBezTo>
                  <a:pt x="9926754" y="3406015"/>
                  <a:pt x="9892054" y="3133900"/>
                  <a:pt x="9831020" y="2871730"/>
                </a:cubicBezTo>
                <a:close/>
                <a:moveTo>
                  <a:pt x="8380521" y="2850596"/>
                </a:moveTo>
                <a:cubicBezTo>
                  <a:pt x="8404481" y="2875897"/>
                  <a:pt x="8428794" y="2901731"/>
                  <a:pt x="8451446" y="2928627"/>
                </a:cubicBezTo>
                <a:cubicBezTo>
                  <a:pt x="8497446" y="2983517"/>
                  <a:pt x="8540828" y="3041610"/>
                  <a:pt x="8582269" y="3097880"/>
                </a:cubicBezTo>
                <a:cubicBezTo>
                  <a:pt x="8666744" y="3211700"/>
                  <a:pt x="8753998" y="3329876"/>
                  <a:pt x="8833783" y="3449753"/>
                </a:cubicBezTo>
                <a:cubicBezTo>
                  <a:pt x="8838143" y="3456162"/>
                  <a:pt x="8842503" y="3462572"/>
                  <a:pt x="8846863" y="3468981"/>
                </a:cubicBezTo>
                <a:cubicBezTo>
                  <a:pt x="8881714" y="3521040"/>
                  <a:pt x="8917610" y="3574725"/>
                  <a:pt x="8960046" y="3620389"/>
                </a:cubicBezTo>
                <a:cubicBezTo>
                  <a:pt x="8847240" y="3316219"/>
                  <a:pt x="8665033" y="3014288"/>
                  <a:pt x="8380521" y="2850596"/>
                </a:cubicBezTo>
                <a:close/>
                <a:moveTo>
                  <a:pt x="9854151" y="2642862"/>
                </a:moveTo>
                <a:cubicBezTo>
                  <a:pt x="9862376" y="2644690"/>
                  <a:pt x="9868748" y="2649859"/>
                  <a:pt x="9871341" y="2659697"/>
                </a:cubicBezTo>
                <a:cubicBezTo>
                  <a:pt x="9936549" y="2907705"/>
                  <a:pt x="10004418" y="3164740"/>
                  <a:pt x="9966678" y="3423399"/>
                </a:cubicBezTo>
                <a:cubicBezTo>
                  <a:pt x="9951724" y="3524170"/>
                  <a:pt x="9914841" y="3605244"/>
                  <a:pt x="9880832" y="3700562"/>
                </a:cubicBezTo>
                <a:cubicBezTo>
                  <a:pt x="9817639" y="3880472"/>
                  <a:pt x="9825316" y="4002022"/>
                  <a:pt x="9896024" y="4178295"/>
                </a:cubicBezTo>
                <a:lnTo>
                  <a:pt x="10028060" y="4267200"/>
                </a:lnTo>
                <a:lnTo>
                  <a:pt x="9651813" y="4267200"/>
                </a:lnTo>
                <a:lnTo>
                  <a:pt x="9814527" y="4248048"/>
                </a:lnTo>
                <a:cubicBezTo>
                  <a:pt x="9748431" y="4225943"/>
                  <a:pt x="9681848" y="4217991"/>
                  <a:pt x="9615182" y="4220499"/>
                </a:cubicBezTo>
                <a:cubicBezTo>
                  <a:pt x="9565183" y="4222381"/>
                  <a:pt x="9515136" y="4230147"/>
                  <a:pt x="9465210" y="4242240"/>
                </a:cubicBezTo>
                <a:lnTo>
                  <a:pt x="9387108" y="4267200"/>
                </a:lnTo>
                <a:lnTo>
                  <a:pt x="9268441" y="4267200"/>
                </a:lnTo>
                <a:lnTo>
                  <a:pt x="9307676" y="4251276"/>
                </a:lnTo>
                <a:cubicBezTo>
                  <a:pt x="9459842" y="4196603"/>
                  <a:pt x="9613869" y="4164948"/>
                  <a:pt x="9761570" y="4182283"/>
                </a:cubicBezTo>
                <a:cubicBezTo>
                  <a:pt x="9633677" y="4101602"/>
                  <a:pt x="9502269" y="4023929"/>
                  <a:pt x="9368237" y="3949470"/>
                </a:cubicBezTo>
                <a:cubicBezTo>
                  <a:pt x="9363677" y="3950852"/>
                  <a:pt x="9358768" y="3951697"/>
                  <a:pt x="9354614" y="3951288"/>
                </a:cubicBezTo>
                <a:cubicBezTo>
                  <a:pt x="9045666" y="4112095"/>
                  <a:pt x="8711508" y="4184792"/>
                  <a:pt x="8364351" y="4159267"/>
                </a:cubicBezTo>
                <a:cubicBezTo>
                  <a:pt x="8322605" y="4156073"/>
                  <a:pt x="8373028" y="4125362"/>
                  <a:pt x="8386567" y="4119760"/>
                </a:cubicBezTo>
                <a:cubicBezTo>
                  <a:pt x="8661942" y="4017222"/>
                  <a:pt x="8938634" y="3857115"/>
                  <a:pt x="9231713" y="3873539"/>
                </a:cubicBezTo>
                <a:cubicBezTo>
                  <a:pt x="9162796" y="3836374"/>
                  <a:pt x="9093324" y="3799562"/>
                  <a:pt x="9023301" y="3763109"/>
                </a:cubicBezTo>
                <a:cubicBezTo>
                  <a:pt x="9018245" y="3762512"/>
                  <a:pt x="9014299" y="3761207"/>
                  <a:pt x="9010556" y="3758998"/>
                </a:cubicBezTo>
                <a:cubicBezTo>
                  <a:pt x="8818026" y="3719652"/>
                  <a:pt x="8714888" y="3571783"/>
                  <a:pt x="8604324" y="3417171"/>
                </a:cubicBezTo>
                <a:cubicBezTo>
                  <a:pt x="8460937" y="3216099"/>
                  <a:pt x="8313620" y="2999153"/>
                  <a:pt x="8218577" y="2770227"/>
                </a:cubicBezTo>
                <a:cubicBezTo>
                  <a:pt x="8215211" y="2762227"/>
                  <a:pt x="8217371" y="2755481"/>
                  <a:pt x="8222774" y="2749954"/>
                </a:cubicBezTo>
                <a:cubicBezTo>
                  <a:pt x="8238990" y="2733370"/>
                  <a:pt x="8284424" y="2727735"/>
                  <a:pt x="8297623" y="2731935"/>
                </a:cubicBezTo>
                <a:cubicBezTo>
                  <a:pt x="8726387" y="2883841"/>
                  <a:pt x="8964880" y="3311498"/>
                  <a:pt x="9090618" y="3716225"/>
                </a:cubicBezTo>
                <a:cubicBezTo>
                  <a:pt x="9321070" y="3835548"/>
                  <a:pt x="9546131" y="3959850"/>
                  <a:pt x="9762441" y="4093587"/>
                </a:cubicBezTo>
                <a:cubicBezTo>
                  <a:pt x="9739891" y="4035197"/>
                  <a:pt x="9720655" y="3974696"/>
                  <a:pt x="9717826" y="3916719"/>
                </a:cubicBezTo>
                <a:cubicBezTo>
                  <a:pt x="9716379" y="3916883"/>
                  <a:pt x="9714371" y="3917401"/>
                  <a:pt x="9713123" y="3916663"/>
                </a:cubicBezTo>
                <a:cubicBezTo>
                  <a:pt x="9419408" y="3876118"/>
                  <a:pt x="9276568" y="3571232"/>
                  <a:pt x="9175594" y="3326950"/>
                </a:cubicBezTo>
                <a:cubicBezTo>
                  <a:pt x="9162477" y="3295477"/>
                  <a:pt x="9234580" y="3273123"/>
                  <a:pt x="9253941" y="3287566"/>
                </a:cubicBezTo>
                <a:cubicBezTo>
                  <a:pt x="9396995" y="3390749"/>
                  <a:pt x="9519263" y="3506453"/>
                  <a:pt x="9625671" y="3639960"/>
                </a:cubicBezTo>
                <a:cubicBezTo>
                  <a:pt x="9622492" y="3540061"/>
                  <a:pt x="9637797" y="3439839"/>
                  <a:pt x="9656881" y="3333361"/>
                </a:cubicBezTo>
                <a:cubicBezTo>
                  <a:pt x="9696972" y="3116116"/>
                  <a:pt x="9713720" y="2891570"/>
                  <a:pt x="9782066" y="2680771"/>
                </a:cubicBezTo>
                <a:cubicBezTo>
                  <a:pt x="9788129" y="2661952"/>
                  <a:pt x="9829478" y="2637374"/>
                  <a:pt x="9854151" y="2642862"/>
                </a:cubicBezTo>
                <a:close/>
                <a:moveTo>
                  <a:pt x="11114299" y="2390555"/>
                </a:moveTo>
                <a:lnTo>
                  <a:pt x="11113373" y="2392739"/>
                </a:lnTo>
                <a:lnTo>
                  <a:pt x="11117197" y="2394358"/>
                </a:lnTo>
                <a:cubicBezTo>
                  <a:pt x="11116333" y="2393349"/>
                  <a:pt x="11115474" y="2392343"/>
                  <a:pt x="11114299" y="2390555"/>
                </a:cubicBezTo>
                <a:close/>
                <a:moveTo>
                  <a:pt x="10506276" y="2118977"/>
                </a:moveTo>
                <a:cubicBezTo>
                  <a:pt x="10510550" y="2257918"/>
                  <a:pt x="10470507" y="2393544"/>
                  <a:pt x="10431542" y="2525128"/>
                </a:cubicBezTo>
                <a:cubicBezTo>
                  <a:pt x="10417502" y="2571972"/>
                  <a:pt x="10403548" y="2620144"/>
                  <a:pt x="10391375" y="2667145"/>
                </a:cubicBezTo>
                <a:cubicBezTo>
                  <a:pt x="10377290" y="2721696"/>
                  <a:pt x="10366481" y="2777642"/>
                  <a:pt x="10355047" y="2832031"/>
                </a:cubicBezTo>
                <a:lnTo>
                  <a:pt x="10336080" y="2927011"/>
                </a:lnTo>
                <a:cubicBezTo>
                  <a:pt x="10349636" y="2893472"/>
                  <a:pt x="10367643" y="2846374"/>
                  <a:pt x="10389394" y="2782834"/>
                </a:cubicBezTo>
                <a:cubicBezTo>
                  <a:pt x="10448427" y="2611467"/>
                  <a:pt x="10546967" y="2325483"/>
                  <a:pt x="10506276" y="2118977"/>
                </a:cubicBezTo>
                <a:close/>
                <a:moveTo>
                  <a:pt x="11538179" y="2090376"/>
                </a:moveTo>
                <a:cubicBezTo>
                  <a:pt x="11552237" y="2136248"/>
                  <a:pt x="11565750" y="2181883"/>
                  <a:pt x="11577479" y="2228695"/>
                </a:cubicBezTo>
                <a:lnTo>
                  <a:pt x="11586754" y="2266098"/>
                </a:lnTo>
                <a:cubicBezTo>
                  <a:pt x="11593656" y="2295423"/>
                  <a:pt x="11600787" y="2324193"/>
                  <a:pt x="11609011" y="2353427"/>
                </a:cubicBezTo>
                <a:cubicBezTo>
                  <a:pt x="11644349" y="2475257"/>
                  <a:pt x="11704023" y="2591295"/>
                  <a:pt x="11761579" y="2703223"/>
                </a:cubicBezTo>
                <a:cubicBezTo>
                  <a:pt x="11802170" y="2782214"/>
                  <a:pt x="11843944" y="2862994"/>
                  <a:pt x="11877711" y="2947465"/>
                </a:cubicBezTo>
                <a:cubicBezTo>
                  <a:pt x="11815017" y="2640863"/>
                  <a:pt x="11724956" y="2342636"/>
                  <a:pt x="11538179" y="2090376"/>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11488421" y="2034549"/>
                </a:moveTo>
                <a:cubicBezTo>
                  <a:pt x="11459234" y="2371132"/>
                  <a:pt x="11651925" y="2658088"/>
                  <a:pt x="11840356" y="2932293"/>
                </a:cubicBezTo>
                <a:cubicBezTo>
                  <a:pt x="11809128" y="2858555"/>
                  <a:pt x="11772688" y="2786473"/>
                  <a:pt x="11736331" y="2715710"/>
                </a:cubicBezTo>
                <a:cubicBezTo>
                  <a:pt x="11678147" y="2602235"/>
                  <a:pt x="11617611" y="2485181"/>
                  <a:pt x="11581560" y="2360474"/>
                </a:cubicBezTo>
                <a:cubicBezTo>
                  <a:pt x="11573334" y="2331239"/>
                  <a:pt x="11565889" y="2301693"/>
                  <a:pt x="11558442" y="2272139"/>
                </a:cubicBezTo>
                <a:lnTo>
                  <a:pt x="11549169" y="2234734"/>
                </a:lnTo>
                <a:cubicBezTo>
                  <a:pt x="11532130" y="2167007"/>
                  <a:pt x="11511443" y="2100302"/>
                  <a:pt x="11488421" y="2034549"/>
                </a:cubicBezTo>
                <a:close/>
                <a:moveTo>
                  <a:pt x="10468916" y="2032338"/>
                </a:moveTo>
                <a:cubicBezTo>
                  <a:pt x="10450533" y="2081859"/>
                  <a:pt x="10434093" y="2132840"/>
                  <a:pt x="10421480" y="2185446"/>
                </a:cubicBezTo>
                <a:cubicBezTo>
                  <a:pt x="10388668" y="2317695"/>
                  <a:pt x="10374105" y="2457032"/>
                  <a:pt x="10351264" y="2591574"/>
                </a:cubicBezTo>
                <a:cubicBezTo>
                  <a:pt x="10332355" y="2700098"/>
                  <a:pt x="10281261" y="2959166"/>
                  <a:pt x="10294485" y="2991809"/>
                </a:cubicBezTo>
                <a:lnTo>
                  <a:pt x="10327850" y="2826310"/>
                </a:lnTo>
                <a:cubicBezTo>
                  <a:pt x="10338741" y="2771690"/>
                  <a:pt x="10350331" y="2715434"/>
                  <a:pt x="10364099" y="2660098"/>
                </a:cubicBezTo>
                <a:cubicBezTo>
                  <a:pt x="10376185" y="2611783"/>
                  <a:pt x="10390682" y="2563843"/>
                  <a:pt x="10404725" y="2516991"/>
                </a:cubicBezTo>
                <a:cubicBezTo>
                  <a:pt x="10443463" y="2385961"/>
                  <a:pt x="10483500" y="2250332"/>
                  <a:pt x="10478071" y="2114122"/>
                </a:cubicBezTo>
                <a:cubicBezTo>
                  <a:pt x="10476867" y="2086568"/>
                  <a:pt x="10473555" y="2059413"/>
                  <a:pt x="10468916" y="2032338"/>
                </a:cubicBezTo>
                <a:close/>
                <a:moveTo>
                  <a:pt x="10573132" y="1991479"/>
                </a:moveTo>
                <a:cubicBezTo>
                  <a:pt x="10722027" y="2144650"/>
                  <a:pt x="10877543" y="2280670"/>
                  <a:pt x="11066880" y="2371770"/>
                </a:cubicBezTo>
                <a:cubicBezTo>
                  <a:pt x="10930664" y="2234271"/>
                  <a:pt x="10767866" y="2088089"/>
                  <a:pt x="10573132" y="1991479"/>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lnTo>
                  <a:pt x="5764974" y="2799609"/>
                </a:ln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10578769" y="1962963"/>
                </a:moveTo>
                <a:cubicBezTo>
                  <a:pt x="10773649" y="2057701"/>
                  <a:pt x="10936285" y="2201237"/>
                  <a:pt x="11073823" y="2338658"/>
                </a:cubicBezTo>
                <a:cubicBezTo>
                  <a:pt x="10938241" y="2169232"/>
                  <a:pt x="10752627" y="1968969"/>
                  <a:pt x="10578769" y="1962963"/>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9518298" y="1338235"/>
                </a:moveTo>
                <a:cubicBezTo>
                  <a:pt x="9531977" y="1651120"/>
                  <a:pt x="9677527" y="1999242"/>
                  <a:pt x="9838009" y="2272553"/>
                </a:cubicBezTo>
                <a:cubicBezTo>
                  <a:pt x="9825312" y="2235634"/>
                  <a:pt x="9815180" y="2197225"/>
                  <a:pt x="9805906" y="2159819"/>
                </a:cubicBezTo>
                <a:lnTo>
                  <a:pt x="9801623" y="2142555"/>
                </a:lnTo>
                <a:cubicBezTo>
                  <a:pt x="9756626" y="1964482"/>
                  <a:pt x="9698390" y="1787247"/>
                  <a:pt x="9628671" y="1617375"/>
                </a:cubicBezTo>
                <a:cubicBezTo>
                  <a:pt x="9618364" y="1593060"/>
                  <a:pt x="9608603" y="1568967"/>
                  <a:pt x="9598299" y="1544643"/>
                </a:cubicBezTo>
                <a:cubicBezTo>
                  <a:pt x="9570133" y="1477354"/>
                  <a:pt x="9541339" y="1408510"/>
                  <a:pt x="9518298" y="1338235"/>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9528078" y="1278636"/>
                </a:moveTo>
                <a:cubicBezTo>
                  <a:pt x="9552982" y="1365794"/>
                  <a:pt x="9588937" y="1451189"/>
                  <a:pt x="9623946" y="1534260"/>
                </a:cubicBezTo>
                <a:lnTo>
                  <a:pt x="9654858" y="1607218"/>
                </a:lnTo>
                <a:cubicBezTo>
                  <a:pt x="9724183" y="1774989"/>
                  <a:pt x="9781702" y="1949347"/>
                  <a:pt x="9826304" y="2125320"/>
                </a:cubicBezTo>
                <a:cubicBezTo>
                  <a:pt x="9794296" y="1963695"/>
                  <a:pt x="9753660" y="1804203"/>
                  <a:pt x="9701198" y="1646797"/>
                </a:cubicBezTo>
                <a:cubicBezTo>
                  <a:pt x="9655682" y="1511000"/>
                  <a:pt x="9586050" y="1397178"/>
                  <a:pt x="9528078" y="1278636"/>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9441752" y="1245311"/>
                </a:moveTo>
                <a:cubicBezTo>
                  <a:pt x="9367449" y="1271794"/>
                  <a:pt x="9313207" y="1329954"/>
                  <a:pt x="9278979" y="1406236"/>
                </a:cubicBezTo>
                <a:cubicBezTo>
                  <a:pt x="9261017" y="1445630"/>
                  <a:pt x="9242585" y="1502850"/>
                  <a:pt x="9235540" y="1546869"/>
                </a:cubicBezTo>
                <a:cubicBezTo>
                  <a:pt x="9223867" y="1618535"/>
                  <a:pt x="9230001" y="1614698"/>
                  <a:pt x="9264074" y="1557016"/>
                </a:cubicBezTo>
                <a:cubicBezTo>
                  <a:pt x="9325587" y="1454296"/>
                  <a:pt x="9384605" y="1349880"/>
                  <a:pt x="9441752" y="1245311"/>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cubicBezTo>
                  <a:pt x="6567440" y="1204628"/>
                  <a:pt x="6586456" y="1194658"/>
                  <a:pt x="6605473" y="1184686"/>
                </a:cubicBezTo>
                <a:cubicBezTo>
                  <a:pt x="6633823" y="1169483"/>
                  <a:pt x="6662531" y="1154778"/>
                  <a:pt x="6691602" y="1140573"/>
                </a:cubicBezTo>
                <a:close/>
                <a:moveTo>
                  <a:pt x="4002475" y="1037802"/>
                </a:moveTo>
                <a:cubicBezTo>
                  <a:pt x="4001933" y="1038196"/>
                  <a:pt x="4000861" y="1038973"/>
                  <a:pt x="4000324" y="1039362"/>
                </a:cubicBezTo>
                <a:cubicBezTo>
                  <a:pt x="4001046" y="1040360"/>
                  <a:pt x="4002134" y="1041861"/>
                  <a:pt x="4002862" y="1042866"/>
                </a:cubicBez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473491" y="3921431"/>
                  <a:pt x="1402113" y="4025542"/>
                  <a:pt x="1325720" y="4125411"/>
                </a:cubicBezTo>
                <a:lnTo>
                  <a:pt x="1206279" y="4267200"/>
                </a:lnTo>
                <a:lnTo>
                  <a:pt x="1115040" y="4267200"/>
                </a:lnTo>
                <a:lnTo>
                  <a:pt x="1258195" y="4099624"/>
                </a:lnTo>
                <a:cubicBezTo>
                  <a:pt x="1315987" y="4027073"/>
                  <a:pt x="1371166" y="3952247"/>
                  <a:pt x="1423113" y="3874565"/>
                </a:cubicBezTo>
                <a:lnTo>
                  <a:pt x="1260565" y="4031982"/>
                </a:lnTo>
                <a:cubicBezTo>
                  <a:pt x="1197929" y="4092559"/>
                  <a:pt x="1134310" y="4154329"/>
                  <a:pt x="1073327" y="4218727"/>
                </a:cubicBezTo>
                <a:lnTo>
                  <a:pt x="1032294" y="4267200"/>
                </a:lnTo>
                <a:lnTo>
                  <a:pt x="993830" y="4267200"/>
                </a:lnTo>
                <a:lnTo>
                  <a:pt x="1051860" y="4198693"/>
                </a:lnTo>
                <a:cubicBezTo>
                  <a:pt x="1113440" y="4133732"/>
                  <a:pt x="1177549" y="4071540"/>
                  <a:pt x="1240607" y="4010401"/>
                </a:cubicBezTo>
                <a:lnTo>
                  <a:pt x="1310106" y="3943217"/>
                </a:lnTo>
                <a:cubicBezTo>
                  <a:pt x="1174685" y="4033303"/>
                  <a:pt x="1054913" y="4139624"/>
                  <a:pt x="952103" y="4265972"/>
                </a:cubicBezTo>
                <a:lnTo>
                  <a:pt x="951207" y="4267200"/>
                </a:lnTo>
                <a:lnTo>
                  <a:pt x="862760" y="4267200"/>
                </a:lnTo>
                <a:lnTo>
                  <a:pt x="909145" y="4199225"/>
                </a:lnTo>
                <a:cubicBezTo>
                  <a:pt x="998789" y="4086824"/>
                  <a:pt x="1101084" y="3991246"/>
                  <a:pt x="1214067" y="3908561"/>
                </a:cubicBezTo>
                <a:cubicBezTo>
                  <a:pt x="1023317" y="3973399"/>
                  <a:pt x="824392" y="4020568"/>
                  <a:pt x="640967" y="4105601"/>
                </a:cubicBezTo>
                <a:cubicBezTo>
                  <a:pt x="549674" y="4147907"/>
                  <a:pt x="460581" y="4194508"/>
                  <a:pt x="372807" y="4243651"/>
                </a:cubicBezTo>
                <a:lnTo>
                  <a:pt x="332830" y="4267200"/>
                </a:lnTo>
                <a:lnTo>
                  <a:pt x="168301" y="4267200"/>
                </a:lnTo>
                <a:lnTo>
                  <a:pt x="278002" y="4201399"/>
                </a:lnTo>
                <a:cubicBezTo>
                  <a:pt x="359885" y="4153808"/>
                  <a:pt x="442683" y="4107866"/>
                  <a:pt x="527241" y="4065078"/>
                </a:cubicBezTo>
                <a:cubicBezTo>
                  <a:pt x="838255" y="3908281"/>
                  <a:pt x="1212318" y="3863093"/>
                  <a:pt x="1510397" y="3684705"/>
                </a:cubicBezTo>
                <a:cubicBezTo>
                  <a:pt x="1390337" y="3729510"/>
                  <a:pt x="1267181" y="3766747"/>
                  <a:pt x="1146550" y="3802012"/>
                </a:cubicBezTo>
                <a:cubicBezTo>
                  <a:pt x="997862" y="3845736"/>
                  <a:pt x="843568" y="3890871"/>
                  <a:pt x="698834" y="3952272"/>
                </a:cubicBezTo>
                <a:cubicBezTo>
                  <a:pt x="519814" y="4027898"/>
                  <a:pt x="352828" y="4127506"/>
                  <a:pt x="192528" y="4236299"/>
                </a:cubicBezTo>
                <a:lnTo>
                  <a:pt x="148586" y="4267200"/>
                </a:lnTo>
                <a:lnTo>
                  <a:pt x="98116" y="4267200"/>
                </a:lnTo>
                <a:lnTo>
                  <a:pt x="169669" y="4216852"/>
                </a:lnTo>
                <a:cubicBezTo>
                  <a:pt x="333361" y="4105506"/>
                  <a:pt x="504130" y="4002947"/>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ubicBezTo>
                  <a:pt x="1247578" y="3654578"/>
                  <a:pt x="1180153" y="3656293"/>
                  <a:pt x="1109304" y="3669030"/>
                </a:cubicBezTo>
                <a:cubicBezTo>
                  <a:pt x="794692" y="3725281"/>
                  <a:pt x="516258" y="3901624"/>
                  <a:pt x="258951" y="4111994"/>
                </a:cubicBezTo>
                <a:lnTo>
                  <a:pt x="80807" y="4267200"/>
                </a:lnTo>
                <a:lnTo>
                  <a:pt x="0" y="4267200"/>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12149131" y="959050"/>
                </a:moveTo>
                <a:cubicBezTo>
                  <a:pt x="12135265" y="975072"/>
                  <a:pt x="12121401" y="991089"/>
                  <a:pt x="12105664" y="1006960"/>
                </a:cubicBezTo>
                <a:cubicBezTo>
                  <a:pt x="12040174" y="1071943"/>
                  <a:pt x="11966532" y="1125748"/>
                  <a:pt x="11883102" y="1184424"/>
                </a:cubicBezTo>
                <a:cubicBezTo>
                  <a:pt x="11822339" y="1227583"/>
                  <a:pt x="11746281" y="1281016"/>
                  <a:pt x="11665174" y="1317493"/>
                </a:cubicBezTo>
                <a:cubicBezTo>
                  <a:pt x="11640620" y="1328342"/>
                  <a:pt x="11615753" y="1338416"/>
                  <a:pt x="11590337" y="1348256"/>
                </a:cubicBezTo>
                <a:cubicBezTo>
                  <a:pt x="11556383" y="1361567"/>
                  <a:pt x="11523739" y="1374791"/>
                  <a:pt x="11492588" y="1390573"/>
                </a:cubicBezTo>
                <a:cubicBezTo>
                  <a:pt x="11632969" y="1358579"/>
                  <a:pt x="11770492" y="1298342"/>
                  <a:pt x="11888865" y="1220988"/>
                </a:cubicBezTo>
                <a:cubicBezTo>
                  <a:pt x="11984266" y="1158366"/>
                  <a:pt x="12085135" y="1064584"/>
                  <a:pt x="12149131" y="959050"/>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12190084" y="854709"/>
                </a:moveTo>
                <a:cubicBezTo>
                  <a:pt x="12181324" y="863235"/>
                  <a:pt x="12172252" y="870980"/>
                  <a:pt x="12162947" y="879275"/>
                </a:cubicBezTo>
                <a:cubicBezTo>
                  <a:pt x="12028326" y="998039"/>
                  <a:pt x="11883371" y="1121443"/>
                  <a:pt x="11721478" y="1216434"/>
                </a:cubicBezTo>
                <a:lnTo>
                  <a:pt x="11680712" y="1239730"/>
                </a:lnTo>
                <a:cubicBezTo>
                  <a:pt x="11620220" y="1274640"/>
                  <a:pt x="11558177" y="1310180"/>
                  <a:pt x="11505347" y="1352837"/>
                </a:cubicBezTo>
                <a:cubicBezTo>
                  <a:pt x="11530133" y="1341442"/>
                  <a:pt x="11555544" y="1331600"/>
                  <a:pt x="11580962" y="1321759"/>
                </a:cubicBezTo>
                <a:cubicBezTo>
                  <a:pt x="11605590" y="1312227"/>
                  <a:pt x="11630227" y="1302697"/>
                  <a:pt x="11654234" y="1291618"/>
                </a:cubicBezTo>
                <a:cubicBezTo>
                  <a:pt x="11733018" y="1256083"/>
                  <a:pt x="11807521" y="1203284"/>
                  <a:pt x="11867274" y="1160983"/>
                </a:cubicBezTo>
                <a:cubicBezTo>
                  <a:pt x="11949151" y="1102940"/>
                  <a:pt x="12022324" y="1050225"/>
                  <a:pt x="12086035" y="986418"/>
                </a:cubicBezTo>
                <a:cubicBezTo>
                  <a:pt x="12128278" y="944429"/>
                  <a:pt x="12163191" y="899980"/>
                  <a:pt x="12190084" y="854709"/>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cubicBezTo>
                  <a:pt x="5405093" y="912428"/>
                  <a:pt x="5432627" y="913077"/>
                  <a:pt x="5460148" y="911442"/>
                </a:cubicBez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8924104" y="777000"/>
                </a:moveTo>
                <a:cubicBezTo>
                  <a:pt x="8923664" y="782606"/>
                  <a:pt x="8922673" y="787979"/>
                  <a:pt x="8921999" y="794136"/>
                </a:cubicBezTo>
                <a:cubicBezTo>
                  <a:pt x="8919582" y="810498"/>
                  <a:pt x="8917940" y="826538"/>
                  <a:pt x="8916066" y="843129"/>
                </a:cubicBezTo>
                <a:cubicBezTo>
                  <a:pt x="8910698" y="896870"/>
                  <a:pt x="8909926" y="951907"/>
                  <a:pt x="8909852" y="1005313"/>
                </a:cubicBezTo>
                <a:cubicBezTo>
                  <a:pt x="8907936" y="1206014"/>
                  <a:pt x="8906433" y="1413328"/>
                  <a:pt x="8936982" y="1614896"/>
                </a:cubicBezTo>
                <a:lnTo>
                  <a:pt x="8939706" y="1632791"/>
                </a:lnTo>
                <a:lnTo>
                  <a:pt x="8946691" y="1680170"/>
                </a:lnTo>
                <a:cubicBezTo>
                  <a:pt x="8947341" y="1669501"/>
                  <a:pt x="8947217" y="1659149"/>
                  <a:pt x="8947643" y="1649028"/>
                </a:cubicBezTo>
                <a:cubicBezTo>
                  <a:pt x="8950646" y="1394060"/>
                  <a:pt x="8954155" y="1130296"/>
                  <a:pt x="8931687" y="871628"/>
                </a:cubicBezTo>
                <a:lnTo>
                  <a:pt x="8929804" y="850229"/>
                </a:lnTo>
                <a:cubicBezTo>
                  <a:pt x="8927750" y="826182"/>
                  <a:pt x="8925696" y="802134"/>
                  <a:pt x="8924104" y="777000"/>
                </a:cubicBezTo>
                <a:close/>
                <a:moveTo>
                  <a:pt x="8951219" y="764662"/>
                </a:moveTo>
                <a:cubicBezTo>
                  <a:pt x="8952434" y="792211"/>
                  <a:pt x="8955277" y="820458"/>
                  <a:pt x="8957270" y="847698"/>
                </a:cubicBezTo>
                <a:lnTo>
                  <a:pt x="8959153" y="869097"/>
                </a:lnTo>
                <a:cubicBezTo>
                  <a:pt x="8981354" y="1119277"/>
                  <a:pt x="8978808" y="1373147"/>
                  <a:pt x="8976081" y="1619865"/>
                </a:cubicBezTo>
                <a:cubicBezTo>
                  <a:pt x="9043646" y="1335574"/>
                  <a:pt x="9035127" y="1045475"/>
                  <a:pt x="8951219" y="764662"/>
                </a:cubicBezTo>
                <a:close/>
                <a:moveTo>
                  <a:pt x="8898081" y="630137"/>
                </a:moveTo>
                <a:cubicBezTo>
                  <a:pt x="8735190" y="940376"/>
                  <a:pt x="8800852" y="1302315"/>
                  <a:pt x="8910095" y="1626691"/>
                </a:cubicBezTo>
                <a:lnTo>
                  <a:pt x="8908822" y="1619067"/>
                </a:lnTo>
                <a:cubicBezTo>
                  <a:pt x="8877873" y="1415398"/>
                  <a:pt x="8879292" y="1206762"/>
                  <a:pt x="8881669" y="1004967"/>
                </a:cubicBezTo>
                <a:cubicBezTo>
                  <a:pt x="8881975" y="951016"/>
                  <a:pt x="8882434" y="895204"/>
                  <a:pt x="8888265" y="840369"/>
                </a:cubicBezTo>
                <a:cubicBezTo>
                  <a:pt x="8890137" y="823783"/>
                  <a:pt x="8892011" y="807192"/>
                  <a:pt x="8894429" y="790831"/>
                </a:cubicBezTo>
                <a:cubicBezTo>
                  <a:pt x="8901122" y="737010"/>
                  <a:pt x="8907725" y="681866"/>
                  <a:pt x="8898081" y="630137"/>
                </a:cubicBezTo>
                <a:close/>
                <a:moveTo>
                  <a:pt x="11491396" y="623931"/>
                </a:moveTo>
                <a:cubicBezTo>
                  <a:pt x="11465686" y="637515"/>
                  <a:pt x="11440209" y="650546"/>
                  <a:pt x="11413329" y="662344"/>
                </a:cubicBezTo>
                <a:cubicBezTo>
                  <a:pt x="11268660" y="727282"/>
                  <a:pt x="11113102" y="758642"/>
                  <a:pt x="10966547" y="818916"/>
                </a:cubicBezTo>
                <a:cubicBezTo>
                  <a:pt x="10793574" y="889896"/>
                  <a:pt x="10652020" y="1008307"/>
                  <a:pt x="10498883" y="1111507"/>
                </a:cubicBezTo>
                <a:cubicBezTo>
                  <a:pt x="10559155" y="1098395"/>
                  <a:pt x="10616158" y="1067158"/>
                  <a:pt x="10671292" y="1035777"/>
                </a:cubicBezTo>
                <a:lnTo>
                  <a:pt x="10685894" y="1027151"/>
                </a:lnTo>
                <a:cubicBezTo>
                  <a:pt x="10821548" y="950027"/>
                  <a:pt x="10965272" y="882756"/>
                  <a:pt x="11104337" y="817377"/>
                </a:cubicBezTo>
                <a:cubicBezTo>
                  <a:pt x="11233375" y="757414"/>
                  <a:pt x="11364889" y="694633"/>
                  <a:pt x="11491396" y="623931"/>
                </a:cubicBezTo>
                <a:close/>
                <a:moveTo>
                  <a:pt x="10779304" y="584486"/>
                </a:moveTo>
                <a:cubicBezTo>
                  <a:pt x="10740583" y="648568"/>
                  <a:pt x="10699136" y="711502"/>
                  <a:pt x="10658378" y="772788"/>
                </a:cubicBezTo>
                <a:cubicBezTo>
                  <a:pt x="10594579" y="868744"/>
                  <a:pt x="10529620" y="967431"/>
                  <a:pt x="10475581" y="1070739"/>
                </a:cubicBezTo>
                <a:cubicBezTo>
                  <a:pt x="10578194" y="966751"/>
                  <a:pt x="10672522" y="819977"/>
                  <a:pt x="10735178" y="693281"/>
                </a:cubicBezTo>
                <a:close/>
                <a:moveTo>
                  <a:pt x="10132488" y="518596"/>
                </a:moveTo>
                <a:cubicBezTo>
                  <a:pt x="10047856" y="532980"/>
                  <a:pt x="9963302" y="548687"/>
                  <a:pt x="9879465" y="567273"/>
                </a:cubicBezTo>
                <a:cubicBezTo>
                  <a:pt x="9683016" y="611580"/>
                  <a:pt x="9523495" y="697916"/>
                  <a:pt x="9364243" y="809468"/>
                </a:cubicBezTo>
                <a:cubicBezTo>
                  <a:pt x="9364793" y="809701"/>
                  <a:pt x="9365336" y="809931"/>
                  <a:pt x="9366655" y="809848"/>
                </a:cubicBezTo>
                <a:cubicBezTo>
                  <a:pt x="9558665" y="728900"/>
                  <a:pt x="9742999" y="656935"/>
                  <a:pt x="9914233" y="596159"/>
                </a:cubicBezTo>
                <a:close/>
                <a:moveTo>
                  <a:pt x="10264524" y="501747"/>
                </a:moveTo>
                <a:lnTo>
                  <a:pt x="9922837" y="622979"/>
                </a:lnTo>
                <a:cubicBezTo>
                  <a:pt x="9763806" y="679263"/>
                  <a:pt x="9594234" y="745243"/>
                  <a:pt x="9416908" y="818889"/>
                </a:cubicBezTo>
                <a:cubicBezTo>
                  <a:pt x="9417689" y="818579"/>
                  <a:pt x="9417689" y="818579"/>
                  <a:pt x="9418234" y="818810"/>
                </a:cubicBezTo>
                <a:cubicBezTo>
                  <a:pt x="9717394" y="764555"/>
                  <a:pt x="10002904" y="633058"/>
                  <a:pt x="10264524" y="501747"/>
                </a:cubicBezTo>
                <a:close/>
                <a:moveTo>
                  <a:pt x="10802699" y="488163"/>
                </a:moveTo>
                <a:lnTo>
                  <a:pt x="10618739" y="734118"/>
                </a:lnTo>
                <a:lnTo>
                  <a:pt x="10604580" y="753877"/>
                </a:lnTo>
                <a:cubicBezTo>
                  <a:pt x="10575714" y="793161"/>
                  <a:pt x="10550336" y="828772"/>
                  <a:pt x="10529643" y="867004"/>
                </a:cubicBezTo>
                <a:cubicBezTo>
                  <a:pt x="10501301" y="918746"/>
                  <a:pt x="10479284" y="973805"/>
                  <a:pt x="10462194" y="1035452"/>
                </a:cubicBezTo>
                <a:cubicBezTo>
                  <a:pt x="10514547" y="939156"/>
                  <a:pt x="10575176" y="847655"/>
                  <a:pt x="10635117" y="757788"/>
                </a:cubicBezTo>
                <a:cubicBezTo>
                  <a:pt x="10692800" y="670189"/>
                  <a:pt x="10751735" y="581180"/>
                  <a:pt x="10802699" y="488163"/>
                </a:cubicBezTo>
                <a:close/>
                <a:moveTo>
                  <a:pt x="10359107" y="485136"/>
                </a:moveTo>
                <a:cubicBezTo>
                  <a:pt x="10100692" y="616512"/>
                  <a:pt x="9815681" y="755947"/>
                  <a:pt x="9515108" y="825701"/>
                </a:cubicBezTo>
                <a:cubicBezTo>
                  <a:pt x="9825509" y="831572"/>
                  <a:pt x="10104184" y="667562"/>
                  <a:pt x="10359107" y="485136"/>
                </a:cubicBezTo>
                <a:close/>
                <a:moveTo>
                  <a:pt x="11886089" y="483936"/>
                </a:moveTo>
                <a:cubicBezTo>
                  <a:pt x="11800033" y="547295"/>
                  <a:pt x="11710455" y="605296"/>
                  <a:pt x="11622890" y="661575"/>
                </a:cubicBezTo>
                <a:cubicBezTo>
                  <a:pt x="11437051" y="781189"/>
                  <a:pt x="11244843" y="905190"/>
                  <a:pt x="11038640" y="996875"/>
                </a:cubicBezTo>
                <a:cubicBezTo>
                  <a:pt x="10885656" y="1064725"/>
                  <a:pt x="10725662" y="1114166"/>
                  <a:pt x="10561310" y="1145020"/>
                </a:cubicBezTo>
                <a:cubicBezTo>
                  <a:pt x="10596460" y="1154752"/>
                  <a:pt x="10632933" y="1164394"/>
                  <a:pt x="10675127" y="1163586"/>
                </a:cubicBezTo>
                <a:cubicBezTo>
                  <a:pt x="10827145" y="1160350"/>
                  <a:pt x="10989398" y="1058435"/>
                  <a:pt x="11120351" y="990907"/>
                </a:cubicBezTo>
                <a:cubicBezTo>
                  <a:pt x="11302032" y="897860"/>
                  <a:pt x="11481110" y="797268"/>
                  <a:pt x="11648506" y="680145"/>
                </a:cubicBezTo>
                <a:cubicBezTo>
                  <a:pt x="11691733" y="649515"/>
                  <a:pt x="11821224" y="550475"/>
                  <a:pt x="11886089" y="483936"/>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10784544" y="465669"/>
                </a:moveTo>
                <a:cubicBezTo>
                  <a:pt x="10662409" y="521478"/>
                  <a:pt x="10422179" y="894258"/>
                  <a:pt x="10426419" y="1062158"/>
                </a:cubicBezTo>
                <a:cubicBezTo>
                  <a:pt x="10438657" y="1011968"/>
                  <a:pt x="10453241" y="965354"/>
                  <a:pt x="10471732" y="921679"/>
                </a:cubicBezTo>
                <a:cubicBezTo>
                  <a:pt x="10481672" y="898200"/>
                  <a:pt x="10492705" y="875187"/>
                  <a:pt x="10504824" y="852631"/>
                </a:cubicBezTo>
                <a:cubicBezTo>
                  <a:pt x="10526215" y="812759"/>
                  <a:pt x="10552604" y="776291"/>
                  <a:pt x="10582237" y="736692"/>
                </a:cubicBezTo>
                <a:lnTo>
                  <a:pt x="10596401" y="716935"/>
                </a:lnTo>
                <a:cubicBezTo>
                  <a:pt x="10661482" y="628604"/>
                  <a:pt x="10720448" y="548625"/>
                  <a:pt x="10784544" y="465669"/>
                </a:cubicBezTo>
                <a:close/>
                <a:moveTo>
                  <a:pt x="11916494" y="422768"/>
                </a:moveTo>
                <a:cubicBezTo>
                  <a:pt x="11840345" y="436884"/>
                  <a:pt x="11770712" y="482734"/>
                  <a:pt x="11703185" y="528178"/>
                </a:cubicBezTo>
                <a:lnTo>
                  <a:pt x="11680755" y="543149"/>
                </a:lnTo>
                <a:cubicBezTo>
                  <a:pt x="11503085" y="661715"/>
                  <a:pt x="11307002" y="753816"/>
                  <a:pt x="11116818" y="842623"/>
                </a:cubicBezTo>
                <a:cubicBezTo>
                  <a:pt x="10977992" y="907459"/>
                  <a:pt x="10835051" y="974411"/>
                  <a:pt x="10700164" y="1051220"/>
                </a:cubicBezTo>
                <a:lnTo>
                  <a:pt x="10685570" y="1059849"/>
                </a:lnTo>
                <a:cubicBezTo>
                  <a:pt x="10652486" y="1078679"/>
                  <a:pt x="10619176" y="1098052"/>
                  <a:pt x="10584288" y="1113543"/>
                </a:cubicBezTo>
                <a:cubicBezTo>
                  <a:pt x="10736655" y="1082118"/>
                  <a:pt x="10884823" y="1034762"/>
                  <a:pt x="11026698" y="971858"/>
                </a:cubicBezTo>
                <a:cubicBezTo>
                  <a:pt x="11231114" y="881353"/>
                  <a:pt x="11422542" y="757667"/>
                  <a:pt x="11607604" y="638368"/>
                </a:cubicBezTo>
                <a:cubicBezTo>
                  <a:pt x="11712249" y="570645"/>
                  <a:pt x="11819449" y="501435"/>
                  <a:pt x="11919452" y="423380"/>
                </a:cubicBezTo>
                <a:cubicBezTo>
                  <a:pt x="11918363" y="422918"/>
                  <a:pt x="11917811" y="422686"/>
                  <a:pt x="11916494" y="422768"/>
                </a:cubicBezTo>
                <a:close/>
                <a:moveTo>
                  <a:pt x="8148168" y="416949"/>
                </a:moveTo>
                <a:cubicBezTo>
                  <a:pt x="8041447" y="489578"/>
                  <a:pt x="7951585" y="589312"/>
                  <a:pt x="7862052" y="694330"/>
                </a:cubicBezTo>
                <a:lnTo>
                  <a:pt x="7808002" y="759654"/>
                </a:lnTo>
                <a:close/>
                <a:moveTo>
                  <a:pt x="8295299" y="416143"/>
                </a:moveTo>
                <a:cubicBezTo>
                  <a:pt x="8303328" y="454953"/>
                  <a:pt x="8309263" y="494162"/>
                  <a:pt x="8309124" y="534021"/>
                </a:cubicBezTo>
                <a:cubicBezTo>
                  <a:pt x="8309177" y="581042"/>
                  <a:pt x="8301211" y="627240"/>
                  <a:pt x="8293154" y="672115"/>
                </a:cubicBezTo>
                <a:cubicBezTo>
                  <a:pt x="8287455" y="703824"/>
                  <a:pt x="8281839" y="736857"/>
                  <a:pt x="8279099" y="769176"/>
                </a:cubicBezTo>
                <a:cubicBezTo>
                  <a:pt x="8271208" y="866910"/>
                  <a:pt x="8290164" y="965070"/>
                  <a:pt x="8309186" y="1060039"/>
                </a:cubicBezTo>
                <a:cubicBezTo>
                  <a:pt x="8338258" y="1208834"/>
                  <a:pt x="8368983" y="1362838"/>
                  <a:pt x="8410512" y="1511108"/>
                </a:cubicBezTo>
                <a:cubicBezTo>
                  <a:pt x="8445511" y="1186645"/>
                  <a:pt x="8463496" y="815698"/>
                  <a:pt x="8351657" y="521768"/>
                </a:cubicBezTo>
                <a:cubicBezTo>
                  <a:pt x="8336376" y="481820"/>
                  <a:pt x="8314355" y="448679"/>
                  <a:pt x="8295299" y="416143"/>
                </a:cubicBezTo>
                <a:close/>
                <a:moveTo>
                  <a:pt x="8266483" y="414244"/>
                </a:moveTo>
                <a:cubicBezTo>
                  <a:pt x="8162811" y="736679"/>
                  <a:pt x="8223592" y="1050836"/>
                  <a:pt x="8343425" y="1357811"/>
                </a:cubicBezTo>
                <a:cubicBezTo>
                  <a:pt x="8320496" y="1259904"/>
                  <a:pt x="8300994" y="1161513"/>
                  <a:pt x="8282114" y="1064671"/>
                </a:cubicBezTo>
                <a:cubicBezTo>
                  <a:pt x="8263238" y="967838"/>
                  <a:pt x="8243336" y="867346"/>
                  <a:pt x="8251298" y="766414"/>
                </a:cubicBezTo>
                <a:cubicBezTo>
                  <a:pt x="8253954" y="732777"/>
                  <a:pt x="8259797" y="699198"/>
                  <a:pt x="8265729" y="666939"/>
                </a:cubicBezTo>
                <a:cubicBezTo>
                  <a:pt x="8273319" y="623158"/>
                  <a:pt x="8281376" y="578281"/>
                  <a:pt x="8281494" y="533909"/>
                </a:cubicBezTo>
                <a:cubicBezTo>
                  <a:pt x="8281080" y="493822"/>
                  <a:pt x="8274834" y="453832"/>
                  <a:pt x="8266483" y="414244"/>
                </a:cubicBezTo>
                <a:close/>
                <a:moveTo>
                  <a:pt x="8140802" y="388720"/>
                </a:moveTo>
                <a:cubicBezTo>
                  <a:pt x="8028462" y="422924"/>
                  <a:pt x="7941106" y="490876"/>
                  <a:pt x="7860379" y="596411"/>
                </a:cubicBezTo>
                <a:cubicBezTo>
                  <a:pt x="7812773" y="658663"/>
                  <a:pt x="7772566" y="720182"/>
                  <a:pt x="7737688" y="790400"/>
                </a:cubicBezTo>
                <a:cubicBezTo>
                  <a:pt x="7733439" y="798902"/>
                  <a:pt x="7729892" y="805767"/>
                  <a:pt x="7726885" y="812869"/>
                </a:cubicBezTo>
                <a:cubicBezTo>
                  <a:pt x="7764906" y="767160"/>
                  <a:pt x="7802380" y="721219"/>
                  <a:pt x="7840490" y="676832"/>
                </a:cubicBezTo>
                <a:cubicBezTo>
                  <a:pt x="7933738" y="567590"/>
                  <a:pt x="8028101" y="463327"/>
                  <a:pt x="8140802" y="388720"/>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cubicBezTo>
                  <a:pt x="5242649" y="257191"/>
                  <a:pt x="5225558" y="257369"/>
                  <a:pt x="5208466" y="257550"/>
                </a:cubicBez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cubicBezTo>
                  <a:pt x="5227195" y="227945"/>
                  <a:pt x="5244285" y="227765"/>
                  <a:pt x="5261015" y="227087"/>
                </a:cubicBez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9095810" y="0"/>
                </a:moveTo>
                <a:lnTo>
                  <a:pt x="9215999" y="0"/>
                </a:lnTo>
                <a:lnTo>
                  <a:pt x="9250991" y="17650"/>
                </a:lnTo>
                <a:cubicBezTo>
                  <a:pt x="9345825" y="54329"/>
                  <a:pt x="9448424" y="64330"/>
                  <a:pt x="9551793" y="69947"/>
                </a:cubicBezTo>
                <a:cubicBezTo>
                  <a:pt x="9773323" y="81971"/>
                  <a:pt x="9993517" y="56091"/>
                  <a:pt x="10211701" y="15192"/>
                </a:cubicBezTo>
                <a:cubicBezTo>
                  <a:pt x="10030564" y="37013"/>
                  <a:pt x="9847820" y="45912"/>
                  <a:pt x="9665014" y="41266"/>
                </a:cubicBezTo>
                <a:cubicBezTo>
                  <a:pt x="9560295" y="38460"/>
                  <a:pt x="9467175" y="31066"/>
                  <a:pt x="9382567" y="18583"/>
                </a:cubicBezTo>
                <a:lnTo>
                  <a:pt x="9283159" y="0"/>
                </a:lnTo>
                <a:lnTo>
                  <a:pt x="9469266" y="0"/>
                </a:lnTo>
                <a:lnTo>
                  <a:pt x="9504117" y="4274"/>
                </a:lnTo>
                <a:cubicBezTo>
                  <a:pt x="9555272" y="8689"/>
                  <a:pt x="9609472" y="11637"/>
                  <a:pt x="9667223" y="13232"/>
                </a:cubicBezTo>
                <a:cubicBezTo>
                  <a:pt x="9740740" y="15225"/>
                  <a:pt x="9814266" y="15008"/>
                  <a:pt x="9887703" y="12601"/>
                </a:cubicBezTo>
                <a:lnTo>
                  <a:pt x="10088930" y="0"/>
                </a:lnTo>
                <a:lnTo>
                  <a:pt x="10544171" y="0"/>
                </a:lnTo>
                <a:lnTo>
                  <a:pt x="10392396" y="36772"/>
                </a:lnTo>
                <a:cubicBezTo>
                  <a:pt x="10070832" y="110795"/>
                  <a:pt x="9739873" y="167441"/>
                  <a:pt x="9413803" y="131277"/>
                </a:cubicBezTo>
                <a:cubicBezTo>
                  <a:pt x="9315472" y="120226"/>
                  <a:pt x="9243539" y="84460"/>
                  <a:pt x="9174626" y="44983"/>
                </a:cubicBezTo>
                <a:close/>
                <a:moveTo>
                  <a:pt x="8474998" y="0"/>
                </a:moveTo>
                <a:lnTo>
                  <a:pt x="8573502" y="0"/>
                </a:lnTo>
                <a:lnTo>
                  <a:pt x="8659539" y="117664"/>
                </a:lnTo>
                <a:cubicBezTo>
                  <a:pt x="8833725" y="341427"/>
                  <a:pt x="9029703" y="551148"/>
                  <a:pt x="9248507" y="743734"/>
                </a:cubicBezTo>
                <a:cubicBezTo>
                  <a:pt x="9268744" y="761313"/>
                  <a:pt x="9289217" y="778348"/>
                  <a:pt x="9309457" y="795932"/>
                </a:cubicBezTo>
                <a:cubicBezTo>
                  <a:pt x="9458210" y="686371"/>
                  <a:pt x="9607233" y="585288"/>
                  <a:pt x="9785496" y="530713"/>
                </a:cubicBezTo>
                <a:cubicBezTo>
                  <a:pt x="10009630" y="462073"/>
                  <a:pt x="10250992" y="434854"/>
                  <a:pt x="10482828" y="399738"/>
                </a:cubicBezTo>
                <a:cubicBezTo>
                  <a:pt x="10519933" y="394202"/>
                  <a:pt x="10478550" y="453937"/>
                  <a:pt x="10468382" y="461219"/>
                </a:cubicBezTo>
                <a:cubicBezTo>
                  <a:pt x="10161572" y="688641"/>
                  <a:pt x="9818370" y="924476"/>
                  <a:pt x="9430790" y="895589"/>
                </a:cubicBezTo>
                <a:cubicBezTo>
                  <a:pt x="9617112" y="1044003"/>
                  <a:pt x="9813963" y="1178199"/>
                  <a:pt x="10019780" y="1298815"/>
                </a:cubicBezTo>
                <a:cubicBezTo>
                  <a:pt x="10142151" y="1263712"/>
                  <a:pt x="10256792" y="1186061"/>
                  <a:pt x="10372218" y="1146081"/>
                </a:cubicBezTo>
                <a:cubicBezTo>
                  <a:pt x="10279439" y="901425"/>
                  <a:pt x="10751513" y="443317"/>
                  <a:pt x="10896429" y="310883"/>
                </a:cubicBezTo>
                <a:cubicBezTo>
                  <a:pt x="10907980" y="300321"/>
                  <a:pt x="10927341" y="295643"/>
                  <a:pt x="10919735" y="318176"/>
                </a:cubicBezTo>
                <a:cubicBezTo>
                  <a:pt x="10845552" y="531416"/>
                  <a:pt x="10769057" y="750112"/>
                  <a:pt x="10637064" y="935661"/>
                </a:cubicBezTo>
                <a:cubicBezTo>
                  <a:pt x="10618262" y="961821"/>
                  <a:pt x="10471373" y="1105010"/>
                  <a:pt x="10516995" y="1070245"/>
                </a:cubicBezTo>
                <a:cubicBezTo>
                  <a:pt x="10630585" y="984423"/>
                  <a:pt x="10740230" y="886628"/>
                  <a:pt x="10868835" y="815534"/>
                </a:cubicBezTo>
                <a:cubicBezTo>
                  <a:pt x="11133493" y="669415"/>
                  <a:pt x="11435682" y="612577"/>
                  <a:pt x="11704547" y="465665"/>
                </a:cubicBezTo>
                <a:cubicBezTo>
                  <a:pt x="11748194" y="441649"/>
                  <a:pt x="11962368" y="287033"/>
                  <a:pt x="12033562" y="350012"/>
                </a:cubicBezTo>
                <a:cubicBezTo>
                  <a:pt x="12042008" y="357446"/>
                  <a:pt x="12029170" y="377121"/>
                  <a:pt x="12025537" y="382666"/>
                </a:cubicBezTo>
                <a:cubicBezTo>
                  <a:pt x="11835636" y="694348"/>
                  <a:pt x="11402055" y="895784"/>
                  <a:pt x="11088649" y="1056676"/>
                </a:cubicBezTo>
                <a:cubicBezTo>
                  <a:pt x="10916755" y="1144851"/>
                  <a:pt x="10757473" y="1230645"/>
                  <a:pt x="10561600" y="1229477"/>
                </a:cubicBezTo>
                <a:cubicBezTo>
                  <a:pt x="10456897" y="1228927"/>
                  <a:pt x="10388434" y="1221837"/>
                  <a:pt x="10280797" y="1263181"/>
                </a:cubicBezTo>
                <a:cubicBezTo>
                  <a:pt x="10214114" y="1288380"/>
                  <a:pt x="10149765" y="1312641"/>
                  <a:pt x="10083376" y="1334114"/>
                </a:cubicBezTo>
                <a:cubicBezTo>
                  <a:pt x="10323674" y="1470609"/>
                  <a:pt x="10574467" y="1588379"/>
                  <a:pt x="10832582" y="1687356"/>
                </a:cubicBezTo>
                <a:cubicBezTo>
                  <a:pt x="10835145" y="1685866"/>
                  <a:pt x="10837160" y="1684144"/>
                  <a:pt x="10839263" y="1683743"/>
                </a:cubicBezTo>
                <a:cubicBezTo>
                  <a:pt x="11026680" y="1639479"/>
                  <a:pt x="11198523" y="1559010"/>
                  <a:pt x="11350910" y="1443899"/>
                </a:cubicBezTo>
                <a:cubicBezTo>
                  <a:pt x="11353302" y="1439761"/>
                  <a:pt x="11356166" y="1434532"/>
                  <a:pt x="11360346" y="1429225"/>
                </a:cubicBezTo>
                <a:cubicBezTo>
                  <a:pt x="11568454" y="1154547"/>
                  <a:pt x="11893126" y="995756"/>
                  <a:pt x="12167580" y="789523"/>
                </a:cubicBezTo>
                <a:lnTo>
                  <a:pt x="12192000" y="769876"/>
                </a:lnTo>
                <a:lnTo>
                  <a:pt x="12192000" y="802845"/>
                </a:lnTo>
                <a:lnTo>
                  <a:pt x="12173558" y="821317"/>
                </a:lnTo>
                <a:cubicBezTo>
                  <a:pt x="12156328" y="839775"/>
                  <a:pt x="12135859" y="862655"/>
                  <a:pt x="12117398" y="877374"/>
                </a:cubicBezTo>
                <a:cubicBezTo>
                  <a:pt x="11911342" y="1038644"/>
                  <a:pt x="11659100" y="1158472"/>
                  <a:pt x="11472926" y="1344259"/>
                </a:cubicBezTo>
                <a:cubicBezTo>
                  <a:pt x="11530856" y="1294104"/>
                  <a:pt x="11599815" y="1254410"/>
                  <a:pt x="11666978" y="1215889"/>
                </a:cubicBezTo>
                <a:cubicBezTo>
                  <a:pt x="11680568" y="1208123"/>
                  <a:pt x="11694155" y="1200357"/>
                  <a:pt x="11707200" y="1192361"/>
                </a:cubicBezTo>
                <a:cubicBezTo>
                  <a:pt x="11867081" y="1099094"/>
                  <a:pt x="12010478" y="976320"/>
                  <a:pt x="12144637" y="858646"/>
                </a:cubicBezTo>
                <a:lnTo>
                  <a:pt x="12192000" y="810414"/>
                </a:lnTo>
                <a:lnTo>
                  <a:pt x="12192000" y="916439"/>
                </a:lnTo>
                <a:lnTo>
                  <a:pt x="12150630" y="982925"/>
                </a:lnTo>
                <a:cubicBezTo>
                  <a:pt x="11972246" y="1237618"/>
                  <a:pt x="11719654" y="1416530"/>
                  <a:pt x="11389484" y="1469889"/>
                </a:cubicBezTo>
                <a:cubicBezTo>
                  <a:pt x="11249700" y="1582602"/>
                  <a:pt x="11093517" y="1667134"/>
                  <a:pt x="10923736" y="1721439"/>
                </a:cubicBezTo>
                <a:cubicBezTo>
                  <a:pt x="10979487" y="1741826"/>
                  <a:pt x="11035469" y="1761662"/>
                  <a:pt x="11091913" y="1780406"/>
                </a:cubicBezTo>
                <a:cubicBezTo>
                  <a:pt x="11318237" y="1855623"/>
                  <a:pt x="11544464" y="1908264"/>
                  <a:pt x="11771238" y="1944400"/>
                </a:cubicBezTo>
                <a:cubicBezTo>
                  <a:pt x="11775181" y="1939634"/>
                  <a:pt x="11778904" y="1935410"/>
                  <a:pt x="11783166" y="1931422"/>
                </a:cubicBezTo>
                <a:cubicBezTo>
                  <a:pt x="11885723" y="1797152"/>
                  <a:pt x="11990570" y="1669642"/>
                  <a:pt x="12131988" y="1574357"/>
                </a:cubicBezTo>
                <a:lnTo>
                  <a:pt x="12192000" y="1537429"/>
                </a:lnTo>
                <a:lnTo>
                  <a:pt x="12192000" y="1589108"/>
                </a:lnTo>
                <a:lnTo>
                  <a:pt x="12112105" y="1640352"/>
                </a:lnTo>
                <a:cubicBezTo>
                  <a:pt x="12011319" y="1713959"/>
                  <a:pt x="11928638" y="1801479"/>
                  <a:pt x="11849203" y="1900149"/>
                </a:cubicBezTo>
                <a:cubicBezTo>
                  <a:pt x="11883038" y="1876488"/>
                  <a:pt x="11915071" y="1849494"/>
                  <a:pt x="11946326" y="1822808"/>
                </a:cubicBezTo>
                <a:cubicBezTo>
                  <a:pt x="11980834" y="1792997"/>
                  <a:pt x="12017130" y="1762011"/>
                  <a:pt x="12055863" y="1735914"/>
                </a:cubicBezTo>
                <a:cubicBezTo>
                  <a:pt x="12086678" y="1714840"/>
                  <a:pt x="12119524" y="1696556"/>
                  <a:pt x="12150816" y="1678902"/>
                </a:cubicBezTo>
                <a:lnTo>
                  <a:pt x="12192000" y="1655121"/>
                </a:lnTo>
                <a:lnTo>
                  <a:pt x="12192000" y="1686869"/>
                </a:lnTo>
                <a:lnTo>
                  <a:pt x="12163772" y="1703058"/>
                </a:lnTo>
                <a:cubicBezTo>
                  <a:pt x="12132704" y="1720165"/>
                  <a:pt x="12100405" y="1738677"/>
                  <a:pt x="12070597" y="1758893"/>
                </a:cubicBezTo>
                <a:cubicBezTo>
                  <a:pt x="12033422" y="1784357"/>
                  <a:pt x="11997904" y="1815035"/>
                  <a:pt x="11963621" y="1844299"/>
                </a:cubicBezTo>
                <a:cubicBezTo>
                  <a:pt x="11938421" y="1865816"/>
                  <a:pt x="11913214" y="1887338"/>
                  <a:pt x="11886604" y="1907617"/>
                </a:cubicBezTo>
                <a:cubicBezTo>
                  <a:pt x="11977116" y="1884856"/>
                  <a:pt x="12067233" y="1841647"/>
                  <a:pt x="12153575" y="1786372"/>
                </a:cubicBezTo>
                <a:lnTo>
                  <a:pt x="12192000" y="1759693"/>
                </a:lnTo>
                <a:lnTo>
                  <a:pt x="12192000" y="1809459"/>
                </a:lnTo>
                <a:lnTo>
                  <a:pt x="12121362" y="1857561"/>
                </a:lnTo>
                <a:cubicBezTo>
                  <a:pt x="12048187" y="1902591"/>
                  <a:pt x="11972544" y="1939172"/>
                  <a:pt x="11895949" y="1963079"/>
                </a:cubicBezTo>
                <a:lnTo>
                  <a:pt x="12192000" y="1990579"/>
                </a:lnTo>
                <a:lnTo>
                  <a:pt x="12192000" y="2065582"/>
                </a:lnTo>
                <a:lnTo>
                  <a:pt x="12153918" y="2063926"/>
                </a:lnTo>
                <a:lnTo>
                  <a:pt x="12192000" y="2085104"/>
                </a:lnTo>
                <a:lnTo>
                  <a:pt x="12192000" y="2178471"/>
                </a:lnTo>
                <a:lnTo>
                  <a:pt x="12085355" y="2122457"/>
                </a:lnTo>
                <a:lnTo>
                  <a:pt x="12192000" y="2196158"/>
                </a:lnTo>
                <a:lnTo>
                  <a:pt x="12192000" y="2230374"/>
                </a:lnTo>
                <a:lnTo>
                  <a:pt x="12041237" y="2126309"/>
                </a:lnTo>
                <a:cubicBezTo>
                  <a:pt x="12076493" y="2177612"/>
                  <a:pt x="12124001" y="2222030"/>
                  <a:pt x="12174450" y="2262541"/>
                </a:cubicBezTo>
                <a:lnTo>
                  <a:pt x="12192000" y="2275857"/>
                </a:lnTo>
                <a:lnTo>
                  <a:pt x="12192000" y="2377131"/>
                </a:lnTo>
                <a:lnTo>
                  <a:pt x="12155801" y="2349925"/>
                </a:lnTo>
                <a:cubicBezTo>
                  <a:pt x="12047062" y="2264619"/>
                  <a:pt x="11950704" y="2181979"/>
                  <a:pt x="11930164" y="2041945"/>
                </a:cubicBezTo>
                <a:cubicBezTo>
                  <a:pt x="11807338" y="2027929"/>
                  <a:pt x="11684723" y="2008847"/>
                  <a:pt x="11561767" y="1984479"/>
                </a:cubicBezTo>
                <a:cubicBezTo>
                  <a:pt x="11829168" y="2318516"/>
                  <a:pt x="11916257" y="2737804"/>
                  <a:pt x="11987997" y="3153822"/>
                </a:cubicBezTo>
                <a:cubicBezTo>
                  <a:pt x="11991834" y="3176690"/>
                  <a:pt x="11945766" y="3233800"/>
                  <a:pt x="11926558" y="3203134"/>
                </a:cubicBezTo>
                <a:cubicBezTo>
                  <a:pt x="11688637" y="2826855"/>
                  <a:pt x="11343207" y="2452063"/>
                  <a:pt x="11440430" y="1973028"/>
                </a:cubicBezTo>
                <a:cubicBezTo>
                  <a:pt x="11441503" y="1968973"/>
                  <a:pt x="11443583" y="1964061"/>
                  <a:pt x="11446754" y="1959605"/>
                </a:cubicBezTo>
                <a:cubicBezTo>
                  <a:pt x="11314670" y="1929437"/>
                  <a:pt x="11182797" y="1894208"/>
                  <a:pt x="11050651" y="1850495"/>
                </a:cubicBezTo>
                <a:cubicBezTo>
                  <a:pt x="10825423" y="1775743"/>
                  <a:pt x="10604642" y="1687421"/>
                  <a:pt x="10389960" y="1586232"/>
                </a:cubicBezTo>
                <a:cubicBezTo>
                  <a:pt x="10423849" y="1697796"/>
                  <a:pt x="10481699" y="1805979"/>
                  <a:pt x="10500699" y="1913175"/>
                </a:cubicBezTo>
                <a:cubicBezTo>
                  <a:pt x="10502971" y="1915419"/>
                  <a:pt x="10505550" y="1918445"/>
                  <a:pt x="10507814" y="1920694"/>
                </a:cubicBezTo>
                <a:cubicBezTo>
                  <a:pt x="10511536" y="1916469"/>
                  <a:pt x="10515800" y="1912482"/>
                  <a:pt x="10518908" y="1911226"/>
                </a:cubicBezTo>
                <a:cubicBezTo>
                  <a:pt x="10803133" y="1788841"/>
                  <a:pt x="11118572" y="2264893"/>
                  <a:pt x="11258935" y="2442781"/>
                </a:cubicBezTo>
                <a:cubicBezTo>
                  <a:pt x="11271929" y="2459223"/>
                  <a:pt x="11230610" y="2515770"/>
                  <a:pt x="11211663" y="2510325"/>
                </a:cubicBezTo>
                <a:cubicBezTo>
                  <a:pt x="10952813" y="2437432"/>
                  <a:pt x="10754880" y="2286035"/>
                  <a:pt x="10571295" y="2105302"/>
                </a:cubicBezTo>
                <a:cubicBezTo>
                  <a:pt x="10593939" y="2333141"/>
                  <a:pt x="10477445" y="2625036"/>
                  <a:pt x="10435737" y="2805672"/>
                </a:cubicBezTo>
                <a:cubicBezTo>
                  <a:pt x="10398299" y="2965580"/>
                  <a:pt x="10359478" y="3078554"/>
                  <a:pt x="10206831" y="3151701"/>
                </a:cubicBezTo>
                <a:cubicBezTo>
                  <a:pt x="10193935" y="3157832"/>
                  <a:pt x="10194572" y="3142650"/>
                  <a:pt x="10196482" y="3135084"/>
                </a:cubicBezTo>
                <a:cubicBezTo>
                  <a:pt x="10274073" y="2811909"/>
                  <a:pt x="10304290" y="2478979"/>
                  <a:pt x="10381882" y="2155807"/>
                </a:cubicBezTo>
                <a:cubicBezTo>
                  <a:pt x="10395105" y="2100241"/>
                  <a:pt x="10437104" y="2020803"/>
                  <a:pt x="10439260" y="1962486"/>
                </a:cubicBezTo>
                <a:cubicBezTo>
                  <a:pt x="10439491" y="1961942"/>
                  <a:pt x="10439175" y="1961166"/>
                  <a:pt x="10439409" y="1960615"/>
                </a:cubicBezTo>
                <a:cubicBezTo>
                  <a:pt x="10439475" y="1957427"/>
                  <a:pt x="10440085" y="1954468"/>
                  <a:pt x="10439915" y="1951821"/>
                </a:cubicBezTo>
                <a:cubicBezTo>
                  <a:pt x="10433959" y="1836632"/>
                  <a:pt x="10332627" y="1683636"/>
                  <a:pt x="10314241" y="1556749"/>
                </a:cubicBezTo>
                <a:cubicBezTo>
                  <a:pt x="10313847" y="1554649"/>
                  <a:pt x="10314451" y="1551688"/>
                  <a:pt x="10315061" y="1548729"/>
                </a:cubicBezTo>
                <a:cubicBezTo>
                  <a:pt x="10038413" y="1412938"/>
                  <a:pt x="9774128" y="1254043"/>
                  <a:pt x="9526158" y="1071804"/>
                </a:cubicBezTo>
                <a:cubicBezTo>
                  <a:pt x="9586547" y="1245450"/>
                  <a:pt x="9699054" y="1407035"/>
                  <a:pt x="9758689" y="1585512"/>
                </a:cubicBezTo>
                <a:cubicBezTo>
                  <a:pt x="9851296" y="1860991"/>
                  <a:pt x="9909066" y="2144264"/>
                  <a:pt x="9941392" y="2432858"/>
                </a:cubicBezTo>
                <a:cubicBezTo>
                  <a:pt x="9942776" y="2446319"/>
                  <a:pt x="9898852" y="2512059"/>
                  <a:pt x="9887724" y="2495762"/>
                </a:cubicBezTo>
                <a:cubicBezTo>
                  <a:pt x="9758830" y="2305989"/>
                  <a:pt x="9675953" y="2083557"/>
                  <a:pt x="9587446" y="1872898"/>
                </a:cubicBezTo>
                <a:cubicBezTo>
                  <a:pt x="9504836" y="1675682"/>
                  <a:pt x="9450239" y="1492905"/>
                  <a:pt x="9462810" y="1288346"/>
                </a:cubicBezTo>
                <a:cubicBezTo>
                  <a:pt x="9416080" y="1372857"/>
                  <a:pt x="9368030" y="1457457"/>
                  <a:pt x="9318575" y="1540820"/>
                </a:cubicBezTo>
                <a:cubicBezTo>
                  <a:pt x="9284037" y="1599587"/>
                  <a:pt x="9257140" y="1661598"/>
                  <a:pt x="9191090" y="1688355"/>
                </a:cubicBezTo>
                <a:cubicBezTo>
                  <a:pt x="9186426" y="1690241"/>
                  <a:pt x="9179411" y="1688563"/>
                  <a:pt x="9177757" y="1683354"/>
                </a:cubicBezTo>
                <a:cubicBezTo>
                  <a:pt x="9143528" y="1583238"/>
                  <a:pt x="9220115" y="1420588"/>
                  <a:pt x="9274865" y="1336896"/>
                </a:cubicBezTo>
                <a:cubicBezTo>
                  <a:pt x="9324504" y="1260695"/>
                  <a:pt x="9393212" y="1200294"/>
                  <a:pt x="9478649" y="1173376"/>
                </a:cubicBezTo>
                <a:cubicBezTo>
                  <a:pt x="9479343" y="1171736"/>
                  <a:pt x="9480811" y="1169782"/>
                  <a:pt x="9482281" y="1167830"/>
                </a:cubicBezTo>
                <a:cubicBezTo>
                  <a:pt x="9463542" y="1119335"/>
                  <a:pt x="9448141" y="1069035"/>
                  <a:pt x="9438637" y="1015438"/>
                </a:cubicBezTo>
                <a:cubicBezTo>
                  <a:pt x="9438473" y="1012795"/>
                  <a:pt x="9438847" y="1010377"/>
                  <a:pt x="9439458" y="1007420"/>
                </a:cubicBezTo>
                <a:cubicBezTo>
                  <a:pt x="9356819" y="944106"/>
                  <a:pt x="9275563" y="877509"/>
                  <a:pt x="9197105" y="808882"/>
                </a:cubicBezTo>
                <a:cubicBezTo>
                  <a:pt x="9119732" y="740719"/>
                  <a:pt x="9045390" y="669969"/>
                  <a:pt x="8973607" y="597733"/>
                </a:cubicBezTo>
                <a:cubicBezTo>
                  <a:pt x="9117865" y="988437"/>
                  <a:pt x="9115639" y="1402749"/>
                  <a:pt x="8967512" y="1795211"/>
                </a:cubicBezTo>
                <a:cubicBezTo>
                  <a:pt x="8964595" y="1803635"/>
                  <a:pt x="8922055" y="1866099"/>
                  <a:pt x="8912526" y="1841464"/>
                </a:cubicBezTo>
                <a:cubicBezTo>
                  <a:pt x="8756044" y="1433999"/>
                  <a:pt x="8647107" y="967467"/>
                  <a:pt x="8893391" y="572788"/>
                </a:cubicBezTo>
                <a:cubicBezTo>
                  <a:pt x="8896018" y="568101"/>
                  <a:pt x="8899507" y="564428"/>
                  <a:pt x="8902990" y="560750"/>
                </a:cubicBezTo>
                <a:cubicBezTo>
                  <a:pt x="8907633" y="554349"/>
                  <a:pt x="8913596" y="547863"/>
                  <a:pt x="8919102" y="542471"/>
                </a:cubicBezTo>
                <a:cubicBezTo>
                  <a:pt x="8828814" y="448553"/>
                  <a:pt x="8743025" y="351231"/>
                  <a:pt x="8661728" y="250903"/>
                </a:cubicBezTo>
                <a:close/>
                <a:moveTo>
                  <a:pt x="8357758" y="0"/>
                </a:moveTo>
                <a:lnTo>
                  <a:pt x="8405492" y="0"/>
                </a:lnTo>
                <a:lnTo>
                  <a:pt x="8392083" y="30495"/>
                </a:lnTo>
                <a:cubicBezTo>
                  <a:pt x="8354166" y="121698"/>
                  <a:pt x="8324318" y="217584"/>
                  <a:pt x="8339888" y="306259"/>
                </a:cubicBezTo>
                <a:cubicBezTo>
                  <a:pt x="8364400" y="446040"/>
                  <a:pt x="8455049" y="577127"/>
                  <a:pt x="8473847" y="727373"/>
                </a:cubicBezTo>
                <a:cubicBezTo>
                  <a:pt x="8510300" y="1013846"/>
                  <a:pt x="8488635" y="1326579"/>
                  <a:pt x="8454081" y="1611960"/>
                </a:cubicBezTo>
                <a:cubicBezTo>
                  <a:pt x="8452268" y="1625361"/>
                  <a:pt x="8409518" y="1692886"/>
                  <a:pt x="8396000" y="1663986"/>
                </a:cubicBezTo>
                <a:cubicBezTo>
                  <a:pt x="8190763" y="1233305"/>
                  <a:pt x="8063839" y="818387"/>
                  <a:pt x="8238881" y="368438"/>
                </a:cubicBezTo>
                <a:lnTo>
                  <a:pt x="7668140" y="942511"/>
                </a:lnTo>
                <a:cubicBezTo>
                  <a:pt x="7658137" y="952438"/>
                  <a:pt x="7629107" y="972341"/>
                  <a:pt x="7637853" y="942567"/>
                </a:cubicBezTo>
                <a:cubicBezTo>
                  <a:pt x="7690270" y="771614"/>
                  <a:pt x="7793861" y="624255"/>
                  <a:pt x="7909649" y="489150"/>
                </a:cubicBezTo>
                <a:cubicBezTo>
                  <a:pt x="8010566" y="370919"/>
                  <a:pt x="8112174" y="322520"/>
                  <a:pt x="8256182" y="301724"/>
                </a:cubicBezTo>
                <a:cubicBezTo>
                  <a:pt x="8255907" y="293239"/>
                  <a:pt x="8255408" y="285302"/>
                  <a:pt x="8255912" y="276498"/>
                </a:cubicBezTo>
                <a:cubicBezTo>
                  <a:pt x="8260651" y="221208"/>
                  <a:pt x="8285427" y="155085"/>
                  <a:pt x="8315225" y="89075"/>
                </a:cubicBezTo>
                <a:close/>
                <a:moveTo>
                  <a:pt x="7497388" y="0"/>
                </a:moveTo>
                <a:lnTo>
                  <a:pt x="7560921" y="0"/>
                </a:lnTo>
                <a:lnTo>
                  <a:pt x="7546742" y="68966"/>
                </a:lnTo>
                <a:cubicBezTo>
                  <a:pt x="7513334" y="225436"/>
                  <a:pt x="7494394" y="379659"/>
                  <a:pt x="7488853" y="535687"/>
                </a:cubicBezTo>
                <a:lnTo>
                  <a:pt x="7529509" y="380358"/>
                </a:lnTo>
                <a:cubicBezTo>
                  <a:pt x="7546426" y="316055"/>
                  <a:pt x="7563725" y="249346"/>
                  <a:pt x="7585939" y="184712"/>
                </a:cubicBezTo>
                <a:cubicBezTo>
                  <a:pt x="7597162" y="152119"/>
                  <a:pt x="7609478" y="119997"/>
                  <a:pt x="7621792" y="87864"/>
                </a:cubicBezTo>
                <a:lnTo>
                  <a:pt x="7654204" y="0"/>
                </a:lnTo>
                <a:lnTo>
                  <a:pt x="7683986" y="0"/>
                </a:lnTo>
                <a:lnTo>
                  <a:pt x="7647914" y="97640"/>
                </a:lnTo>
                <a:cubicBezTo>
                  <a:pt x="7635833" y="129221"/>
                  <a:pt x="7623516" y="161350"/>
                  <a:pt x="7612524" y="193392"/>
                </a:cubicBezTo>
                <a:cubicBezTo>
                  <a:pt x="7590775" y="256933"/>
                  <a:pt x="7573702" y="323103"/>
                  <a:pt x="7557013" y="386853"/>
                </a:cubicBezTo>
                <a:lnTo>
                  <a:pt x="7517286" y="539999"/>
                </a:lnTo>
                <a:cubicBezTo>
                  <a:pt x="7579804" y="409054"/>
                  <a:pt x="7648790" y="283748"/>
                  <a:pt x="7704204" y="152292"/>
                </a:cubicBezTo>
                <a:lnTo>
                  <a:pt x="7756975" y="0"/>
                </a:lnTo>
                <a:lnTo>
                  <a:pt x="7837329" y="0"/>
                </a:lnTo>
                <a:lnTo>
                  <a:pt x="7821760" y="65656"/>
                </a:lnTo>
                <a:cubicBezTo>
                  <a:pt x="7739780" y="311007"/>
                  <a:pt x="7576279" y="519263"/>
                  <a:pt x="7488925" y="763628"/>
                </a:cubicBezTo>
                <a:cubicBezTo>
                  <a:pt x="7478308" y="793254"/>
                  <a:pt x="7422482" y="826275"/>
                  <a:pt x="7419999" y="774360"/>
                </a:cubicBezTo>
                <a:cubicBezTo>
                  <a:pt x="7407159" y="524115"/>
                  <a:pt x="7434412" y="279259"/>
                  <a:pt x="7487820" y="37416"/>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cubicBezTo>
                  <a:pt x="6396578" y="1848113"/>
                  <a:pt x="6466739" y="1878148"/>
                  <a:pt x="6537433" y="1907790"/>
                </a:cubicBez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7" name="Rectangle 16">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457201"/>
            <a:ext cx="11277600" cy="5943598"/>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re 1">
            <a:extLst>
              <a:ext uri="{FF2B5EF4-FFF2-40B4-BE49-F238E27FC236}">
                <a16:creationId xmlns:a16="http://schemas.microsoft.com/office/drawing/2014/main" id="{11E1AD1F-EE5D-EEB9-68CA-3272CAF9760D}"/>
              </a:ext>
            </a:extLst>
          </p:cNvPr>
          <p:cNvSpPr>
            <a:spLocks noGrp="1"/>
          </p:cNvSpPr>
          <p:nvPr>
            <p:ph type="title"/>
          </p:nvPr>
        </p:nvSpPr>
        <p:spPr>
          <a:xfrm>
            <a:off x="1143000" y="990599"/>
            <a:ext cx="9906000" cy="685800"/>
          </a:xfrm>
        </p:spPr>
        <p:txBody>
          <a:bodyPr anchor="t">
            <a:normAutofit/>
          </a:bodyPr>
          <a:lstStyle/>
          <a:p>
            <a:r>
              <a:rPr lang="fr-FR" sz="1900" b="1"/>
              <a:t>Exemples :</a:t>
            </a:r>
            <a:br>
              <a:rPr lang="fr-FR" sz="1900"/>
            </a:br>
            <a:endParaRPr lang="fr-FR" sz="1900"/>
          </a:p>
        </p:txBody>
      </p:sp>
      <p:graphicFrame>
        <p:nvGraphicFramePr>
          <p:cNvPr id="5" name="Espace réservé du contenu 2">
            <a:extLst>
              <a:ext uri="{FF2B5EF4-FFF2-40B4-BE49-F238E27FC236}">
                <a16:creationId xmlns:a16="http://schemas.microsoft.com/office/drawing/2014/main" id="{7B4584DD-A52D-8867-9123-FF5227F53473}"/>
              </a:ext>
            </a:extLst>
          </p:cNvPr>
          <p:cNvGraphicFramePr>
            <a:graphicFrameLocks noGrp="1"/>
          </p:cNvGraphicFramePr>
          <p:nvPr>
            <p:ph idx="1"/>
            <p:extLst>
              <p:ext uri="{D42A27DB-BD31-4B8C-83A1-F6EECF244321}">
                <p14:modId xmlns:p14="http://schemas.microsoft.com/office/powerpoint/2010/main" val="1843530108"/>
              </p:ext>
            </p:extLst>
          </p:nvPr>
        </p:nvGraphicFramePr>
        <p:xfrm>
          <a:off x="685800" y="2137228"/>
          <a:ext cx="10820400" cy="37337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ZoneTexte 2">
            <a:extLst>
              <a:ext uri="{FF2B5EF4-FFF2-40B4-BE49-F238E27FC236}">
                <a16:creationId xmlns:a16="http://schemas.microsoft.com/office/drawing/2014/main" id="{06C2D345-1AD7-36D3-A0BD-D27CA99722F5}"/>
              </a:ext>
            </a:extLst>
          </p:cNvPr>
          <p:cNvSpPr txBox="1"/>
          <p:nvPr/>
        </p:nvSpPr>
        <p:spPr>
          <a:xfrm>
            <a:off x="1999486" y="4422781"/>
            <a:ext cx="8193024" cy="646331"/>
          </a:xfrm>
          <a:prstGeom prst="rect">
            <a:avLst/>
          </a:prstGeom>
          <a:noFill/>
        </p:spPr>
        <p:txBody>
          <a:bodyPr wrap="square" rtlCol="0">
            <a:spAutoFit/>
          </a:bodyPr>
          <a:lstStyle/>
          <a:p>
            <a:pPr lvl="0" algn="just"/>
            <a:r>
              <a:rPr lang="fr-FR" b="1" dirty="0">
                <a:solidFill>
                  <a:srgbClr val="FF0000"/>
                </a:solidFill>
              </a:rPr>
              <a:t>Conséquences </a:t>
            </a:r>
            <a:r>
              <a:rPr lang="fr-FR" b="1" dirty="0"/>
              <a:t>:</a:t>
            </a:r>
            <a:r>
              <a:rPr lang="fr-FR" dirty="0"/>
              <a:t> Cette forme de maltraitance peut être tout aussi préjudiciable que la maltraitance active, car elle impacte le bien-être et la qualité de vie de la personne</a:t>
            </a:r>
          </a:p>
        </p:txBody>
      </p:sp>
    </p:spTree>
    <p:extLst>
      <p:ext uri="{BB962C8B-B14F-4D97-AF65-F5344CB8AC3E}">
        <p14:creationId xmlns:p14="http://schemas.microsoft.com/office/powerpoint/2010/main" val="19626393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F7F99AE-60FE-4ED2-B7FF-02678BED8825}"/>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kern="1200">
                <a:solidFill>
                  <a:schemeClr val="tx1"/>
                </a:solidFill>
                <a:latin typeface="+mj-lt"/>
                <a:ea typeface="+mj-ea"/>
                <a:cs typeface="+mj-cs"/>
              </a:rPr>
              <a:t>Différences principales</a:t>
            </a:r>
          </a:p>
        </p:txBody>
      </p:sp>
      <p:sp>
        <p:nvSpPr>
          <p:cNvPr id="1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Espace réservé du contenu 3">
            <a:extLst>
              <a:ext uri="{FF2B5EF4-FFF2-40B4-BE49-F238E27FC236}">
                <a16:creationId xmlns:a16="http://schemas.microsoft.com/office/drawing/2014/main" id="{0EADCA02-83F7-9C1D-DD00-137F5CD00A08}"/>
              </a:ext>
            </a:extLst>
          </p:cNvPr>
          <p:cNvGraphicFramePr>
            <a:graphicFrameLocks noGrp="1"/>
          </p:cNvGraphicFramePr>
          <p:nvPr>
            <p:ph idx="1"/>
            <p:extLst>
              <p:ext uri="{D42A27DB-BD31-4B8C-83A1-F6EECF244321}">
                <p14:modId xmlns:p14="http://schemas.microsoft.com/office/powerpoint/2010/main" val="842230575"/>
              </p:ext>
            </p:extLst>
          </p:nvPr>
        </p:nvGraphicFramePr>
        <p:xfrm>
          <a:off x="1008499" y="2633472"/>
          <a:ext cx="10171955" cy="3586355"/>
        </p:xfrm>
        <a:graphic>
          <a:graphicData uri="http://schemas.openxmlformats.org/drawingml/2006/table">
            <a:tbl>
              <a:tblPr>
                <a:solidFill>
                  <a:schemeClr val="tx1">
                    <a:lumMod val="65000"/>
                    <a:lumOff val="35000"/>
                  </a:schemeClr>
                </a:solidFill>
              </a:tblPr>
              <a:tblGrid>
                <a:gridCol w="1875953">
                  <a:extLst>
                    <a:ext uri="{9D8B030D-6E8A-4147-A177-3AD203B41FA5}">
                      <a16:colId xmlns:a16="http://schemas.microsoft.com/office/drawing/2014/main" val="6995520"/>
                    </a:ext>
                  </a:extLst>
                </a:gridCol>
                <a:gridCol w="4421785">
                  <a:extLst>
                    <a:ext uri="{9D8B030D-6E8A-4147-A177-3AD203B41FA5}">
                      <a16:colId xmlns:a16="http://schemas.microsoft.com/office/drawing/2014/main" val="3088009793"/>
                    </a:ext>
                  </a:extLst>
                </a:gridCol>
                <a:gridCol w="3874217">
                  <a:extLst>
                    <a:ext uri="{9D8B030D-6E8A-4147-A177-3AD203B41FA5}">
                      <a16:colId xmlns:a16="http://schemas.microsoft.com/office/drawing/2014/main" val="2754717417"/>
                    </a:ext>
                  </a:extLst>
                </a:gridCol>
              </a:tblGrid>
              <a:tr h="623516">
                <a:tc>
                  <a:txBody>
                    <a:bodyPr/>
                    <a:lstStyle/>
                    <a:p>
                      <a:r>
                        <a:rPr lang="fr-FR" sz="2400" b="1" cap="none" spc="0">
                          <a:solidFill>
                            <a:schemeClr val="bg1"/>
                          </a:solidFill>
                        </a:rPr>
                        <a:t>Aspect</a:t>
                      </a:r>
                      <a:endParaRPr lang="fr-FR" sz="2400" cap="none" spc="0">
                        <a:solidFill>
                          <a:schemeClr val="bg1"/>
                        </a:solidFill>
                      </a:endParaRPr>
                    </a:p>
                  </a:txBody>
                  <a:tcPr marL="136536" marR="136536" marT="68268" marB="136536"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r>
                        <a:rPr lang="fr-FR" sz="2400" b="1" cap="none" spc="0">
                          <a:solidFill>
                            <a:schemeClr val="bg1"/>
                          </a:solidFill>
                        </a:rPr>
                        <a:t>Maltraitance active</a:t>
                      </a:r>
                      <a:endParaRPr lang="fr-FR" sz="2400" cap="none" spc="0">
                        <a:solidFill>
                          <a:schemeClr val="bg1"/>
                        </a:solidFill>
                      </a:endParaRPr>
                    </a:p>
                  </a:txBody>
                  <a:tcPr marL="136536" marR="136536" marT="68268" marB="136536"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r>
                        <a:rPr lang="fr-FR" sz="2400" b="1" cap="none" spc="0">
                          <a:solidFill>
                            <a:schemeClr val="bg1"/>
                          </a:solidFill>
                        </a:rPr>
                        <a:t>Maltraitance passive</a:t>
                      </a:r>
                      <a:endParaRPr lang="fr-FR" sz="2400" cap="none" spc="0">
                        <a:solidFill>
                          <a:schemeClr val="bg1"/>
                        </a:solidFill>
                      </a:endParaRPr>
                    </a:p>
                  </a:txBody>
                  <a:tcPr marL="136536" marR="136536" marT="68268" marB="136536"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extLst>
                  <a:ext uri="{0D108BD9-81ED-4DB2-BD59-A6C34878D82A}">
                    <a16:rowId xmlns:a16="http://schemas.microsoft.com/office/drawing/2014/main" val="2241136186"/>
                  </a:ext>
                </a:extLst>
              </a:tr>
              <a:tr h="987613">
                <a:tc>
                  <a:txBody>
                    <a:bodyPr/>
                    <a:lstStyle/>
                    <a:p>
                      <a:r>
                        <a:rPr lang="fr-FR" sz="2400" b="1" cap="none" spc="0">
                          <a:solidFill>
                            <a:schemeClr val="bg1"/>
                          </a:solidFill>
                        </a:rPr>
                        <a:t>Intention</a:t>
                      </a:r>
                      <a:endParaRPr lang="fr-FR" sz="2400" cap="none" spc="0">
                        <a:solidFill>
                          <a:schemeClr val="bg1"/>
                        </a:solidFill>
                      </a:endParaRPr>
                    </a:p>
                  </a:txBody>
                  <a:tcPr marL="136536" marR="136536" marT="68268" marB="136536"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r>
                        <a:rPr lang="fr-FR" sz="2400" cap="none" spc="0" dirty="0">
                          <a:solidFill>
                            <a:schemeClr val="bg1"/>
                          </a:solidFill>
                        </a:rPr>
                        <a:t>Actes délibérés et volontaires</a:t>
                      </a:r>
                    </a:p>
                  </a:txBody>
                  <a:tcPr marL="136536" marR="136536" marT="68268" marB="136536"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r>
                        <a:rPr lang="fr-FR" sz="2400" cap="none" spc="0" dirty="0">
                          <a:solidFill>
                            <a:schemeClr val="bg1"/>
                          </a:solidFill>
                        </a:rPr>
                        <a:t>Négligence ou omissions involontaires</a:t>
                      </a:r>
                    </a:p>
                  </a:txBody>
                  <a:tcPr marL="136536" marR="136536" marT="68268" marB="136536"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extLst>
                  <a:ext uri="{0D108BD9-81ED-4DB2-BD59-A6C34878D82A}">
                    <a16:rowId xmlns:a16="http://schemas.microsoft.com/office/drawing/2014/main" val="575617090"/>
                  </a:ext>
                </a:extLst>
              </a:tr>
              <a:tr h="987613">
                <a:tc>
                  <a:txBody>
                    <a:bodyPr/>
                    <a:lstStyle/>
                    <a:p>
                      <a:r>
                        <a:rPr lang="fr-FR" sz="2400" b="1" cap="none" spc="0">
                          <a:solidFill>
                            <a:schemeClr val="bg1"/>
                          </a:solidFill>
                        </a:rPr>
                        <a:t>Origine</a:t>
                      </a:r>
                      <a:endParaRPr lang="fr-FR" sz="2400" cap="none" spc="0">
                        <a:solidFill>
                          <a:schemeClr val="bg1"/>
                        </a:solidFill>
                      </a:endParaRPr>
                    </a:p>
                  </a:txBody>
                  <a:tcPr marL="136536" marR="136536" marT="68268" marB="136536"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r>
                        <a:rPr lang="fr-FR" sz="2400" cap="none" spc="0">
                          <a:solidFill>
                            <a:schemeClr val="bg1"/>
                          </a:solidFill>
                        </a:rPr>
                        <a:t>Violences physiques ou psychologiques</a:t>
                      </a:r>
                    </a:p>
                  </a:txBody>
                  <a:tcPr marL="136536" marR="136536" marT="68268" marB="136536"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r>
                        <a:rPr lang="fr-FR" sz="2400" cap="none" spc="0">
                          <a:solidFill>
                            <a:schemeClr val="bg1"/>
                          </a:solidFill>
                        </a:rPr>
                        <a:t>Manque d'attention ou de formation</a:t>
                      </a:r>
                    </a:p>
                  </a:txBody>
                  <a:tcPr marL="136536" marR="136536" marT="68268" marB="136536"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extLst>
                  <a:ext uri="{0D108BD9-81ED-4DB2-BD59-A6C34878D82A}">
                    <a16:rowId xmlns:a16="http://schemas.microsoft.com/office/drawing/2014/main" val="3051352970"/>
                  </a:ext>
                </a:extLst>
              </a:tr>
              <a:tr h="987613">
                <a:tc>
                  <a:txBody>
                    <a:bodyPr/>
                    <a:lstStyle/>
                    <a:p>
                      <a:r>
                        <a:rPr lang="fr-FR" sz="2400" b="1" cap="none" spc="0">
                          <a:solidFill>
                            <a:schemeClr val="bg1"/>
                          </a:solidFill>
                        </a:rPr>
                        <a:t>Exemples</a:t>
                      </a:r>
                      <a:endParaRPr lang="fr-FR" sz="2400" cap="none" spc="0">
                        <a:solidFill>
                          <a:schemeClr val="bg1"/>
                        </a:solidFill>
                      </a:endParaRPr>
                    </a:p>
                  </a:txBody>
                  <a:tcPr marL="136536" marR="136536" marT="68268" marB="136536"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r>
                        <a:rPr lang="fr-FR" sz="2400" cap="none" spc="0" dirty="0">
                          <a:solidFill>
                            <a:schemeClr val="bg1"/>
                          </a:solidFill>
                        </a:rPr>
                        <a:t>Harcèlement, absence d’échange</a:t>
                      </a:r>
                    </a:p>
                  </a:txBody>
                  <a:tcPr marL="136536" marR="136536" marT="68268" marB="136536"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r>
                        <a:rPr lang="fr-FR" sz="2400" cap="none" spc="0" dirty="0">
                          <a:solidFill>
                            <a:schemeClr val="bg1"/>
                          </a:solidFill>
                        </a:rPr>
                        <a:t>Oubli de soins, privation involontaire</a:t>
                      </a:r>
                    </a:p>
                  </a:txBody>
                  <a:tcPr marL="136536" marR="136536" marT="68268" marB="136536"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extLst>
                  <a:ext uri="{0D108BD9-81ED-4DB2-BD59-A6C34878D82A}">
                    <a16:rowId xmlns:a16="http://schemas.microsoft.com/office/drawing/2014/main" val="3829073476"/>
                  </a:ext>
                </a:extLst>
              </a:tr>
            </a:tbl>
          </a:graphicData>
        </a:graphic>
      </p:graphicFrame>
    </p:spTree>
    <p:extLst>
      <p:ext uri="{BB962C8B-B14F-4D97-AF65-F5344CB8AC3E}">
        <p14:creationId xmlns:p14="http://schemas.microsoft.com/office/powerpoint/2010/main" val="37903378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93EB34B6-5227-A1E8-DA43-1F4EBB519B8C}"/>
              </a:ext>
            </a:extLst>
          </p:cNvPr>
          <p:cNvSpPr>
            <a:spLocks noGrp="1"/>
          </p:cNvSpPr>
          <p:nvPr>
            <p:ph type="title"/>
          </p:nvPr>
        </p:nvSpPr>
        <p:spPr>
          <a:xfrm>
            <a:off x="1383564" y="348865"/>
            <a:ext cx="9718111" cy="1576446"/>
          </a:xfrm>
        </p:spPr>
        <p:txBody>
          <a:bodyPr anchor="ctr">
            <a:normAutofit/>
          </a:bodyPr>
          <a:lstStyle/>
          <a:p>
            <a:r>
              <a:rPr lang="fr-FR" sz="4000" b="1" dirty="0">
                <a:solidFill>
                  <a:srgbClr val="FFFFFF"/>
                </a:solidFill>
              </a:rPr>
              <a:t>Prévention et sensibilisation</a:t>
            </a:r>
            <a:br>
              <a:rPr lang="fr-FR" sz="4000" b="1" dirty="0">
                <a:solidFill>
                  <a:srgbClr val="FFFFFF"/>
                </a:solidFill>
              </a:rPr>
            </a:br>
            <a:endParaRPr lang="fr-FR" sz="4000" dirty="0">
              <a:solidFill>
                <a:srgbClr val="FFFFFF"/>
              </a:solidFill>
            </a:endParaRPr>
          </a:p>
        </p:txBody>
      </p:sp>
      <p:graphicFrame>
        <p:nvGraphicFramePr>
          <p:cNvPr id="5" name="Espace réservé du contenu 2">
            <a:extLst>
              <a:ext uri="{FF2B5EF4-FFF2-40B4-BE49-F238E27FC236}">
                <a16:creationId xmlns:a16="http://schemas.microsoft.com/office/drawing/2014/main" id="{F5F14954-9AC5-55BF-809E-64686771EF66}"/>
              </a:ext>
            </a:extLst>
          </p:cNvPr>
          <p:cNvGraphicFramePr>
            <a:graphicFrameLocks noGrp="1"/>
          </p:cNvGraphicFramePr>
          <p:nvPr>
            <p:ph idx="1"/>
            <p:extLst>
              <p:ext uri="{D42A27DB-BD31-4B8C-83A1-F6EECF244321}">
                <p14:modId xmlns:p14="http://schemas.microsoft.com/office/powerpoint/2010/main" val="221727210"/>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45150003"/>
      </p:ext>
    </p:extLst>
  </p:cSld>
  <p:clrMapOvr>
    <a:masterClrMapping/>
  </p:clrMapOvr>
  <p:extLst>
    <p:ext uri="{6950BFC3-D8DA-4A85-94F7-54DA5524770B}">
      <p188:commentRel xmlns:p188="http://schemas.microsoft.com/office/powerpoint/2018/8/main" r:id="rId2"/>
    </p:ext>
  </p:extLst>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D966860-548A-9188-839D-FC5F0141B247}"/>
              </a:ext>
            </a:extLst>
          </p:cNvPr>
          <p:cNvSpPr>
            <a:spLocks noGrp="1"/>
          </p:cNvSpPr>
          <p:nvPr>
            <p:ph type="title"/>
          </p:nvPr>
        </p:nvSpPr>
        <p:spPr>
          <a:xfrm>
            <a:off x="640080" y="325369"/>
            <a:ext cx="4368602" cy="1956841"/>
          </a:xfrm>
        </p:spPr>
        <p:txBody>
          <a:bodyPr anchor="b">
            <a:normAutofit/>
          </a:bodyPr>
          <a:lstStyle/>
          <a:p>
            <a:r>
              <a:rPr lang="fr-FR" sz="2600" b="1" kern="100">
                <a:effectLst/>
                <a:latin typeface="Calibri" panose="020F0502020204030204" pitchFamily="34" charset="0"/>
                <a:ea typeface="Calibri" panose="020F0502020204030204" pitchFamily="34" charset="0"/>
                <a:cs typeface="Times New Roman" panose="02020603050405020304" pitchFamily="18" charset="0"/>
              </a:rPr>
              <a:t>Mettre en œuvre une pratique réflexive pour se positionner dans la bientraitance</a:t>
            </a:r>
            <a:br>
              <a:rPr lang="fr-FR" sz="2600" kern="100">
                <a:effectLst/>
                <a:latin typeface="Calibri" panose="020F0502020204030204" pitchFamily="34" charset="0"/>
                <a:ea typeface="Calibri" panose="020F0502020204030204" pitchFamily="34" charset="0"/>
                <a:cs typeface="Times New Roman" panose="02020603050405020304" pitchFamily="18" charset="0"/>
              </a:rPr>
            </a:br>
            <a:endParaRPr lang="fr-FR" sz="2600"/>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4BEDB4D1-DA0F-563A-EF17-E17D43C2291F}"/>
              </a:ext>
            </a:extLst>
          </p:cNvPr>
          <p:cNvSpPr>
            <a:spLocks noGrp="1"/>
          </p:cNvSpPr>
          <p:nvPr>
            <p:ph idx="1"/>
          </p:nvPr>
        </p:nvSpPr>
        <p:spPr>
          <a:xfrm>
            <a:off x="640080" y="2872899"/>
            <a:ext cx="4243589" cy="3320668"/>
          </a:xfrm>
        </p:spPr>
        <p:txBody>
          <a:bodyPr>
            <a:normAutofit/>
          </a:bodyPr>
          <a:lstStyle/>
          <a:p>
            <a:pPr marL="0" indent="0">
              <a:buNone/>
            </a:pPr>
            <a:r>
              <a:rPr lang="fr-FR" sz="2200" b="1" dirty="0"/>
              <a:t>1. Introduction : Pourquoi une pratique réflexive ?</a:t>
            </a:r>
          </a:p>
          <a:p>
            <a:pPr>
              <a:buFont typeface="Arial" panose="020B0604020202020204" pitchFamily="34" charset="0"/>
              <a:buChar char="•"/>
            </a:pPr>
            <a:r>
              <a:rPr lang="fr-FR" sz="2200" dirty="0"/>
              <a:t>Comprendre ses actions et leur impact.</a:t>
            </a:r>
          </a:p>
          <a:p>
            <a:pPr>
              <a:buFont typeface="Arial" panose="020B0604020202020204" pitchFamily="34" charset="0"/>
              <a:buChar char="•"/>
            </a:pPr>
            <a:r>
              <a:rPr lang="fr-FR" sz="2200" dirty="0"/>
              <a:t>Eviter les automatismes, favoriser l’adaptation.</a:t>
            </a:r>
          </a:p>
          <a:p>
            <a:endParaRPr lang="fr-FR" sz="2200" dirty="0"/>
          </a:p>
        </p:txBody>
      </p:sp>
      <p:pic>
        <p:nvPicPr>
          <p:cNvPr id="5" name="Picture 4" descr="Une main avec des cordes rouges">
            <a:extLst>
              <a:ext uri="{FF2B5EF4-FFF2-40B4-BE49-F238E27FC236}">
                <a16:creationId xmlns:a16="http://schemas.microsoft.com/office/drawing/2014/main" id="{7039C91A-7AC0-2B98-901B-6A313A0AA365}"/>
              </a:ext>
            </a:extLst>
          </p:cNvPr>
          <p:cNvPicPr>
            <a:picLocks noChangeAspect="1"/>
          </p:cNvPicPr>
          <p:nvPr/>
        </p:nvPicPr>
        <p:blipFill>
          <a:blip r:embed="rId3"/>
          <a:srcRect l="17355" r="15791" b="-3"/>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439405056"/>
      </p:ext>
    </p:extLst>
  </p:cSld>
  <p:clrMapOvr>
    <a:masterClrMapping/>
  </p:clrMapOvr>
  <p:extLst>
    <p:ext uri="{6950BFC3-D8DA-4A85-94F7-54DA5524770B}">
      <p188:commentRel xmlns:p188="http://schemas.microsoft.com/office/powerpoint/2018/8/main" r:id="rId2"/>
    </p:ext>
  </p:extLst>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3185479-223E-8B77-364D-B6C5EDAD384E}"/>
              </a:ext>
            </a:extLst>
          </p:cNvPr>
          <p:cNvSpPr>
            <a:spLocks noGrp="1"/>
          </p:cNvSpPr>
          <p:nvPr>
            <p:ph type="title"/>
          </p:nvPr>
        </p:nvSpPr>
        <p:spPr>
          <a:xfrm>
            <a:off x="640080" y="325369"/>
            <a:ext cx="4368602" cy="1956841"/>
          </a:xfrm>
        </p:spPr>
        <p:txBody>
          <a:bodyPr anchor="b">
            <a:normAutofit/>
          </a:bodyPr>
          <a:lstStyle/>
          <a:p>
            <a:r>
              <a:rPr lang="fr-FR" sz="5400"/>
              <a:t>2. Les axes de la réflexion</a:t>
            </a:r>
          </a:p>
        </p:txBody>
      </p:sp>
      <p:sp>
        <p:nvSpPr>
          <p:cNvPr id="12"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19F5EED6-93FD-AFAC-5BE8-1B1E0D02413F}"/>
              </a:ext>
            </a:extLst>
          </p:cNvPr>
          <p:cNvSpPr>
            <a:spLocks noGrp="1" noChangeArrowheads="1"/>
          </p:cNvSpPr>
          <p:nvPr>
            <p:ph idx="1"/>
          </p:nvPr>
        </p:nvSpPr>
        <p:spPr bwMode="auto">
          <a:xfrm>
            <a:off x="640080" y="2872899"/>
            <a:ext cx="4243589" cy="332066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None/>
              <a:tabLst/>
            </a:pPr>
            <a:r>
              <a:rPr kumimoji="0" lang="fr-FR" altLang="fr-FR" sz="1500" b="1" i="0" u="none" strike="noStrike" cap="none" normalizeH="0" baseline="0" dirty="0">
                <a:ln>
                  <a:noFill/>
                </a:ln>
                <a:effectLst/>
                <a:latin typeface="Arial"/>
                <a:cs typeface="Arial"/>
              </a:rPr>
              <a:t>L’analyse de chaque situation dans son contexte et sa singularité</a:t>
            </a:r>
            <a:endParaRPr lang="fr-FR" altLang="fr-FR" sz="1500" b="0" i="0" u="none" strike="noStrike" cap="none" normalizeH="0" baseline="0" dirty="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sz="1500" b="0" i="0" u="none" strike="noStrike" cap="none" normalizeH="0" baseline="0" dirty="0">
                <a:ln>
                  <a:noFill/>
                </a:ln>
                <a:effectLst/>
                <a:latin typeface="Arial"/>
                <a:cs typeface="Arial"/>
              </a:rPr>
              <a:t>Considérer les spécificités des individus : culture, besoins, histoire personnelle.</a:t>
            </a:r>
            <a:endParaRPr lang="fr-FR" altLang="fr-FR" sz="1500" b="0" i="0" u="none" strike="noStrike" cap="none" normalizeH="0" baseline="0" dirty="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sz="1500" b="0" i="0" u="none" strike="noStrike" cap="none" normalizeH="0" baseline="0" dirty="0">
                <a:ln>
                  <a:noFill/>
                </a:ln>
                <a:effectLst/>
                <a:latin typeface="Arial"/>
                <a:cs typeface="Arial"/>
              </a:rPr>
              <a:t>Exemples de cas illustrant l'importance du contexte (avec étude de cas si possible).</a:t>
            </a:r>
            <a:endParaRPr lang="fr-FR" altLang="fr-FR" sz="1500" b="0" i="0" u="none" strike="noStrike" cap="none" normalizeH="0" baseline="0" dirty="0">
              <a:ln>
                <a:noFill/>
              </a:ln>
              <a:effectLst/>
              <a:latin typeface="Arial"/>
              <a:cs typeface="Arial"/>
            </a:endParaRPr>
          </a:p>
          <a:p>
            <a:pPr marL="0" indent="0" eaLnBrk="0" fontAlgn="base" hangingPunct="0">
              <a:spcBef>
                <a:spcPct val="0"/>
              </a:spcBef>
              <a:spcAft>
                <a:spcPts val="600"/>
              </a:spcAft>
              <a:buFontTx/>
              <a:buNone/>
            </a:pPr>
            <a:endParaRPr lang="fr-FR" altLang="fr-FR" sz="1500" b="1" dirty="0">
              <a:latin typeface="Arial"/>
              <a:cs typeface="Arial"/>
            </a:endParaRPr>
          </a:p>
          <a:p>
            <a:pPr marL="0" marR="0" lvl="0" indent="0" defTabSz="914400">
              <a:spcBef>
                <a:spcPct val="0"/>
              </a:spcBef>
              <a:spcAft>
                <a:spcPts val="600"/>
              </a:spcAft>
              <a:buClrTx/>
              <a:buSzTx/>
              <a:buFontTx/>
              <a:buNone/>
              <a:tabLst/>
            </a:pPr>
            <a:r>
              <a:rPr kumimoji="0" lang="fr-FR" altLang="fr-FR" sz="1500" b="1" i="0" u="none" strike="noStrike" cap="none" normalizeH="0" baseline="0" dirty="0">
                <a:ln>
                  <a:noFill/>
                </a:ln>
                <a:effectLst/>
                <a:latin typeface="Arial"/>
                <a:cs typeface="Arial"/>
              </a:rPr>
              <a:t>Le positionnement professionnel adapté</a:t>
            </a:r>
            <a:endParaRPr lang="fr-FR" altLang="fr-FR" sz="1500" b="0" i="0" u="none" strike="noStrike" cap="none" normalizeH="0" baseline="0" dirty="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sz="1500" b="0" i="0" u="none" strike="noStrike" cap="none" normalizeH="0" baseline="0" dirty="0">
                <a:ln>
                  <a:noFill/>
                </a:ln>
                <a:effectLst/>
                <a:latin typeface="Arial"/>
                <a:cs typeface="Arial"/>
              </a:rPr>
              <a:t>Rôles et responsabilités dans une posture bientraitante.</a:t>
            </a:r>
            <a:endParaRPr lang="fr-FR" altLang="fr-FR" sz="1500" b="0" i="0" u="none" strike="noStrike" cap="none" normalizeH="0" baseline="0" dirty="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sz="1500" b="0" i="0" u="none" strike="noStrike" cap="none" normalizeH="0" baseline="0" dirty="0">
                <a:ln>
                  <a:noFill/>
                </a:ln>
                <a:effectLst/>
                <a:latin typeface="Arial"/>
                <a:cs typeface="Arial"/>
              </a:rPr>
              <a:t>L'équilibre entre autorité, bienveillance et neutralité.</a:t>
            </a:r>
            <a:endParaRPr lang="fr-FR" altLang="fr-FR" sz="1500" b="0" i="0" u="none" strike="noStrike" cap="none" normalizeH="0" baseline="0" dirty="0">
              <a:ln>
                <a:noFill/>
              </a:ln>
              <a:effectLst/>
              <a:latin typeface="Arial"/>
              <a:cs typeface="Arial"/>
            </a:endParaRPr>
          </a:p>
          <a:p>
            <a:pPr marL="0" marR="0" lvl="0" indent="0" defTabSz="914400" rtl="0" eaLnBrk="0" fontAlgn="base" latinLnBrk="0" hangingPunct="0">
              <a:spcBef>
                <a:spcPct val="0"/>
              </a:spcBef>
              <a:spcAft>
                <a:spcPts val="600"/>
              </a:spcAft>
              <a:buClrTx/>
              <a:buSzTx/>
              <a:buFontTx/>
              <a:buNone/>
              <a:tabLst/>
            </a:pPr>
            <a:endParaRPr kumimoji="0" lang="fr-FR" altLang="fr-FR" sz="1500" b="0" i="0" u="none" strike="noStrike" cap="none" normalizeH="0" baseline="0" dirty="0">
              <a:ln>
                <a:noFill/>
              </a:ln>
              <a:effectLst/>
              <a:latin typeface="Arial" panose="020B0604020202020204" pitchFamily="34" charset="0"/>
            </a:endParaRPr>
          </a:p>
        </p:txBody>
      </p:sp>
      <p:pic>
        <p:nvPicPr>
          <p:cNvPr id="6" name="Picture 5" descr="Graphique">
            <a:extLst>
              <a:ext uri="{FF2B5EF4-FFF2-40B4-BE49-F238E27FC236}">
                <a16:creationId xmlns:a16="http://schemas.microsoft.com/office/drawing/2014/main" id="{70ACDB24-7299-40A2-50D0-E8C13D98605B}"/>
              </a:ext>
            </a:extLst>
          </p:cNvPr>
          <p:cNvPicPr>
            <a:picLocks noChangeAspect="1"/>
          </p:cNvPicPr>
          <p:nvPr/>
        </p:nvPicPr>
        <p:blipFill>
          <a:blip r:embed="rId2"/>
          <a:srcRect l="17400" r="19913" b="4"/>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9745876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6A54CC7F-3C81-F905-5E7F-90DFE3D96352}"/>
              </a:ext>
            </a:extLst>
          </p:cNvPr>
          <p:cNvSpPr>
            <a:spLocks noGrp="1"/>
          </p:cNvSpPr>
          <p:nvPr>
            <p:ph type="title"/>
          </p:nvPr>
        </p:nvSpPr>
        <p:spPr>
          <a:xfrm>
            <a:off x="640080" y="325369"/>
            <a:ext cx="4368602" cy="1956841"/>
          </a:xfrm>
        </p:spPr>
        <p:txBody>
          <a:bodyPr anchor="b">
            <a:normAutofit/>
          </a:bodyPr>
          <a:lstStyle/>
          <a:p>
            <a:endParaRPr lang="fr-FR" sz="5400"/>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C011F9FD-C7EF-07AC-14CA-4F003BF868B1}"/>
              </a:ext>
            </a:extLst>
          </p:cNvPr>
          <p:cNvSpPr>
            <a:spLocks noGrp="1"/>
          </p:cNvSpPr>
          <p:nvPr>
            <p:ph idx="1"/>
          </p:nvPr>
        </p:nvSpPr>
        <p:spPr>
          <a:xfrm>
            <a:off x="640080" y="2872899"/>
            <a:ext cx="4243589" cy="3320668"/>
          </a:xfrm>
        </p:spPr>
        <p:txBody>
          <a:bodyPr>
            <a:normAutofit/>
          </a:bodyPr>
          <a:lstStyle/>
          <a:p>
            <a:r>
              <a:rPr lang="fr-FR" sz="2000" b="1" dirty="0"/>
              <a:t>Le cadre de l’analyse des pratiques</a:t>
            </a:r>
            <a:endParaRPr lang="fr-FR" sz="2000" dirty="0"/>
          </a:p>
          <a:p>
            <a:pPr>
              <a:buFont typeface="Arial" panose="020B0604020202020204" pitchFamily="34" charset="0"/>
              <a:buChar char="•"/>
            </a:pPr>
            <a:r>
              <a:rPr lang="fr-FR" sz="2000" dirty="0"/>
              <a:t>Références aux outils comme les recommandations de la HAS (Haute Autorité de Santé) et de la SFGG (Société Française de Gériatrie et Gérontologie).</a:t>
            </a:r>
          </a:p>
          <a:p>
            <a:pPr>
              <a:buFont typeface="Arial" panose="020B0604020202020204" pitchFamily="34" charset="0"/>
              <a:buChar char="•"/>
            </a:pPr>
            <a:r>
              <a:rPr lang="fr-FR" sz="2000" dirty="0"/>
              <a:t>Présentation de modèles d’analyse de pratiques (par exemple, les cercles de réflexion).</a:t>
            </a:r>
          </a:p>
          <a:p>
            <a:endParaRPr lang="fr-FR" sz="2000" dirty="0"/>
          </a:p>
        </p:txBody>
      </p:sp>
      <p:pic>
        <p:nvPicPr>
          <p:cNvPr id="5" name="Picture 4" descr="Dessins sur du papier en couleur">
            <a:extLst>
              <a:ext uri="{FF2B5EF4-FFF2-40B4-BE49-F238E27FC236}">
                <a16:creationId xmlns:a16="http://schemas.microsoft.com/office/drawing/2014/main" id="{BF339E7A-12B6-46BF-A31C-CFAA3B0A519B}"/>
              </a:ext>
            </a:extLst>
          </p:cNvPr>
          <p:cNvPicPr>
            <a:picLocks noChangeAspect="1"/>
          </p:cNvPicPr>
          <p:nvPr/>
        </p:nvPicPr>
        <p:blipFill>
          <a:blip r:embed="rId2"/>
          <a:srcRect l="3581" r="29565" b="-3"/>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1603488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E63F5-F45E-EE52-FEB7-21F202BD1CB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90A519A-5985-80DA-AD99-B028A554CD38}"/>
              </a:ext>
            </a:extLst>
          </p:cNvPr>
          <p:cNvSpPr>
            <a:spLocks noGrp="1"/>
          </p:cNvSpPr>
          <p:nvPr>
            <p:ph type="title"/>
          </p:nvPr>
        </p:nvSpPr>
        <p:spPr>
          <a:xfrm>
            <a:off x="841248" y="256032"/>
            <a:ext cx="10506456" cy="1014984"/>
          </a:xfrm>
        </p:spPr>
        <p:txBody>
          <a:bodyPr anchor="b">
            <a:normAutofit/>
          </a:bodyPr>
          <a:lstStyle/>
          <a:p>
            <a:r>
              <a:rPr lang="fr-FR" sz="3200" b="1" dirty="0"/>
              <a:t>3. Méthodes pour mettre en œuvre une pratique réflexive</a:t>
            </a:r>
            <a:br>
              <a:rPr lang="fr-FR" sz="3100" b="1" dirty="0"/>
            </a:br>
            <a:endParaRPr lang="fr-FR" sz="3100" dirty="0"/>
          </a:p>
        </p:txBody>
      </p:sp>
      <p:graphicFrame>
        <p:nvGraphicFramePr>
          <p:cNvPr id="5" name="Espace réservé du contenu 2">
            <a:extLst>
              <a:ext uri="{FF2B5EF4-FFF2-40B4-BE49-F238E27FC236}">
                <a16:creationId xmlns:a16="http://schemas.microsoft.com/office/drawing/2014/main" id="{CDBB3367-E766-4EA5-BA99-7E95EB557067}"/>
              </a:ext>
            </a:extLst>
          </p:cNvPr>
          <p:cNvGraphicFramePr>
            <a:graphicFrameLocks noGrp="1"/>
          </p:cNvGraphicFramePr>
          <p:nvPr>
            <p:ph idx="1"/>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596512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A2AC76B-8AD5-CB9B-0081-977BD925F0C3}"/>
              </a:ext>
            </a:extLst>
          </p:cNvPr>
          <p:cNvSpPr>
            <a:spLocks noGrp="1"/>
          </p:cNvSpPr>
          <p:nvPr>
            <p:ph type="title"/>
          </p:nvPr>
        </p:nvSpPr>
        <p:spPr>
          <a:xfrm>
            <a:off x="640080" y="325369"/>
            <a:ext cx="4368602" cy="1956841"/>
          </a:xfrm>
        </p:spPr>
        <p:txBody>
          <a:bodyPr anchor="b">
            <a:normAutofit/>
          </a:bodyPr>
          <a:lstStyle/>
          <a:p>
            <a:r>
              <a:rPr lang="fr-FR" sz="3000" b="1" kern="100" dirty="0">
                <a:effectLst/>
                <a:latin typeface="Calibri" panose="020F0502020204030204" pitchFamily="34" charset="0"/>
                <a:ea typeface="Calibri" panose="020F0502020204030204" pitchFamily="34" charset="0"/>
                <a:cs typeface="Times New Roman" panose="02020603050405020304" pitchFamily="18" charset="0"/>
              </a:rPr>
              <a:t>L’analyse de chaque situation dans son contexte et sa singularité.</a:t>
            </a:r>
            <a:br>
              <a:rPr lang="fr-FR" sz="3000" kern="100" dirty="0">
                <a:effectLst/>
                <a:latin typeface="Calibri" panose="020F0502020204030204" pitchFamily="34" charset="0"/>
                <a:ea typeface="Calibri" panose="020F0502020204030204" pitchFamily="34" charset="0"/>
                <a:cs typeface="Times New Roman" panose="02020603050405020304" pitchFamily="18" charset="0"/>
              </a:rPr>
            </a:br>
            <a:endParaRPr lang="fr-FR" sz="3000" dirty="0"/>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06918FB8-F526-4A66-B64A-727AFBDD9F81}"/>
              </a:ext>
            </a:extLst>
          </p:cNvPr>
          <p:cNvSpPr>
            <a:spLocks noGrp="1"/>
          </p:cNvSpPr>
          <p:nvPr>
            <p:ph idx="1"/>
          </p:nvPr>
        </p:nvSpPr>
        <p:spPr>
          <a:xfrm>
            <a:off x="640080" y="2872899"/>
            <a:ext cx="4243589" cy="3320668"/>
          </a:xfrm>
        </p:spPr>
        <p:txBody>
          <a:bodyPr vert="horz" lIns="91440" tIns="45720" rIns="91440" bIns="45720" rtlCol="0">
            <a:normAutofit/>
          </a:bodyPr>
          <a:lstStyle/>
          <a:p>
            <a:pPr marL="0" indent="0">
              <a:buNone/>
            </a:pPr>
            <a:r>
              <a:rPr lang="fr-FR" sz="2000" b="1"/>
              <a:t>1. Introduction : Pourquoi analyser chaque situation ?</a:t>
            </a:r>
            <a:endParaRPr lang="fr-FR" sz="2000"/>
          </a:p>
          <a:p>
            <a:pPr>
              <a:buFont typeface="Arial" panose="020B0604020202020204" pitchFamily="34" charset="0"/>
              <a:buChar char="•"/>
            </a:pPr>
            <a:r>
              <a:rPr lang="fr-FR" sz="2000"/>
              <a:t>La bientraitance repose sur une réponse adaptée aux besoins spécifiques de chaque individu.</a:t>
            </a:r>
          </a:p>
          <a:p>
            <a:pPr>
              <a:buFont typeface="Arial" panose="020B0604020202020204" pitchFamily="34" charset="0"/>
              <a:buChar char="•"/>
            </a:pPr>
            <a:r>
              <a:rPr lang="fr-FR" sz="2000"/>
              <a:t>Chaque personne est unique : son histoire, ses attentes, son environnement et son état influencent sa perception des soins ou de l'accompagnement.</a:t>
            </a:r>
          </a:p>
          <a:p>
            <a:endParaRPr lang="fr-FR" sz="2000"/>
          </a:p>
        </p:txBody>
      </p:sp>
      <p:pic>
        <p:nvPicPr>
          <p:cNvPr id="5" name="Picture 4" descr="Un livre ouvert">
            <a:extLst>
              <a:ext uri="{FF2B5EF4-FFF2-40B4-BE49-F238E27FC236}">
                <a16:creationId xmlns:a16="http://schemas.microsoft.com/office/drawing/2014/main" id="{09C3940D-758A-C783-884C-8D4B2F6A74B1}"/>
              </a:ext>
            </a:extLst>
          </p:cNvPr>
          <p:cNvPicPr>
            <a:picLocks noChangeAspect="1"/>
          </p:cNvPicPr>
          <p:nvPr/>
        </p:nvPicPr>
        <p:blipFill>
          <a:blip r:embed="rId2"/>
          <a:srcRect l="15510" r="17542" b="4"/>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2689326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332A01D-5393-A1FA-5EB9-4A2F55DBE9F5}"/>
              </a:ext>
            </a:extLst>
          </p:cNvPr>
          <p:cNvSpPr>
            <a:spLocks noGrp="1"/>
          </p:cNvSpPr>
          <p:nvPr>
            <p:ph type="title"/>
          </p:nvPr>
        </p:nvSpPr>
        <p:spPr>
          <a:xfrm>
            <a:off x="1043631" y="809898"/>
            <a:ext cx="10173010" cy="1554480"/>
          </a:xfrm>
        </p:spPr>
        <p:txBody>
          <a:bodyPr anchor="ctr">
            <a:normAutofit/>
          </a:bodyPr>
          <a:lstStyle/>
          <a:p>
            <a:r>
              <a:rPr lang="fr-FR" sz="4800"/>
              <a:t>2. Les dimensions à prendre en compte dans l’analyse</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Espace réservé du contenu 2">
            <a:extLst>
              <a:ext uri="{FF2B5EF4-FFF2-40B4-BE49-F238E27FC236}">
                <a16:creationId xmlns:a16="http://schemas.microsoft.com/office/drawing/2014/main" id="{218EE81E-33B6-0E1B-B170-5CFDB37A4633}"/>
              </a:ext>
            </a:extLst>
          </p:cNvPr>
          <p:cNvGraphicFramePr>
            <a:graphicFrameLocks noGrp="1"/>
          </p:cNvGraphicFramePr>
          <p:nvPr>
            <p:ph idx="1"/>
            <p:extLst>
              <p:ext uri="{D42A27DB-BD31-4B8C-83A1-F6EECF244321}">
                <p14:modId xmlns:p14="http://schemas.microsoft.com/office/powerpoint/2010/main" val="3068856725"/>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928830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10174BB-B1B3-9731-E94E-EFF01B863DF4}"/>
              </a:ext>
            </a:extLst>
          </p:cNvPr>
          <p:cNvSpPr>
            <a:spLocks noGrp="1"/>
          </p:cNvSpPr>
          <p:nvPr>
            <p:ph type="title"/>
          </p:nvPr>
        </p:nvSpPr>
        <p:spPr>
          <a:xfrm>
            <a:off x="838200" y="365125"/>
            <a:ext cx="10515600" cy="1325563"/>
          </a:xfrm>
        </p:spPr>
        <p:txBody>
          <a:bodyPr>
            <a:normAutofit/>
          </a:bodyPr>
          <a:lstStyle/>
          <a:p>
            <a:r>
              <a:rPr lang="fr-FR" sz="4200" b="1"/>
              <a:t>Le contexte individuel</a:t>
            </a:r>
            <a:br>
              <a:rPr lang="fr-FR" sz="4200"/>
            </a:br>
            <a:endParaRPr lang="fr-FR" sz="4200"/>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Espace réservé du contenu 2">
            <a:extLst>
              <a:ext uri="{FF2B5EF4-FFF2-40B4-BE49-F238E27FC236}">
                <a16:creationId xmlns:a16="http://schemas.microsoft.com/office/drawing/2014/main" id="{0F1590A0-D009-4201-C53F-EDA1DDEE9994}"/>
              </a:ext>
            </a:extLst>
          </p:cNvPr>
          <p:cNvGraphicFramePr>
            <a:graphicFrameLocks noGrp="1"/>
          </p:cNvGraphicFramePr>
          <p:nvPr>
            <p:ph idx="1"/>
            <p:extLst>
              <p:ext uri="{D42A27DB-BD31-4B8C-83A1-F6EECF244321}">
                <p14:modId xmlns:p14="http://schemas.microsoft.com/office/powerpoint/2010/main" val="1638802613"/>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534304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850792B1-EB3E-0525-362D-ACACC8727738}"/>
              </a:ext>
            </a:extLst>
          </p:cNvPr>
          <p:cNvSpPr>
            <a:spLocks noGrp="1"/>
          </p:cNvSpPr>
          <p:nvPr>
            <p:ph type="title"/>
          </p:nvPr>
        </p:nvSpPr>
        <p:spPr>
          <a:xfrm>
            <a:off x="838200" y="365125"/>
            <a:ext cx="10515600" cy="1325563"/>
          </a:xfrm>
        </p:spPr>
        <p:txBody>
          <a:bodyPr>
            <a:normAutofit/>
          </a:bodyPr>
          <a:lstStyle/>
          <a:p>
            <a:r>
              <a:rPr lang="fr-FR" sz="4200" b="1"/>
              <a:t>Le contexte environnemental</a:t>
            </a:r>
            <a:br>
              <a:rPr lang="fr-FR" sz="4200"/>
            </a:br>
            <a:endParaRPr lang="fr-FR" sz="4200"/>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Espace réservé du contenu 2">
            <a:extLst>
              <a:ext uri="{FF2B5EF4-FFF2-40B4-BE49-F238E27FC236}">
                <a16:creationId xmlns:a16="http://schemas.microsoft.com/office/drawing/2014/main" id="{22DB25A4-EF15-4302-8E53-BC08E6D86E0D}"/>
              </a:ext>
            </a:extLst>
          </p:cNvPr>
          <p:cNvGraphicFramePr>
            <a:graphicFrameLocks noGrp="1"/>
          </p:cNvGraphicFramePr>
          <p:nvPr>
            <p:ph idx="1"/>
            <p:extLst>
              <p:ext uri="{D42A27DB-BD31-4B8C-83A1-F6EECF244321}">
                <p14:modId xmlns:p14="http://schemas.microsoft.com/office/powerpoint/2010/main" val="2450614074"/>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778278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F3E58D9-D9E5-4415-A8A9-0F52062AC7F7}"/>
              </a:ext>
            </a:extLst>
          </p:cNvPr>
          <p:cNvSpPr>
            <a:spLocks noGrp="1"/>
          </p:cNvSpPr>
          <p:nvPr>
            <p:ph type="title"/>
          </p:nvPr>
        </p:nvSpPr>
        <p:spPr>
          <a:xfrm>
            <a:off x="838200" y="365125"/>
            <a:ext cx="10515600" cy="1325563"/>
          </a:xfrm>
        </p:spPr>
        <p:txBody>
          <a:bodyPr>
            <a:normAutofit/>
          </a:bodyPr>
          <a:lstStyle/>
          <a:p>
            <a:r>
              <a:rPr lang="fr-FR" sz="4200" b="1"/>
              <a:t>Les contraintes externes</a:t>
            </a:r>
            <a:br>
              <a:rPr lang="fr-FR" sz="4200"/>
            </a:br>
            <a:endParaRPr lang="fr-FR" sz="4200"/>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Espace réservé du contenu 2">
            <a:extLst>
              <a:ext uri="{FF2B5EF4-FFF2-40B4-BE49-F238E27FC236}">
                <a16:creationId xmlns:a16="http://schemas.microsoft.com/office/drawing/2014/main" id="{062F85EA-6CBE-3E5D-F99A-3552869FEEC5}"/>
              </a:ext>
            </a:extLst>
          </p:cNvPr>
          <p:cNvGraphicFramePr>
            <a:graphicFrameLocks noGrp="1"/>
          </p:cNvGraphicFramePr>
          <p:nvPr>
            <p:ph idx="1"/>
            <p:extLst>
              <p:ext uri="{D42A27DB-BD31-4B8C-83A1-F6EECF244321}">
                <p14:modId xmlns:p14="http://schemas.microsoft.com/office/powerpoint/2010/main" val="620425245"/>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596034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D11FD0E-2D27-4A5A-949D-222E61ECB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1BC8109F-B452-45EE-8BB3-65433C039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re 1">
            <a:extLst>
              <a:ext uri="{FF2B5EF4-FFF2-40B4-BE49-F238E27FC236}">
                <a16:creationId xmlns:a16="http://schemas.microsoft.com/office/drawing/2014/main" id="{45406C3A-78AB-76B9-7C18-414B5874DDB7}"/>
              </a:ext>
            </a:extLst>
          </p:cNvPr>
          <p:cNvSpPr>
            <a:spLocks noGrp="1"/>
          </p:cNvSpPr>
          <p:nvPr>
            <p:ph type="title"/>
          </p:nvPr>
        </p:nvSpPr>
        <p:spPr>
          <a:xfrm>
            <a:off x="749808" y="279400"/>
            <a:ext cx="10603993" cy="1892300"/>
          </a:xfrm>
        </p:spPr>
        <p:txBody>
          <a:bodyPr>
            <a:normAutofit/>
          </a:bodyPr>
          <a:lstStyle/>
          <a:p>
            <a:r>
              <a:rPr lang="fr-FR" sz="4100" dirty="0"/>
              <a:t>3. Méthodologie pour une analyse approfondie</a:t>
            </a:r>
          </a:p>
        </p:txBody>
      </p:sp>
      <p:graphicFrame>
        <p:nvGraphicFramePr>
          <p:cNvPr id="5" name="Espace réservé du contenu 2">
            <a:extLst>
              <a:ext uri="{FF2B5EF4-FFF2-40B4-BE49-F238E27FC236}">
                <a16:creationId xmlns:a16="http://schemas.microsoft.com/office/drawing/2014/main" id="{304B7A35-11FC-6A2B-0116-B7FF82428D09}"/>
              </a:ext>
            </a:extLst>
          </p:cNvPr>
          <p:cNvGraphicFramePr>
            <a:graphicFrameLocks noGrp="1"/>
          </p:cNvGraphicFramePr>
          <p:nvPr>
            <p:ph idx="1"/>
            <p:extLst>
              <p:ext uri="{D42A27DB-BD31-4B8C-83A1-F6EECF244321}">
                <p14:modId xmlns:p14="http://schemas.microsoft.com/office/powerpoint/2010/main" val="2410314703"/>
              </p:ext>
            </p:extLst>
          </p:nvPr>
        </p:nvGraphicFramePr>
        <p:xfrm>
          <a:off x="838200" y="2028825"/>
          <a:ext cx="10515600" cy="41481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247856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4B387338-AB9A-971E-8A19-DAB18A72066E}"/>
              </a:ext>
            </a:extLst>
          </p:cNvPr>
          <p:cNvSpPr>
            <a:spLocks noGrp="1"/>
          </p:cNvSpPr>
          <p:nvPr>
            <p:ph type="title"/>
          </p:nvPr>
        </p:nvSpPr>
        <p:spPr>
          <a:xfrm>
            <a:off x="1371597" y="348865"/>
            <a:ext cx="10044023" cy="877729"/>
          </a:xfrm>
        </p:spPr>
        <p:txBody>
          <a:bodyPr anchor="ctr">
            <a:normAutofit/>
          </a:bodyPr>
          <a:lstStyle/>
          <a:p>
            <a:r>
              <a:rPr lang="fr-FR" sz="2800" b="1">
                <a:solidFill>
                  <a:srgbClr val="FFFFFF"/>
                </a:solidFill>
              </a:rPr>
              <a:t>Observer sans juger</a:t>
            </a:r>
            <a:br>
              <a:rPr lang="fr-FR" sz="2800">
                <a:solidFill>
                  <a:srgbClr val="FFFFFF"/>
                </a:solidFill>
              </a:rPr>
            </a:br>
            <a:endParaRPr lang="fr-FR" sz="2800">
              <a:solidFill>
                <a:srgbClr val="FFFFFF"/>
              </a:solidFill>
            </a:endParaRPr>
          </a:p>
        </p:txBody>
      </p:sp>
      <p:graphicFrame>
        <p:nvGraphicFramePr>
          <p:cNvPr id="5" name="Espace réservé du contenu 2">
            <a:extLst>
              <a:ext uri="{FF2B5EF4-FFF2-40B4-BE49-F238E27FC236}">
                <a16:creationId xmlns:a16="http://schemas.microsoft.com/office/drawing/2014/main" id="{A5E153D0-1A67-BC6C-B56E-1D1AD9F7892D}"/>
              </a:ext>
            </a:extLst>
          </p:cNvPr>
          <p:cNvGraphicFramePr>
            <a:graphicFrameLocks noGrp="1"/>
          </p:cNvGraphicFramePr>
          <p:nvPr>
            <p:ph idx="1"/>
            <p:extLst>
              <p:ext uri="{D42A27DB-BD31-4B8C-83A1-F6EECF244321}">
                <p14:modId xmlns:p14="http://schemas.microsoft.com/office/powerpoint/2010/main" val="2893159773"/>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555377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7A918ADC-7E8D-225B-54CD-E8B093CDB912}"/>
              </a:ext>
            </a:extLst>
          </p:cNvPr>
          <p:cNvSpPr>
            <a:spLocks noGrp="1"/>
          </p:cNvSpPr>
          <p:nvPr>
            <p:ph type="title"/>
          </p:nvPr>
        </p:nvSpPr>
        <p:spPr>
          <a:xfrm>
            <a:off x="1371597" y="348865"/>
            <a:ext cx="10044023" cy="877729"/>
          </a:xfrm>
        </p:spPr>
        <p:txBody>
          <a:bodyPr anchor="ctr">
            <a:normAutofit/>
          </a:bodyPr>
          <a:lstStyle/>
          <a:p>
            <a:r>
              <a:rPr lang="fr-FR" sz="2800" b="1">
                <a:solidFill>
                  <a:srgbClr val="FFFFFF"/>
                </a:solidFill>
              </a:rPr>
              <a:t>Poser les bonnes questions</a:t>
            </a:r>
            <a:br>
              <a:rPr lang="fr-FR" sz="2800">
                <a:solidFill>
                  <a:srgbClr val="FFFFFF"/>
                </a:solidFill>
              </a:rPr>
            </a:br>
            <a:endParaRPr lang="fr-FR" sz="2800">
              <a:solidFill>
                <a:srgbClr val="FFFFFF"/>
              </a:solidFill>
            </a:endParaRPr>
          </a:p>
        </p:txBody>
      </p:sp>
      <p:graphicFrame>
        <p:nvGraphicFramePr>
          <p:cNvPr id="5" name="Espace réservé du contenu 2">
            <a:extLst>
              <a:ext uri="{FF2B5EF4-FFF2-40B4-BE49-F238E27FC236}">
                <a16:creationId xmlns:a16="http://schemas.microsoft.com/office/drawing/2014/main" id="{2BE6FF2C-416A-1776-9BE4-557A9A6B1D31}"/>
              </a:ext>
            </a:extLst>
          </p:cNvPr>
          <p:cNvGraphicFramePr>
            <a:graphicFrameLocks noGrp="1"/>
          </p:cNvGraphicFramePr>
          <p:nvPr>
            <p:ph idx="1"/>
            <p:extLst>
              <p:ext uri="{D42A27DB-BD31-4B8C-83A1-F6EECF244321}">
                <p14:modId xmlns:p14="http://schemas.microsoft.com/office/powerpoint/2010/main" val="2167263606"/>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803302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9D0E2F03-DA09-E8F1-915A-D0A3E5D6F5FA}"/>
              </a:ext>
            </a:extLst>
          </p:cNvPr>
          <p:cNvSpPr>
            <a:spLocks noGrp="1"/>
          </p:cNvSpPr>
          <p:nvPr>
            <p:ph type="title"/>
          </p:nvPr>
        </p:nvSpPr>
        <p:spPr>
          <a:xfrm>
            <a:off x="1371597" y="348865"/>
            <a:ext cx="10044023" cy="877729"/>
          </a:xfrm>
        </p:spPr>
        <p:txBody>
          <a:bodyPr anchor="ctr">
            <a:normAutofit/>
          </a:bodyPr>
          <a:lstStyle/>
          <a:p>
            <a:r>
              <a:rPr lang="fr-FR" sz="2800" b="1">
                <a:solidFill>
                  <a:srgbClr val="FFFFFF"/>
                </a:solidFill>
              </a:rPr>
              <a:t>Croiser les regards</a:t>
            </a:r>
            <a:br>
              <a:rPr lang="fr-FR" sz="2800">
                <a:solidFill>
                  <a:srgbClr val="FFFFFF"/>
                </a:solidFill>
              </a:rPr>
            </a:br>
            <a:endParaRPr lang="fr-FR" sz="2800">
              <a:solidFill>
                <a:srgbClr val="FFFFFF"/>
              </a:solidFill>
            </a:endParaRPr>
          </a:p>
        </p:txBody>
      </p:sp>
      <p:graphicFrame>
        <p:nvGraphicFramePr>
          <p:cNvPr id="5" name="Espace réservé du contenu 2">
            <a:extLst>
              <a:ext uri="{FF2B5EF4-FFF2-40B4-BE49-F238E27FC236}">
                <a16:creationId xmlns:a16="http://schemas.microsoft.com/office/drawing/2014/main" id="{7F907450-209F-2DB0-2478-27CBE76ACF2B}"/>
              </a:ext>
            </a:extLst>
          </p:cNvPr>
          <p:cNvGraphicFramePr>
            <a:graphicFrameLocks noGrp="1"/>
          </p:cNvGraphicFramePr>
          <p:nvPr>
            <p:ph idx="1"/>
            <p:extLst>
              <p:ext uri="{D42A27DB-BD31-4B8C-83A1-F6EECF244321}">
                <p14:modId xmlns:p14="http://schemas.microsoft.com/office/powerpoint/2010/main" val="2617583458"/>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391547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C458B3-2580-5536-93FB-8AF04747F7AD}"/>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91BBB9E-CAFA-56C7-CB45-E0361A158E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32A945A-5023-C64A-DA67-F71FD9851F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29E2742-9170-5B86-7991-A3D1D0213F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12D4A1-7710-407E-EA0F-3326EC4B2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52750F80-CB7D-55AB-5E1A-643885EEA26C}"/>
              </a:ext>
            </a:extLst>
          </p:cNvPr>
          <p:cNvSpPr>
            <a:spLocks noGrp="1"/>
          </p:cNvSpPr>
          <p:nvPr>
            <p:ph type="title"/>
          </p:nvPr>
        </p:nvSpPr>
        <p:spPr>
          <a:xfrm>
            <a:off x="1371597" y="348865"/>
            <a:ext cx="10044023" cy="877729"/>
          </a:xfrm>
        </p:spPr>
        <p:txBody>
          <a:bodyPr anchor="ctr">
            <a:normAutofit/>
          </a:bodyPr>
          <a:lstStyle/>
          <a:p>
            <a:r>
              <a:rPr lang="fr-FR" sz="2800" b="1" dirty="0">
                <a:solidFill>
                  <a:srgbClr val="FFFFFF"/>
                </a:solidFill>
              </a:rPr>
              <a:t>4. Exemples et cas pratiques</a:t>
            </a:r>
            <a:br>
              <a:rPr lang="fr-FR" sz="2800" b="1" dirty="0"/>
            </a:br>
            <a:endParaRPr lang="fr-FR" sz="2800" dirty="0">
              <a:solidFill>
                <a:srgbClr val="FFFFFF"/>
              </a:solidFill>
            </a:endParaRPr>
          </a:p>
        </p:txBody>
      </p:sp>
      <p:graphicFrame>
        <p:nvGraphicFramePr>
          <p:cNvPr id="5" name="Espace réservé du contenu 2">
            <a:extLst>
              <a:ext uri="{FF2B5EF4-FFF2-40B4-BE49-F238E27FC236}">
                <a16:creationId xmlns:a16="http://schemas.microsoft.com/office/drawing/2014/main" id="{41E93DB6-E8EB-786E-FA35-2739572BDF96}"/>
              </a:ext>
            </a:extLst>
          </p:cNvPr>
          <p:cNvGraphicFramePr>
            <a:graphicFrameLocks noGrp="1"/>
          </p:cNvGraphicFramePr>
          <p:nvPr>
            <p:ph idx="1"/>
            <p:extLst>
              <p:ext uri="{D42A27DB-BD31-4B8C-83A1-F6EECF244321}">
                <p14:modId xmlns:p14="http://schemas.microsoft.com/office/powerpoint/2010/main" val="3676420813"/>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706856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5B855AAB-DBAB-4CC9-A45C-60FB44B19D37}"/>
              </a:ext>
            </a:extLst>
          </p:cNvPr>
          <p:cNvSpPr>
            <a:spLocks noGrp="1"/>
          </p:cNvSpPr>
          <p:nvPr>
            <p:ph type="title"/>
          </p:nvPr>
        </p:nvSpPr>
        <p:spPr>
          <a:xfrm>
            <a:off x="1371597" y="348865"/>
            <a:ext cx="10044023" cy="877729"/>
          </a:xfrm>
        </p:spPr>
        <p:txBody>
          <a:bodyPr anchor="ctr">
            <a:normAutofit fontScale="90000"/>
          </a:bodyPr>
          <a:lstStyle/>
          <a:p>
            <a:r>
              <a:rPr lang="fr-FR" sz="2700" b="1" dirty="0">
                <a:solidFill>
                  <a:srgbClr val="00B050"/>
                </a:solidFill>
              </a:rPr>
              <a:t>Cas pratique 1 :</a:t>
            </a:r>
            <a:r>
              <a:rPr lang="fr-FR" sz="2700" dirty="0">
                <a:solidFill>
                  <a:srgbClr val="00B050"/>
                </a:solidFill>
              </a:rPr>
              <a:t> Une personne âgée refusant de manger.</a:t>
            </a:r>
            <a:br>
              <a:rPr lang="fr-FR" sz="1600" dirty="0"/>
            </a:br>
            <a:br>
              <a:rPr lang="fr-FR" sz="2800" b="1" dirty="0"/>
            </a:br>
            <a:endParaRPr lang="fr-FR" sz="2800" dirty="0">
              <a:solidFill>
                <a:srgbClr val="FFFFFF"/>
              </a:solidFill>
            </a:endParaRPr>
          </a:p>
        </p:txBody>
      </p:sp>
      <p:sp>
        <p:nvSpPr>
          <p:cNvPr id="8" name="Espace réservé du contenu 7">
            <a:extLst>
              <a:ext uri="{FF2B5EF4-FFF2-40B4-BE49-F238E27FC236}">
                <a16:creationId xmlns:a16="http://schemas.microsoft.com/office/drawing/2014/main" id="{C4567DDE-0FB9-DCF1-0DBF-65075FCBC7E9}"/>
              </a:ext>
            </a:extLst>
          </p:cNvPr>
          <p:cNvSpPr>
            <a:spLocks noGrp="1"/>
          </p:cNvSpPr>
          <p:nvPr>
            <p:ph idx="1"/>
          </p:nvPr>
        </p:nvSpPr>
        <p:spPr>
          <a:xfrm>
            <a:off x="461772" y="1728216"/>
            <a:ext cx="10776204" cy="5065775"/>
          </a:xfrm>
        </p:spPr>
        <p:txBody>
          <a:bodyPr numCol="2">
            <a:normAutofit fontScale="47500" lnSpcReduction="20000"/>
          </a:bodyPr>
          <a:lstStyle/>
          <a:p>
            <a:pPr marL="0" lvl="0" indent="0">
              <a:lnSpc>
                <a:spcPct val="120000"/>
              </a:lnSpc>
              <a:buNone/>
              <a:defRPr b="1"/>
            </a:pPr>
            <a:r>
              <a:rPr lang="fr-FR" b="1" dirty="0">
                <a:solidFill>
                  <a:srgbClr val="00B050"/>
                </a:solidFill>
              </a:rPr>
              <a:t>1. Comprendre la cause du refus</a:t>
            </a:r>
            <a:endParaRPr lang="fr-FR" dirty="0">
              <a:solidFill>
                <a:srgbClr val="00B050"/>
              </a:solidFill>
            </a:endParaRPr>
          </a:p>
          <a:p>
            <a:pPr lvl="0">
              <a:lnSpc>
                <a:spcPct val="120000"/>
              </a:lnSpc>
              <a:defRPr b="1"/>
            </a:pPr>
            <a:r>
              <a:rPr lang="fr-FR" dirty="0"/>
              <a:t>État de santé : Vérifie si elle a des douleurs (ex. problèmes dentaires, troubles digestifs, nausées).</a:t>
            </a:r>
            <a:br>
              <a:rPr lang="fr-FR" dirty="0"/>
            </a:br>
            <a:r>
              <a:rPr lang="fr-FR" dirty="0"/>
              <a:t>Fatigue ou manque d’appétit : L’âge peut diminuer la sensation de faim.</a:t>
            </a:r>
          </a:p>
          <a:p>
            <a:pPr lvl="0">
              <a:lnSpc>
                <a:spcPct val="120000"/>
              </a:lnSpc>
              <a:defRPr b="1"/>
            </a:pPr>
            <a:r>
              <a:rPr lang="fr-FR" dirty="0"/>
              <a:t>Difficulté à avaler (dysphagie) : Certains aliments peuvent être difficiles à avaler.</a:t>
            </a:r>
          </a:p>
          <a:p>
            <a:pPr lvl="0">
              <a:lnSpc>
                <a:spcPct val="120000"/>
              </a:lnSpc>
              <a:defRPr b="1"/>
            </a:pPr>
            <a:r>
              <a:rPr lang="fr-FR" dirty="0"/>
              <a:t>Facteurs psychologiques : Dépression, solitude ou anxiété peuvent réduire l’envie de manger.</a:t>
            </a:r>
          </a:p>
          <a:p>
            <a:pPr lvl="0">
              <a:lnSpc>
                <a:spcPct val="120000"/>
              </a:lnSpc>
              <a:defRPr b="1"/>
            </a:pPr>
            <a:r>
              <a:rPr lang="fr-FR" dirty="0"/>
              <a:t>Médicaments : Certains traitements altèrent le goût ou l’appétit.</a:t>
            </a:r>
          </a:p>
          <a:p>
            <a:pPr marL="0" lvl="0" indent="0">
              <a:lnSpc>
                <a:spcPct val="120000"/>
              </a:lnSpc>
              <a:buNone/>
              <a:defRPr b="1"/>
            </a:pPr>
            <a:r>
              <a:rPr lang="fr-FR" b="1" dirty="0">
                <a:solidFill>
                  <a:srgbClr val="00B050"/>
                </a:solidFill>
              </a:rPr>
              <a:t>2. Adapter l’approche et l’environnement</a:t>
            </a:r>
            <a:endParaRPr lang="fr-FR" dirty="0">
              <a:solidFill>
                <a:srgbClr val="00B050"/>
              </a:solidFill>
            </a:endParaRPr>
          </a:p>
          <a:p>
            <a:pPr lvl="0">
              <a:lnSpc>
                <a:spcPct val="120000"/>
              </a:lnSpc>
              <a:defRPr b="1"/>
            </a:pPr>
            <a:r>
              <a:rPr lang="fr-FR" b="1" dirty="0"/>
              <a:t>Créer une ambiance agréable</a:t>
            </a:r>
            <a:r>
              <a:rPr lang="fr-FR" dirty="0"/>
              <a:t> : </a:t>
            </a:r>
          </a:p>
          <a:p>
            <a:pPr lvl="0">
              <a:lnSpc>
                <a:spcPct val="120000"/>
              </a:lnSpc>
              <a:defRPr b="1"/>
            </a:pPr>
            <a:r>
              <a:rPr lang="fr-FR" b="1" dirty="0"/>
              <a:t>Partager le repas</a:t>
            </a:r>
            <a:r>
              <a:rPr lang="fr-FR" dirty="0"/>
              <a:t> : </a:t>
            </a:r>
          </a:p>
          <a:p>
            <a:pPr lvl="0">
              <a:lnSpc>
                <a:spcPct val="120000"/>
              </a:lnSpc>
              <a:defRPr b="1"/>
            </a:pPr>
            <a:r>
              <a:rPr lang="fr-FR" b="1" dirty="0"/>
              <a:t>Adapter les repas</a:t>
            </a:r>
            <a:r>
              <a:rPr lang="fr-FR" dirty="0"/>
              <a:t> :</a:t>
            </a:r>
          </a:p>
          <a:p>
            <a:pPr lvl="0">
              <a:lnSpc>
                <a:spcPct val="120000"/>
              </a:lnSpc>
              <a:defRPr b="1"/>
            </a:pPr>
            <a:r>
              <a:rPr lang="fr-FR" dirty="0"/>
              <a:t>Propose des repas en petites portions plus fréquentes.</a:t>
            </a:r>
          </a:p>
          <a:p>
            <a:pPr lvl="0">
              <a:lnSpc>
                <a:spcPct val="120000"/>
              </a:lnSpc>
              <a:defRPr b="1"/>
            </a:pPr>
            <a:r>
              <a:rPr lang="fr-FR" dirty="0"/>
              <a:t>Varie les textures (purées, compotes) si elle a du mal à mâcher ou avaler.</a:t>
            </a:r>
          </a:p>
          <a:p>
            <a:pPr lvl="0">
              <a:lnSpc>
                <a:spcPct val="120000"/>
              </a:lnSpc>
              <a:defRPr b="1"/>
            </a:pPr>
            <a:r>
              <a:rPr lang="fr-FR" dirty="0"/>
              <a:t>Ajoute des saveurs et des couleurs pour stimuler l’appétit.</a:t>
            </a:r>
          </a:p>
          <a:p>
            <a:pPr lvl="0">
              <a:lnSpc>
                <a:spcPct val="120000"/>
              </a:lnSpc>
              <a:defRPr b="1"/>
            </a:pPr>
            <a:r>
              <a:rPr lang="fr-FR" dirty="0"/>
              <a:t>Laisser la personne choisir son repas si possible.</a:t>
            </a:r>
          </a:p>
          <a:p>
            <a:pPr marL="0" lvl="0" indent="0">
              <a:lnSpc>
                <a:spcPct val="120000"/>
              </a:lnSpc>
              <a:buNone/>
              <a:defRPr b="1"/>
            </a:pPr>
            <a:r>
              <a:rPr lang="fr-FR" b="1" dirty="0">
                <a:solidFill>
                  <a:srgbClr val="00B050"/>
                </a:solidFill>
              </a:rPr>
              <a:t>3. Utiliser des astuces pour encourager l’alimentation</a:t>
            </a:r>
            <a:endParaRPr lang="fr-FR" dirty="0">
              <a:solidFill>
                <a:srgbClr val="00B050"/>
              </a:solidFill>
            </a:endParaRPr>
          </a:p>
          <a:p>
            <a:pPr lvl="0">
              <a:lnSpc>
                <a:spcPct val="120000"/>
              </a:lnSpc>
              <a:defRPr b="1"/>
            </a:pPr>
            <a:r>
              <a:rPr lang="fr-FR" dirty="0"/>
              <a:t>Ne pas forcer, mais encourager avec douceur.</a:t>
            </a:r>
          </a:p>
          <a:p>
            <a:pPr lvl="0">
              <a:lnSpc>
                <a:spcPct val="120000"/>
              </a:lnSpc>
              <a:defRPr b="1"/>
            </a:pPr>
            <a:r>
              <a:rPr lang="fr-FR" dirty="0"/>
              <a:t>Offrir des boissons nutritives (soupes, smoothies enrichis).</a:t>
            </a:r>
          </a:p>
          <a:p>
            <a:pPr lvl="0">
              <a:lnSpc>
                <a:spcPct val="120000"/>
              </a:lnSpc>
              <a:defRPr b="1"/>
            </a:pPr>
            <a:endParaRPr lang="fr-FR" dirty="0"/>
          </a:p>
          <a:p>
            <a:pPr marL="0" lvl="0" indent="0">
              <a:lnSpc>
                <a:spcPct val="120000"/>
              </a:lnSpc>
              <a:buNone/>
              <a:defRPr b="1"/>
            </a:pPr>
            <a:r>
              <a:rPr lang="fr-FR" dirty="0">
                <a:solidFill>
                  <a:srgbClr val="00B050"/>
                </a:solidFill>
              </a:rPr>
              <a:t>4. Faire intervenir d’autres professionnels si besoin</a:t>
            </a:r>
          </a:p>
          <a:p>
            <a:pPr lvl="0">
              <a:lnSpc>
                <a:spcPct val="120000"/>
              </a:lnSpc>
              <a:defRPr b="1"/>
            </a:pPr>
            <a:r>
              <a:rPr lang="fr-FR" dirty="0"/>
              <a:t>Si le refus persiste ou que la personne montre des signes de dénutrition (perte de poids, fatigue extrême), il est essentiel d’alerter d’autres professionnels :</a:t>
            </a:r>
          </a:p>
          <a:p>
            <a:pPr lvl="0">
              <a:lnSpc>
                <a:spcPct val="120000"/>
              </a:lnSpc>
              <a:defRPr b="1"/>
            </a:pPr>
            <a:r>
              <a:rPr lang="fr-FR" b="1" dirty="0"/>
              <a:t>Médecin traitant</a:t>
            </a:r>
            <a:r>
              <a:rPr lang="fr-FR" dirty="0"/>
              <a:t> : </a:t>
            </a:r>
          </a:p>
          <a:p>
            <a:pPr lvl="0">
              <a:lnSpc>
                <a:spcPct val="120000"/>
              </a:lnSpc>
              <a:defRPr b="1"/>
            </a:pPr>
            <a:r>
              <a:rPr lang="fr-FR" b="1" dirty="0"/>
              <a:t>Infirmier(ère)</a:t>
            </a:r>
            <a:r>
              <a:rPr lang="fr-FR" dirty="0"/>
              <a:t> : Si une surveillance médicale est nécessaire.</a:t>
            </a:r>
          </a:p>
          <a:p>
            <a:pPr lvl="0">
              <a:lnSpc>
                <a:spcPct val="120000"/>
              </a:lnSpc>
              <a:defRPr b="1"/>
            </a:pPr>
            <a:r>
              <a:rPr lang="fr-FR" b="1" dirty="0"/>
              <a:t>Famille ou tuteur légal</a:t>
            </a:r>
            <a:r>
              <a:rPr lang="fr-FR" dirty="0"/>
              <a:t> : Pour les informer et chercher du soutien.</a:t>
            </a:r>
            <a:endParaRPr lang="en-US" dirty="0"/>
          </a:p>
          <a:p>
            <a:endParaRPr lang="fr-FR" dirty="0"/>
          </a:p>
        </p:txBody>
      </p:sp>
    </p:spTree>
    <p:extLst>
      <p:ext uri="{BB962C8B-B14F-4D97-AF65-F5344CB8AC3E}">
        <p14:creationId xmlns:p14="http://schemas.microsoft.com/office/powerpoint/2010/main" val="14600490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215049-CB77-0210-B3C4-1ADB7F70764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D31F74A-C7F7-0BAD-98CE-67F202D26C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873CA4C-BF7C-D5F5-D9E0-F1E097F06D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9B273A4-A4CC-9A8F-19D9-0C8E6F3484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10E9369-1AC1-6D0B-7FAC-525F098C49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258EF16D-E381-E271-D59D-5E1D5544E76E}"/>
              </a:ext>
            </a:extLst>
          </p:cNvPr>
          <p:cNvSpPr>
            <a:spLocks noGrp="1"/>
          </p:cNvSpPr>
          <p:nvPr>
            <p:ph type="title"/>
          </p:nvPr>
        </p:nvSpPr>
        <p:spPr>
          <a:xfrm>
            <a:off x="1371597" y="348865"/>
            <a:ext cx="10044023" cy="877729"/>
          </a:xfrm>
        </p:spPr>
        <p:txBody>
          <a:bodyPr anchor="ctr">
            <a:normAutofit fontScale="90000"/>
          </a:bodyPr>
          <a:lstStyle/>
          <a:p>
            <a:r>
              <a:rPr lang="fr-FR" sz="2700" b="1" dirty="0">
                <a:solidFill>
                  <a:srgbClr val="00B050"/>
                </a:solidFill>
              </a:rPr>
              <a:t>Cas pratique 1 :</a:t>
            </a:r>
            <a:r>
              <a:rPr lang="fr-FR" sz="2700" dirty="0">
                <a:solidFill>
                  <a:srgbClr val="00B050"/>
                </a:solidFill>
              </a:rPr>
              <a:t> Une personne âgée refusant de manger.</a:t>
            </a:r>
            <a:br>
              <a:rPr lang="fr-FR" sz="1600" dirty="0"/>
            </a:br>
            <a:br>
              <a:rPr lang="fr-FR" sz="2800" b="1" dirty="0"/>
            </a:br>
            <a:endParaRPr lang="fr-FR" sz="2800" dirty="0">
              <a:solidFill>
                <a:srgbClr val="FFFFFF"/>
              </a:solidFill>
            </a:endParaRPr>
          </a:p>
        </p:txBody>
      </p:sp>
      <p:sp>
        <p:nvSpPr>
          <p:cNvPr id="8" name="Espace réservé du contenu 7">
            <a:extLst>
              <a:ext uri="{FF2B5EF4-FFF2-40B4-BE49-F238E27FC236}">
                <a16:creationId xmlns:a16="http://schemas.microsoft.com/office/drawing/2014/main" id="{E73B71F2-DEED-1B7A-874B-289EAA7BEDC9}"/>
              </a:ext>
            </a:extLst>
          </p:cNvPr>
          <p:cNvSpPr>
            <a:spLocks noGrp="1"/>
          </p:cNvSpPr>
          <p:nvPr>
            <p:ph idx="1"/>
          </p:nvPr>
        </p:nvSpPr>
        <p:spPr>
          <a:xfrm>
            <a:off x="461772" y="1728216"/>
            <a:ext cx="11516868" cy="5065775"/>
          </a:xfrm>
        </p:spPr>
        <p:txBody>
          <a:bodyPr numCol="2">
            <a:normAutofit fontScale="25000" lnSpcReduction="20000"/>
          </a:bodyPr>
          <a:lstStyle/>
          <a:p>
            <a:pPr marL="41275" marR="288290" indent="0">
              <a:lnSpc>
                <a:spcPct val="120000"/>
              </a:lnSpc>
              <a:buNone/>
            </a:pPr>
            <a:r>
              <a:rPr lang="fr-FR" sz="4400" b="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1. Comprendre la cause de l’agressivité</a:t>
            </a:r>
            <a:endParaRPr lang="fr-FR" sz="44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288290" lvl="0" indent="-342900">
              <a:lnSpc>
                <a:spcPct val="120000"/>
              </a:lnSpc>
              <a:buSzPts val="1000"/>
              <a:buFont typeface="Symbol" panose="05050102010706020507" pitchFamily="18" charset="2"/>
              <a:buChar char=""/>
              <a:tabLst>
                <a:tab pos="457200" algn="l"/>
              </a:tabLst>
            </a:pPr>
            <a:r>
              <a:rPr lang="fr-FR" sz="4400" b="1" dirty="0">
                <a:effectLst/>
                <a:latin typeface="Calibri" panose="020F0502020204030204" pitchFamily="34" charset="0"/>
                <a:ea typeface="Calibri" panose="020F0502020204030204" pitchFamily="34" charset="0"/>
                <a:cs typeface="Times New Roman" panose="02020603050405020304" pitchFamily="18" charset="0"/>
              </a:rPr>
              <a:t>Douleurs ou inconfort</a:t>
            </a:r>
            <a:r>
              <a:rPr lang="fr-FR" sz="4400" dirty="0">
                <a:effectLst/>
                <a:latin typeface="Calibri" panose="020F0502020204030204" pitchFamily="34" charset="0"/>
                <a:ea typeface="Calibri" panose="020F0502020204030204" pitchFamily="34" charset="0"/>
                <a:cs typeface="Times New Roman" panose="02020603050405020304" pitchFamily="18" charset="0"/>
              </a:rPr>
              <a:t> : Un problème de santé non exprimé</a:t>
            </a:r>
          </a:p>
          <a:p>
            <a:pPr marL="342900" marR="288290" lvl="0" indent="-342900">
              <a:lnSpc>
                <a:spcPct val="120000"/>
              </a:lnSpc>
              <a:buSzPts val="1000"/>
              <a:buFont typeface="Symbol" panose="05050102010706020507" pitchFamily="18" charset="2"/>
              <a:buChar char=""/>
              <a:tabLst>
                <a:tab pos="457200" algn="l"/>
              </a:tabLst>
            </a:pPr>
            <a:r>
              <a:rPr lang="fr-FR" sz="4400" b="1" dirty="0">
                <a:effectLst/>
                <a:latin typeface="Calibri" panose="020F0502020204030204" pitchFamily="34" charset="0"/>
                <a:ea typeface="Calibri" panose="020F0502020204030204" pitchFamily="34" charset="0"/>
                <a:cs typeface="Times New Roman" panose="02020603050405020304" pitchFamily="18" charset="0"/>
              </a:rPr>
              <a:t>Troubles neurologiques</a:t>
            </a:r>
            <a:r>
              <a:rPr lang="fr-FR" sz="4400" dirty="0">
                <a:effectLst/>
                <a:latin typeface="Calibri" panose="020F0502020204030204" pitchFamily="34" charset="0"/>
                <a:ea typeface="Calibri" panose="020F0502020204030204" pitchFamily="34" charset="0"/>
                <a:cs typeface="Times New Roman" panose="02020603050405020304" pitchFamily="18" charset="0"/>
              </a:rPr>
              <a:t> : La démence, la maladie d’Alzheimer ou d’autres troubles cognitifs </a:t>
            </a:r>
          </a:p>
          <a:p>
            <a:pPr marL="342900" marR="288290" lvl="0" indent="-342900">
              <a:lnSpc>
                <a:spcPct val="120000"/>
              </a:lnSpc>
              <a:buSzPts val="1000"/>
              <a:buFont typeface="Symbol" panose="05050102010706020507" pitchFamily="18" charset="2"/>
              <a:buChar char=""/>
              <a:tabLst>
                <a:tab pos="457200" algn="l"/>
              </a:tabLst>
            </a:pPr>
            <a:r>
              <a:rPr lang="fr-FR" sz="4400" b="1" dirty="0">
                <a:effectLst/>
                <a:latin typeface="Calibri" panose="020F0502020204030204" pitchFamily="34" charset="0"/>
                <a:ea typeface="Calibri" panose="020F0502020204030204" pitchFamily="34" charset="0"/>
                <a:cs typeface="Times New Roman" panose="02020603050405020304" pitchFamily="18" charset="0"/>
              </a:rPr>
              <a:t>Frustration ou anxiété</a:t>
            </a:r>
            <a:r>
              <a:rPr lang="fr-FR" sz="4400" dirty="0">
                <a:effectLst/>
                <a:latin typeface="Calibri" panose="020F0502020204030204" pitchFamily="34" charset="0"/>
                <a:ea typeface="Calibri" panose="020F0502020204030204" pitchFamily="34" charset="0"/>
                <a:cs typeface="Times New Roman" panose="02020603050405020304" pitchFamily="18" charset="0"/>
              </a:rPr>
              <a:t> : Une perte d’autonomie </a:t>
            </a:r>
          </a:p>
          <a:p>
            <a:pPr marL="342900" marR="288290" lvl="0" indent="-342900">
              <a:lnSpc>
                <a:spcPct val="120000"/>
              </a:lnSpc>
              <a:buSzPts val="1000"/>
              <a:buFont typeface="Symbol" panose="05050102010706020507" pitchFamily="18" charset="2"/>
              <a:buChar char=""/>
              <a:tabLst>
                <a:tab pos="457200" algn="l"/>
              </a:tabLst>
            </a:pPr>
            <a:r>
              <a:rPr lang="fr-FR" sz="4400" b="1" dirty="0">
                <a:effectLst/>
                <a:latin typeface="Calibri" panose="020F0502020204030204" pitchFamily="34" charset="0"/>
                <a:ea typeface="Calibri" panose="020F0502020204030204" pitchFamily="34" charset="0"/>
                <a:cs typeface="Times New Roman" panose="02020603050405020304" pitchFamily="18" charset="0"/>
              </a:rPr>
              <a:t>Médicaments</a:t>
            </a:r>
            <a:r>
              <a:rPr lang="fr-FR" sz="4400" dirty="0">
                <a:effectLst/>
                <a:latin typeface="Calibri" panose="020F0502020204030204" pitchFamily="34" charset="0"/>
                <a:ea typeface="Calibri" panose="020F0502020204030204" pitchFamily="34" charset="0"/>
                <a:cs typeface="Times New Roman" panose="02020603050405020304" pitchFamily="18" charset="0"/>
              </a:rPr>
              <a:t> : </a:t>
            </a:r>
          </a:p>
          <a:p>
            <a:pPr marL="342900" marR="288290" lvl="0" indent="-342900">
              <a:lnSpc>
                <a:spcPct val="120000"/>
              </a:lnSpc>
              <a:buSzPts val="1000"/>
              <a:buFont typeface="Symbol" panose="05050102010706020507" pitchFamily="18" charset="2"/>
              <a:buChar char=""/>
              <a:tabLst>
                <a:tab pos="457200" algn="l"/>
              </a:tabLst>
            </a:pPr>
            <a:r>
              <a:rPr lang="fr-FR" sz="4400" b="1" dirty="0">
                <a:effectLst/>
                <a:latin typeface="Calibri" panose="020F0502020204030204" pitchFamily="34" charset="0"/>
                <a:ea typeface="Calibri" panose="020F0502020204030204" pitchFamily="34" charset="0"/>
                <a:cs typeface="Times New Roman" panose="02020603050405020304" pitchFamily="18" charset="0"/>
              </a:rPr>
              <a:t>Environnement stressant</a:t>
            </a:r>
            <a:r>
              <a:rPr lang="fr-FR" sz="4400" dirty="0">
                <a:effectLst/>
                <a:latin typeface="Calibri" panose="020F0502020204030204" pitchFamily="34" charset="0"/>
                <a:ea typeface="Calibri" panose="020F0502020204030204" pitchFamily="34" charset="0"/>
                <a:cs typeface="Times New Roman" panose="02020603050405020304" pitchFamily="18" charset="0"/>
              </a:rPr>
              <a:t> : Trop de bruit, un changement d’habitude, ou une sensation de perte de contrôle</a:t>
            </a:r>
          </a:p>
          <a:p>
            <a:pPr marL="41275" marR="288290" indent="0">
              <a:lnSpc>
                <a:spcPct val="120000"/>
              </a:lnSpc>
              <a:buNone/>
            </a:pPr>
            <a:r>
              <a:rPr lang="fr-FR" sz="4400" b="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2. Adopter la bonne attitude</a:t>
            </a:r>
            <a:endParaRPr lang="fr-FR" sz="44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endParaRPr>
          </a:p>
          <a:p>
            <a:pPr marL="269875" marR="288290">
              <a:lnSpc>
                <a:spcPct val="120000"/>
              </a:lnSpc>
            </a:pPr>
            <a:r>
              <a:rPr lang="fr-FR" sz="4400" dirty="0">
                <a:effectLst/>
                <a:latin typeface="Segoe UI Emoji" panose="020B0502040204020203" pitchFamily="34" charset="0"/>
                <a:ea typeface="Calibri" panose="020F0502020204030204" pitchFamily="34" charset="0"/>
                <a:cs typeface="Segoe UI Emoji" panose="020B0502040204020203" pitchFamily="34" charset="0"/>
              </a:rPr>
              <a:t>✅</a:t>
            </a:r>
            <a:r>
              <a:rPr lang="fr-FR" sz="4400" dirty="0">
                <a:effectLst/>
                <a:latin typeface="Calibri" panose="020F0502020204030204" pitchFamily="34" charset="0"/>
                <a:ea typeface="Calibri" panose="020F0502020204030204" pitchFamily="34" charset="0"/>
                <a:cs typeface="Times New Roman" panose="02020603050405020304" pitchFamily="18" charset="0"/>
              </a:rPr>
              <a:t> </a:t>
            </a:r>
            <a:r>
              <a:rPr lang="fr-FR" sz="4400" b="1" dirty="0">
                <a:effectLst/>
                <a:latin typeface="Calibri" panose="020F0502020204030204" pitchFamily="34" charset="0"/>
                <a:ea typeface="Calibri" panose="020F0502020204030204" pitchFamily="34" charset="0"/>
                <a:cs typeface="Times New Roman" panose="02020603050405020304" pitchFamily="18" charset="0"/>
              </a:rPr>
              <a:t>Rester calme et patient(e)</a:t>
            </a:r>
            <a:r>
              <a:rPr lang="fr-FR" sz="4400" dirty="0">
                <a:effectLst/>
                <a:latin typeface="Calibri" panose="020F0502020204030204" pitchFamily="34" charset="0"/>
                <a:ea typeface="Calibri" panose="020F0502020204030204" pitchFamily="34" charset="0"/>
                <a:cs typeface="Times New Roman" panose="02020603050405020304" pitchFamily="18" charset="0"/>
              </a:rPr>
              <a:t> : Ne pas répondre à l’agressivité par de l’énervement, cela aggraverait la situation. </a:t>
            </a:r>
          </a:p>
          <a:p>
            <a:pPr marL="269875" marR="288290">
              <a:lnSpc>
                <a:spcPct val="120000"/>
              </a:lnSpc>
            </a:pPr>
            <a:r>
              <a:rPr lang="fr-FR" sz="4400" dirty="0">
                <a:effectLst/>
                <a:latin typeface="Segoe UI Emoji" panose="020B0502040204020203" pitchFamily="34" charset="0"/>
                <a:ea typeface="Calibri" panose="020F0502020204030204" pitchFamily="34" charset="0"/>
                <a:cs typeface="Segoe UI Emoji" panose="020B0502040204020203" pitchFamily="34" charset="0"/>
              </a:rPr>
              <a:t>✅</a:t>
            </a:r>
            <a:r>
              <a:rPr lang="fr-FR" sz="4400" dirty="0">
                <a:effectLst/>
                <a:latin typeface="Calibri" panose="020F0502020204030204" pitchFamily="34" charset="0"/>
                <a:ea typeface="Calibri" panose="020F0502020204030204" pitchFamily="34" charset="0"/>
                <a:cs typeface="Times New Roman" panose="02020603050405020304" pitchFamily="18" charset="0"/>
              </a:rPr>
              <a:t> </a:t>
            </a:r>
            <a:r>
              <a:rPr lang="fr-FR" sz="4400" b="1" dirty="0">
                <a:effectLst/>
                <a:latin typeface="Calibri" panose="020F0502020204030204" pitchFamily="34" charset="0"/>
                <a:ea typeface="Calibri" panose="020F0502020204030204" pitchFamily="34" charset="0"/>
                <a:cs typeface="Times New Roman" panose="02020603050405020304" pitchFamily="18" charset="0"/>
              </a:rPr>
              <a:t>Éviter la confrontation</a:t>
            </a:r>
            <a:r>
              <a:rPr lang="fr-FR" sz="4400" dirty="0">
                <a:effectLst/>
                <a:latin typeface="Calibri" panose="020F0502020204030204" pitchFamily="34" charset="0"/>
                <a:ea typeface="Calibri" panose="020F0502020204030204" pitchFamily="34" charset="0"/>
                <a:cs typeface="Times New Roman" panose="02020603050405020304" pitchFamily="18" charset="0"/>
              </a:rPr>
              <a:t> : Prends du recul si nécessaire et ne rentre pas dans un rapport de force. </a:t>
            </a:r>
          </a:p>
          <a:p>
            <a:pPr marL="269875" marR="288290">
              <a:lnSpc>
                <a:spcPct val="120000"/>
              </a:lnSpc>
            </a:pPr>
            <a:r>
              <a:rPr lang="fr-FR" sz="4400" dirty="0">
                <a:effectLst/>
                <a:latin typeface="Segoe UI Emoji" panose="020B0502040204020203" pitchFamily="34" charset="0"/>
                <a:ea typeface="Calibri" panose="020F0502020204030204" pitchFamily="34" charset="0"/>
                <a:cs typeface="Segoe UI Emoji" panose="020B0502040204020203" pitchFamily="34" charset="0"/>
              </a:rPr>
              <a:t>✅</a:t>
            </a:r>
            <a:r>
              <a:rPr lang="fr-FR" sz="4400" dirty="0">
                <a:effectLst/>
                <a:latin typeface="Calibri" panose="020F0502020204030204" pitchFamily="34" charset="0"/>
                <a:ea typeface="Calibri" panose="020F0502020204030204" pitchFamily="34" charset="0"/>
                <a:cs typeface="Times New Roman" panose="02020603050405020304" pitchFamily="18" charset="0"/>
              </a:rPr>
              <a:t> </a:t>
            </a:r>
            <a:r>
              <a:rPr lang="fr-FR" sz="4400" b="1" dirty="0">
                <a:effectLst/>
                <a:latin typeface="Calibri" panose="020F0502020204030204" pitchFamily="34" charset="0"/>
                <a:ea typeface="Calibri" panose="020F0502020204030204" pitchFamily="34" charset="0"/>
                <a:cs typeface="Times New Roman" panose="02020603050405020304" pitchFamily="18" charset="0"/>
              </a:rPr>
              <a:t>Parler doucement et rassurer</a:t>
            </a:r>
            <a:r>
              <a:rPr lang="fr-FR" sz="4400" dirty="0">
                <a:effectLst/>
                <a:latin typeface="Calibri" panose="020F0502020204030204" pitchFamily="34" charset="0"/>
                <a:ea typeface="Calibri" panose="020F0502020204030204" pitchFamily="34" charset="0"/>
                <a:cs typeface="Times New Roman" panose="02020603050405020304" pitchFamily="18" charset="0"/>
              </a:rPr>
              <a:t> : Utiliser un ton calme et apaisant. </a:t>
            </a:r>
          </a:p>
          <a:p>
            <a:pPr marL="269875" marR="288290">
              <a:lnSpc>
                <a:spcPct val="120000"/>
              </a:lnSpc>
            </a:pPr>
            <a:r>
              <a:rPr lang="fr-FR" sz="4400" dirty="0">
                <a:effectLst/>
                <a:latin typeface="Segoe UI Emoji" panose="020B0502040204020203" pitchFamily="34" charset="0"/>
                <a:ea typeface="Calibri" panose="020F0502020204030204" pitchFamily="34" charset="0"/>
                <a:cs typeface="Segoe UI Emoji" panose="020B0502040204020203" pitchFamily="34" charset="0"/>
              </a:rPr>
              <a:t>✅</a:t>
            </a:r>
            <a:r>
              <a:rPr lang="fr-FR" sz="4400" dirty="0">
                <a:effectLst/>
                <a:latin typeface="Calibri" panose="020F0502020204030204" pitchFamily="34" charset="0"/>
                <a:ea typeface="Calibri" panose="020F0502020204030204" pitchFamily="34" charset="0"/>
                <a:cs typeface="Times New Roman" panose="02020603050405020304" pitchFamily="18" charset="0"/>
              </a:rPr>
              <a:t> </a:t>
            </a:r>
            <a:r>
              <a:rPr lang="fr-FR" sz="4400" b="1" dirty="0">
                <a:effectLst/>
                <a:latin typeface="Calibri" panose="020F0502020204030204" pitchFamily="34" charset="0"/>
                <a:ea typeface="Calibri" panose="020F0502020204030204" pitchFamily="34" charset="0"/>
                <a:cs typeface="Times New Roman" panose="02020603050405020304" pitchFamily="18" charset="0"/>
              </a:rPr>
              <a:t>Ne pas prendre les insultes personnellement</a:t>
            </a:r>
            <a:r>
              <a:rPr lang="fr-FR" sz="4400" dirty="0">
                <a:effectLst/>
                <a:latin typeface="Calibri" panose="020F0502020204030204" pitchFamily="34" charset="0"/>
                <a:ea typeface="Calibri" panose="020F0502020204030204" pitchFamily="34" charset="0"/>
                <a:cs typeface="Times New Roman" panose="02020603050405020304" pitchFamily="18" charset="0"/>
              </a:rPr>
              <a:t> : Elles sont souvent dues à la situation et non à toi en tant que personne. </a:t>
            </a:r>
          </a:p>
          <a:p>
            <a:pPr marL="269875" marR="288290">
              <a:lnSpc>
                <a:spcPct val="120000"/>
              </a:lnSpc>
            </a:pPr>
            <a:r>
              <a:rPr lang="fr-FR" sz="4400" dirty="0">
                <a:effectLst/>
                <a:latin typeface="Segoe UI Emoji" panose="020B0502040204020203" pitchFamily="34" charset="0"/>
                <a:ea typeface="Calibri" panose="020F0502020204030204" pitchFamily="34" charset="0"/>
                <a:cs typeface="Segoe UI Emoji" panose="020B0502040204020203" pitchFamily="34" charset="0"/>
              </a:rPr>
              <a:t>✅</a:t>
            </a:r>
            <a:r>
              <a:rPr lang="fr-FR" sz="4400" dirty="0">
                <a:effectLst/>
                <a:latin typeface="Calibri" panose="020F0502020204030204" pitchFamily="34" charset="0"/>
                <a:ea typeface="Calibri" panose="020F0502020204030204" pitchFamily="34" charset="0"/>
                <a:cs typeface="Times New Roman" panose="02020603050405020304" pitchFamily="18" charset="0"/>
              </a:rPr>
              <a:t> </a:t>
            </a:r>
            <a:r>
              <a:rPr lang="fr-FR" sz="4400" b="1" dirty="0">
                <a:effectLst/>
                <a:latin typeface="Calibri" panose="020F0502020204030204" pitchFamily="34" charset="0"/>
                <a:ea typeface="Calibri" panose="020F0502020204030204" pitchFamily="34" charset="0"/>
                <a:cs typeface="Times New Roman" panose="02020603050405020304" pitchFamily="18" charset="0"/>
              </a:rPr>
              <a:t>Observer et identifier les déclencheurs</a:t>
            </a:r>
            <a:r>
              <a:rPr lang="fr-FR" sz="4400" dirty="0">
                <a:effectLst/>
                <a:latin typeface="Calibri" panose="020F0502020204030204" pitchFamily="34" charset="0"/>
                <a:ea typeface="Calibri" panose="020F0502020204030204" pitchFamily="34" charset="0"/>
                <a:cs typeface="Times New Roman" panose="02020603050405020304" pitchFamily="18" charset="0"/>
              </a:rPr>
              <a:t> : Noter quand et pourquoi l’agressivité se manifeste pour essayer d’anticiper les crises.</a:t>
            </a:r>
            <a:endParaRPr lang="fr-FR" sz="4400" dirty="0">
              <a:latin typeface="Calibri" panose="020F0502020204030204" pitchFamily="34" charset="0"/>
              <a:ea typeface="Calibri" panose="020F0502020204030204" pitchFamily="34" charset="0"/>
              <a:cs typeface="Times New Roman" panose="02020603050405020304" pitchFamily="18" charset="0"/>
            </a:endParaRPr>
          </a:p>
          <a:p>
            <a:pPr marL="41275" marR="288290" indent="0">
              <a:lnSpc>
                <a:spcPct val="120000"/>
              </a:lnSpc>
              <a:buNone/>
            </a:pPr>
            <a:endParaRPr lang="fr-FR" sz="4400" dirty="0">
              <a:latin typeface="Calibri" panose="020F0502020204030204" pitchFamily="34" charset="0"/>
              <a:ea typeface="Calibri" panose="020F0502020204030204" pitchFamily="34" charset="0"/>
              <a:cs typeface="Times New Roman" panose="02020603050405020304" pitchFamily="18" charset="0"/>
            </a:endParaRPr>
          </a:p>
          <a:p>
            <a:pPr marL="41275" marR="288290" indent="0">
              <a:lnSpc>
                <a:spcPct val="120000"/>
              </a:lnSpc>
              <a:buNone/>
            </a:pPr>
            <a:endParaRPr lang="fr-FR" sz="4400" dirty="0">
              <a:latin typeface="Calibri" panose="020F0502020204030204" pitchFamily="34" charset="0"/>
              <a:ea typeface="Calibri" panose="020F0502020204030204" pitchFamily="34" charset="0"/>
              <a:cs typeface="Times New Roman" panose="02020603050405020304" pitchFamily="18" charset="0"/>
            </a:endParaRPr>
          </a:p>
          <a:p>
            <a:pPr marL="41275" marR="288290" indent="0">
              <a:lnSpc>
                <a:spcPct val="120000"/>
              </a:lnSpc>
              <a:buNone/>
            </a:pPr>
            <a:endParaRPr lang="fr-FR" sz="4400" dirty="0">
              <a:effectLst/>
              <a:latin typeface="Calibri" panose="020F0502020204030204" pitchFamily="34" charset="0"/>
              <a:ea typeface="Calibri" panose="020F0502020204030204" pitchFamily="34" charset="0"/>
              <a:cs typeface="Times New Roman" panose="02020603050405020304" pitchFamily="18" charset="0"/>
            </a:endParaRPr>
          </a:p>
          <a:p>
            <a:pPr marL="41275" marR="288290" indent="0">
              <a:lnSpc>
                <a:spcPct val="120000"/>
              </a:lnSpc>
              <a:buNone/>
            </a:pPr>
            <a:endParaRPr lang="fr-FR" sz="4400" dirty="0">
              <a:effectLst/>
              <a:latin typeface="Calibri" panose="020F0502020204030204" pitchFamily="34" charset="0"/>
              <a:ea typeface="Calibri" panose="020F0502020204030204" pitchFamily="34" charset="0"/>
              <a:cs typeface="Times New Roman" panose="02020603050405020304" pitchFamily="18" charset="0"/>
            </a:endParaRPr>
          </a:p>
          <a:p>
            <a:pPr marL="41275" marR="288290" indent="0">
              <a:lnSpc>
                <a:spcPct val="120000"/>
              </a:lnSpc>
              <a:buNone/>
            </a:pPr>
            <a:r>
              <a:rPr lang="fr-FR" sz="4400" b="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3. Adapter son approche</a:t>
            </a:r>
            <a:endParaRPr lang="fr-FR" sz="44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288290" lvl="0" indent="-342900">
              <a:lnSpc>
                <a:spcPct val="120000"/>
              </a:lnSpc>
              <a:buSzPts val="1000"/>
              <a:buFont typeface="Symbol" panose="05050102010706020507" pitchFamily="18" charset="2"/>
              <a:buChar char=""/>
              <a:tabLst>
                <a:tab pos="457200" algn="l"/>
              </a:tabLst>
            </a:pPr>
            <a:r>
              <a:rPr lang="fr-FR" sz="4400" b="1" dirty="0">
                <a:effectLst/>
                <a:latin typeface="Calibri" panose="020F0502020204030204" pitchFamily="34" charset="0"/>
                <a:ea typeface="Calibri" panose="020F0502020204030204" pitchFamily="34" charset="0"/>
                <a:cs typeface="Times New Roman" panose="02020603050405020304" pitchFamily="18" charset="0"/>
              </a:rPr>
              <a:t>Changer de sujet</a:t>
            </a:r>
            <a:r>
              <a:rPr lang="fr-FR" sz="4400" dirty="0">
                <a:effectLst/>
                <a:latin typeface="Calibri" panose="020F0502020204030204" pitchFamily="34" charset="0"/>
                <a:ea typeface="Calibri" panose="020F0502020204030204" pitchFamily="34" charset="0"/>
                <a:cs typeface="Times New Roman" panose="02020603050405020304" pitchFamily="18" charset="0"/>
              </a:rPr>
              <a:t> : Parfois, détourner l’attention peut apaiser la situation.</a:t>
            </a:r>
          </a:p>
          <a:p>
            <a:pPr marL="342900" marR="288290" lvl="0" indent="-342900">
              <a:lnSpc>
                <a:spcPct val="120000"/>
              </a:lnSpc>
              <a:buSzPts val="1000"/>
              <a:buFont typeface="Symbol" panose="05050102010706020507" pitchFamily="18" charset="2"/>
              <a:buChar char=""/>
              <a:tabLst>
                <a:tab pos="457200" algn="l"/>
              </a:tabLst>
            </a:pPr>
            <a:r>
              <a:rPr lang="fr-FR" sz="4400" b="1" dirty="0">
                <a:effectLst/>
                <a:latin typeface="Calibri" panose="020F0502020204030204" pitchFamily="34" charset="0"/>
                <a:ea typeface="Calibri" panose="020F0502020204030204" pitchFamily="34" charset="0"/>
                <a:cs typeface="Times New Roman" panose="02020603050405020304" pitchFamily="18" charset="0"/>
              </a:rPr>
              <a:t>Créer un environnement apaisant</a:t>
            </a:r>
            <a:r>
              <a:rPr lang="fr-FR" sz="4400" dirty="0">
                <a:effectLst/>
                <a:latin typeface="Calibri" panose="020F0502020204030204" pitchFamily="34" charset="0"/>
                <a:ea typeface="Calibri" panose="020F0502020204030204" pitchFamily="34" charset="0"/>
                <a:cs typeface="Times New Roman" panose="02020603050405020304" pitchFamily="18" charset="0"/>
              </a:rPr>
              <a:t> : Réduire le bruit, mettre une musique douce, ajuster la luminosité.</a:t>
            </a:r>
          </a:p>
          <a:p>
            <a:pPr marL="342900" marR="288290" lvl="0" indent="-342900">
              <a:lnSpc>
                <a:spcPct val="120000"/>
              </a:lnSpc>
              <a:buSzPts val="1000"/>
              <a:buFont typeface="Symbol" panose="05050102010706020507" pitchFamily="18" charset="2"/>
              <a:buChar char=""/>
              <a:tabLst>
                <a:tab pos="457200" algn="l"/>
              </a:tabLst>
            </a:pPr>
            <a:r>
              <a:rPr lang="fr-FR" sz="4400" b="1" dirty="0">
                <a:effectLst/>
                <a:latin typeface="Calibri" panose="020F0502020204030204" pitchFamily="34" charset="0"/>
                <a:ea typeface="Calibri" panose="020F0502020204030204" pitchFamily="34" charset="0"/>
                <a:cs typeface="Times New Roman" panose="02020603050405020304" pitchFamily="18" charset="0"/>
              </a:rPr>
              <a:t>Proposer une activité plaisante</a:t>
            </a:r>
            <a:r>
              <a:rPr lang="fr-FR" sz="4400" dirty="0">
                <a:effectLst/>
                <a:latin typeface="Calibri" panose="020F0502020204030204" pitchFamily="34" charset="0"/>
                <a:ea typeface="Calibri" panose="020F0502020204030204" pitchFamily="34" charset="0"/>
                <a:cs typeface="Times New Roman" panose="02020603050405020304" pitchFamily="18" charset="0"/>
              </a:rPr>
              <a:t> : Lecture, musique, discussion, cela peut détourner l’attention.</a:t>
            </a:r>
          </a:p>
          <a:p>
            <a:pPr marL="342900" marR="288290" lvl="0" indent="-342900">
              <a:lnSpc>
                <a:spcPct val="120000"/>
              </a:lnSpc>
              <a:buSzPts val="1000"/>
              <a:buFont typeface="Symbol" panose="05050102010706020507" pitchFamily="18" charset="2"/>
              <a:buChar char=""/>
              <a:tabLst>
                <a:tab pos="457200" algn="l"/>
              </a:tabLst>
            </a:pPr>
            <a:r>
              <a:rPr lang="fr-FR" sz="4400" b="1" dirty="0">
                <a:effectLst/>
                <a:latin typeface="Calibri" panose="020F0502020204030204" pitchFamily="34" charset="0"/>
                <a:ea typeface="Calibri" panose="020F0502020204030204" pitchFamily="34" charset="0"/>
                <a:cs typeface="Times New Roman" panose="02020603050405020304" pitchFamily="18" charset="0"/>
              </a:rPr>
              <a:t>Maintenir une routine</a:t>
            </a:r>
            <a:r>
              <a:rPr lang="fr-FR" sz="4400" dirty="0">
                <a:effectLst/>
                <a:latin typeface="Calibri" panose="020F0502020204030204" pitchFamily="34" charset="0"/>
                <a:ea typeface="Calibri" panose="020F0502020204030204" pitchFamily="34" charset="0"/>
                <a:cs typeface="Times New Roman" panose="02020603050405020304" pitchFamily="18" charset="0"/>
              </a:rPr>
              <a:t> : La stabilité rassure certaines personnes âgées.</a:t>
            </a:r>
          </a:p>
          <a:p>
            <a:pPr marL="41275" marR="288290" indent="0">
              <a:lnSpc>
                <a:spcPct val="120000"/>
              </a:lnSpc>
              <a:buNone/>
            </a:pPr>
            <a:r>
              <a:rPr lang="fr-FR" sz="4400" b="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4. Faire intervenir d’autres professionnels si nécessaire</a:t>
            </a:r>
            <a:endParaRPr lang="fr-FR" sz="44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endParaRPr>
          </a:p>
          <a:p>
            <a:pPr marL="269875" marR="288290">
              <a:lnSpc>
                <a:spcPct val="120000"/>
              </a:lnSpc>
            </a:pPr>
            <a:r>
              <a:rPr lang="fr-FR" sz="4400" dirty="0">
                <a:effectLst/>
                <a:latin typeface="Calibri" panose="020F0502020204030204" pitchFamily="34" charset="0"/>
                <a:ea typeface="Calibri" panose="020F0502020204030204" pitchFamily="34" charset="0"/>
                <a:cs typeface="Times New Roman" panose="02020603050405020304" pitchFamily="18" charset="0"/>
              </a:rPr>
              <a:t>Si l’agressivité devient fréquente et difficile à gérer, il faut en parler et ne pas rester seule face à la situation :</a:t>
            </a:r>
          </a:p>
          <a:p>
            <a:pPr marL="342900" marR="288290" lvl="0" indent="-342900">
              <a:lnSpc>
                <a:spcPct val="120000"/>
              </a:lnSpc>
              <a:buSzPts val="1000"/>
              <a:buFont typeface="Symbol" panose="05050102010706020507" pitchFamily="18" charset="2"/>
              <a:buChar char=""/>
              <a:tabLst>
                <a:tab pos="457200" algn="l"/>
              </a:tabLst>
            </a:pPr>
            <a:r>
              <a:rPr lang="fr-FR" sz="4400" b="1" dirty="0">
                <a:effectLst/>
                <a:latin typeface="Calibri" panose="020F0502020204030204" pitchFamily="34" charset="0"/>
                <a:ea typeface="Calibri" panose="020F0502020204030204" pitchFamily="34" charset="0"/>
                <a:cs typeface="Times New Roman" panose="02020603050405020304" pitchFamily="18" charset="0"/>
              </a:rPr>
              <a:t>Médecin traitant</a:t>
            </a:r>
            <a:r>
              <a:rPr lang="fr-FR" sz="4400" dirty="0">
                <a:effectLst/>
                <a:latin typeface="Calibri" panose="020F0502020204030204" pitchFamily="34" charset="0"/>
                <a:ea typeface="Calibri" panose="020F0502020204030204" pitchFamily="34" charset="0"/>
                <a:cs typeface="Times New Roman" panose="02020603050405020304" pitchFamily="18" charset="0"/>
              </a:rPr>
              <a:t> : Pour vérifier une cause médicale ou ajuster un traitement.</a:t>
            </a:r>
          </a:p>
          <a:p>
            <a:pPr marL="342900" marR="288290" lvl="0" indent="-342900">
              <a:lnSpc>
                <a:spcPct val="120000"/>
              </a:lnSpc>
              <a:buSzPts val="1000"/>
              <a:buFont typeface="Symbol" panose="05050102010706020507" pitchFamily="18" charset="2"/>
              <a:buChar char=""/>
              <a:tabLst>
                <a:tab pos="457200" algn="l"/>
              </a:tabLst>
            </a:pPr>
            <a:r>
              <a:rPr lang="fr-FR" sz="4400" b="1" dirty="0">
                <a:effectLst/>
                <a:latin typeface="Calibri" panose="020F0502020204030204" pitchFamily="34" charset="0"/>
                <a:ea typeface="Calibri" panose="020F0502020204030204" pitchFamily="34" charset="0"/>
                <a:cs typeface="Times New Roman" panose="02020603050405020304" pitchFamily="18" charset="0"/>
              </a:rPr>
              <a:t>Psychologue / Psychiatre</a:t>
            </a:r>
            <a:r>
              <a:rPr lang="fr-FR" sz="4400" dirty="0">
                <a:effectLst/>
                <a:latin typeface="Calibri" panose="020F0502020204030204" pitchFamily="34" charset="0"/>
                <a:ea typeface="Calibri" panose="020F0502020204030204" pitchFamily="34" charset="0"/>
                <a:cs typeface="Times New Roman" panose="02020603050405020304" pitchFamily="18" charset="0"/>
              </a:rPr>
              <a:t> : Si un trouble du comportement est détecté.</a:t>
            </a:r>
          </a:p>
          <a:p>
            <a:pPr marL="342900" marR="288290" lvl="0" indent="-342900">
              <a:lnSpc>
                <a:spcPct val="120000"/>
              </a:lnSpc>
              <a:buSzPts val="1000"/>
              <a:buFont typeface="Symbol" panose="05050102010706020507" pitchFamily="18" charset="2"/>
              <a:buChar char=""/>
              <a:tabLst>
                <a:tab pos="457200" algn="l"/>
              </a:tabLst>
            </a:pPr>
            <a:r>
              <a:rPr lang="fr-FR" sz="4400" b="1" dirty="0">
                <a:effectLst/>
                <a:latin typeface="Calibri" panose="020F0502020204030204" pitchFamily="34" charset="0"/>
                <a:ea typeface="Calibri" panose="020F0502020204030204" pitchFamily="34" charset="0"/>
                <a:cs typeface="Times New Roman" panose="02020603050405020304" pitchFamily="18" charset="0"/>
              </a:rPr>
              <a:t>Infirmier(ère) ou aide-soignant(e)</a:t>
            </a:r>
            <a:r>
              <a:rPr lang="fr-FR" sz="4400" dirty="0">
                <a:effectLst/>
                <a:latin typeface="Calibri" panose="020F0502020204030204" pitchFamily="34" charset="0"/>
                <a:ea typeface="Calibri" panose="020F0502020204030204" pitchFamily="34" charset="0"/>
                <a:cs typeface="Times New Roman" panose="02020603050405020304" pitchFamily="18" charset="0"/>
              </a:rPr>
              <a:t> : Pour aider à la prise en charge.</a:t>
            </a:r>
          </a:p>
          <a:p>
            <a:pPr marL="342900" marR="288290" lvl="0" indent="-342900">
              <a:lnSpc>
                <a:spcPct val="120000"/>
              </a:lnSpc>
              <a:buSzPts val="1000"/>
              <a:buFont typeface="Symbol" panose="05050102010706020507" pitchFamily="18" charset="2"/>
              <a:buChar char=""/>
              <a:tabLst>
                <a:tab pos="457200" algn="l"/>
              </a:tabLst>
            </a:pPr>
            <a:r>
              <a:rPr lang="fr-FR" sz="4400" b="1" dirty="0">
                <a:effectLst/>
                <a:latin typeface="Calibri" panose="020F0502020204030204" pitchFamily="34" charset="0"/>
                <a:ea typeface="Calibri" panose="020F0502020204030204" pitchFamily="34" charset="0"/>
                <a:cs typeface="Times New Roman" panose="02020603050405020304" pitchFamily="18" charset="0"/>
              </a:rPr>
              <a:t>Famille ou tuteur légal</a:t>
            </a:r>
            <a:r>
              <a:rPr lang="fr-FR" sz="4400" dirty="0">
                <a:effectLst/>
                <a:latin typeface="Calibri" panose="020F0502020204030204" pitchFamily="34" charset="0"/>
                <a:ea typeface="Calibri" panose="020F0502020204030204" pitchFamily="34" charset="0"/>
                <a:cs typeface="Times New Roman" panose="02020603050405020304" pitchFamily="18" charset="0"/>
              </a:rPr>
              <a:t> : Pour signaler l’évolution du comportement et chercher des solutions ensemble. </a:t>
            </a:r>
          </a:p>
          <a:p>
            <a:pPr marL="41275" marR="288290" indent="0">
              <a:lnSpc>
                <a:spcPct val="120000"/>
              </a:lnSpc>
              <a:buNone/>
            </a:pPr>
            <a:r>
              <a:rPr lang="fr-FR" sz="4400" b="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5. Se protéger si nécessaire</a:t>
            </a:r>
            <a:br>
              <a:rPr lang="fr-FR" sz="4400" b="1" dirty="0">
                <a:solidFill>
                  <a:srgbClr val="00B050"/>
                </a:solidFill>
                <a:latin typeface="Calibri" panose="020F0502020204030204" pitchFamily="34" charset="0"/>
                <a:ea typeface="Calibri" panose="020F0502020204030204" pitchFamily="34" charset="0"/>
                <a:cs typeface="Times New Roman" panose="02020603050405020304" pitchFamily="18" charset="0"/>
              </a:rPr>
            </a:br>
            <a:r>
              <a:rPr lang="fr-FR" sz="4400" dirty="0">
                <a:effectLst/>
                <a:latin typeface="Calibri" panose="020F0502020204030204" pitchFamily="34" charset="0"/>
                <a:ea typeface="Calibri" panose="020F0502020204030204" pitchFamily="34" charset="0"/>
                <a:cs typeface="Times New Roman" panose="02020603050405020304" pitchFamily="18" charset="0"/>
              </a:rPr>
              <a:t>Si l’agressivité devient physique (coups, menaces graves) :</a:t>
            </a:r>
          </a:p>
          <a:p>
            <a:pPr marL="342900" marR="288290" lvl="0" indent="-342900">
              <a:lnSpc>
                <a:spcPct val="120000"/>
              </a:lnSpc>
              <a:buSzPts val="1000"/>
              <a:buFont typeface="Symbol" panose="05050102010706020507" pitchFamily="18" charset="2"/>
              <a:buChar char=""/>
              <a:tabLst>
                <a:tab pos="457200" algn="l"/>
              </a:tabLst>
            </a:pPr>
            <a:r>
              <a:rPr lang="fr-FR" sz="4400" b="1" dirty="0">
                <a:effectLst/>
                <a:latin typeface="Calibri" panose="020F0502020204030204" pitchFamily="34" charset="0"/>
                <a:ea typeface="Calibri" panose="020F0502020204030204" pitchFamily="34" charset="0"/>
                <a:cs typeface="Times New Roman" panose="02020603050405020304" pitchFamily="18" charset="0"/>
              </a:rPr>
              <a:t>Garder une distance de sécurité</a:t>
            </a:r>
            <a:r>
              <a:rPr lang="fr-FR" sz="4400" b="1" dirty="0">
                <a:latin typeface="Calibri" panose="020F0502020204030204" pitchFamily="34" charset="0"/>
                <a:ea typeface="Calibri" panose="020F0502020204030204" pitchFamily="34" charset="0"/>
                <a:cs typeface="Times New Roman" panose="02020603050405020304" pitchFamily="18" charset="0"/>
              </a:rPr>
              <a:t>/Prévenir son responsable et/ou médecin</a:t>
            </a:r>
            <a:endParaRPr lang="fr-FR" sz="4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288290" lvl="0" indent="-342900">
              <a:lnSpc>
                <a:spcPct val="120000"/>
              </a:lnSpc>
              <a:buSzPts val="1000"/>
              <a:buFont typeface="Symbol" panose="05050102010706020507" pitchFamily="18" charset="2"/>
              <a:buChar char=""/>
              <a:tabLst>
                <a:tab pos="457200" algn="l"/>
              </a:tabLst>
            </a:pPr>
            <a:r>
              <a:rPr lang="fr-FR" sz="4400" b="1" dirty="0">
                <a:effectLst/>
                <a:latin typeface="Calibri" panose="020F0502020204030204" pitchFamily="34" charset="0"/>
                <a:ea typeface="Calibri" panose="020F0502020204030204" pitchFamily="34" charset="0"/>
                <a:cs typeface="Times New Roman" panose="02020603050405020304" pitchFamily="18" charset="0"/>
              </a:rPr>
              <a:t>Éviter de rester seul(e) avec la personne si elle est dans une crise intense</a:t>
            </a:r>
            <a:r>
              <a:rPr lang="fr-FR" sz="4400" dirty="0">
                <a:effectLst/>
                <a:latin typeface="Calibri" panose="020F0502020204030204" pitchFamily="34" charset="0"/>
                <a:ea typeface="Calibri" panose="020F0502020204030204" pitchFamily="34" charset="0"/>
                <a:cs typeface="Times New Roman" panose="02020603050405020304" pitchFamily="18" charset="0"/>
              </a:rPr>
              <a:t>.</a:t>
            </a:r>
          </a:p>
          <a:p>
            <a:pPr marL="41275" marR="288290" indent="0">
              <a:lnSpc>
                <a:spcPct val="120000"/>
              </a:lnSpc>
              <a:buNone/>
            </a:pPr>
            <a:endParaRPr lang="fr-FR" sz="4400" dirty="0">
              <a:effectLst/>
              <a:latin typeface="Calibri" panose="020F0502020204030204" pitchFamily="34" charset="0"/>
              <a:ea typeface="Calibri" panose="020F0502020204030204" pitchFamily="34" charset="0"/>
              <a:cs typeface="Times New Roman" panose="02020603050405020304" pitchFamily="18" charset="0"/>
            </a:endParaRPr>
          </a:p>
          <a:p>
            <a:endParaRPr lang="fr-FR" dirty="0"/>
          </a:p>
        </p:txBody>
      </p:sp>
    </p:spTree>
    <p:extLst>
      <p:ext uri="{BB962C8B-B14F-4D97-AF65-F5344CB8AC3E}">
        <p14:creationId xmlns:p14="http://schemas.microsoft.com/office/powerpoint/2010/main" val="2703347792"/>
      </p:ext>
    </p:extLst>
  </p:cSld>
  <p:clrMapOvr>
    <a:masterClrMapping/>
  </p:clrMapOvr>
  <p:extLst>
    <p:ext uri="{6950BFC3-D8DA-4A85-94F7-54DA5524770B}">
      <p188:commentRel xmlns:p188="http://schemas.microsoft.com/office/powerpoint/2018/8/main" r:id="rId2"/>
    </p:ext>
  </p:extLst>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421F4C3D-608E-8159-21BB-631D2E4DC2D4}"/>
              </a:ext>
            </a:extLst>
          </p:cNvPr>
          <p:cNvSpPr>
            <a:spLocks noGrp="1"/>
          </p:cNvSpPr>
          <p:nvPr>
            <p:ph type="title"/>
          </p:nvPr>
        </p:nvSpPr>
        <p:spPr>
          <a:xfrm>
            <a:off x="1383564" y="348865"/>
            <a:ext cx="9718111" cy="1576446"/>
          </a:xfrm>
        </p:spPr>
        <p:txBody>
          <a:bodyPr anchor="ctr">
            <a:normAutofit/>
          </a:bodyPr>
          <a:lstStyle/>
          <a:p>
            <a:r>
              <a:rPr lang="fr-FR" sz="4000" b="1">
                <a:solidFill>
                  <a:srgbClr val="FFFFFF"/>
                </a:solidFill>
              </a:rPr>
              <a:t>5. Encourager une analyse continue</a:t>
            </a:r>
            <a:br>
              <a:rPr lang="fr-FR" sz="4000" b="1">
                <a:solidFill>
                  <a:srgbClr val="FFFFFF"/>
                </a:solidFill>
              </a:rPr>
            </a:br>
            <a:endParaRPr lang="fr-FR" sz="4000">
              <a:solidFill>
                <a:srgbClr val="FFFFFF"/>
              </a:solidFill>
            </a:endParaRPr>
          </a:p>
        </p:txBody>
      </p:sp>
      <p:graphicFrame>
        <p:nvGraphicFramePr>
          <p:cNvPr id="5" name="Espace réservé du contenu 2">
            <a:extLst>
              <a:ext uri="{FF2B5EF4-FFF2-40B4-BE49-F238E27FC236}">
                <a16:creationId xmlns:a16="http://schemas.microsoft.com/office/drawing/2014/main" id="{B54ACD27-0D35-B41D-A148-5110EB9924B9}"/>
              </a:ext>
            </a:extLst>
          </p:cNvPr>
          <p:cNvGraphicFramePr>
            <a:graphicFrameLocks noGrp="1"/>
          </p:cNvGraphicFramePr>
          <p:nvPr>
            <p:ph idx="1"/>
            <p:extLst>
              <p:ext uri="{D42A27DB-BD31-4B8C-83A1-F6EECF244321}">
                <p14:modId xmlns:p14="http://schemas.microsoft.com/office/powerpoint/2010/main" val="2242726415"/>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92063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4C3177-12B1-0CCA-FE74-400ACD73E41A}"/>
              </a:ext>
            </a:extLst>
          </p:cNvPr>
          <p:cNvSpPr>
            <a:spLocks noGrp="1"/>
          </p:cNvSpPr>
          <p:nvPr>
            <p:ph type="title"/>
          </p:nvPr>
        </p:nvSpPr>
        <p:spPr/>
        <p:txBody>
          <a:bodyPr/>
          <a:lstStyle/>
          <a:p>
            <a:r>
              <a:rPr lang="fr-FR" b="1" dirty="0"/>
              <a:t>2. Présentation des cadres de référence</a:t>
            </a:r>
            <a:br>
              <a:rPr lang="fr-FR" b="1" dirty="0"/>
            </a:br>
            <a:endParaRPr lang="fr-FR" dirty="0"/>
          </a:p>
        </p:txBody>
      </p:sp>
      <p:sp>
        <p:nvSpPr>
          <p:cNvPr id="3" name="Espace réservé du contenu 2">
            <a:extLst>
              <a:ext uri="{FF2B5EF4-FFF2-40B4-BE49-F238E27FC236}">
                <a16:creationId xmlns:a16="http://schemas.microsoft.com/office/drawing/2014/main" id="{623972B5-C4AD-9A26-CE75-6CEAA66B1BDB}"/>
              </a:ext>
            </a:extLst>
          </p:cNvPr>
          <p:cNvSpPr>
            <a:spLocks noGrp="1"/>
          </p:cNvSpPr>
          <p:nvPr>
            <p:ph idx="1"/>
          </p:nvPr>
        </p:nvSpPr>
        <p:spPr/>
        <p:txBody>
          <a:bodyPr>
            <a:normAutofit fontScale="92500"/>
          </a:bodyPr>
          <a:lstStyle/>
          <a:p>
            <a:pPr>
              <a:buFont typeface="+mj-lt"/>
              <a:buAutoNum type="arabicPeriod"/>
            </a:pPr>
            <a:r>
              <a:rPr lang="fr-FR" b="1" dirty="0"/>
              <a:t>Haute Autorité de Santé (HAS)</a:t>
            </a:r>
            <a:endParaRPr lang="fr-FR" dirty="0"/>
          </a:p>
          <a:p>
            <a:pPr marL="742950" lvl="1" indent="-285750">
              <a:buFont typeface="+mj-lt"/>
              <a:buAutoNum type="arabicPeriod"/>
            </a:pPr>
            <a:r>
              <a:rPr lang="fr-FR" b="1" dirty="0"/>
              <a:t>Rôle :</a:t>
            </a:r>
            <a:r>
              <a:rPr lang="fr-FR" dirty="0"/>
              <a:t> La HAS fournit des recommandations et des outils pour améliorer la qualité des pratiques professionnelles dans les domaines de la santé et de l’accompagnement social.</a:t>
            </a:r>
          </a:p>
          <a:p>
            <a:pPr marL="742950" lvl="1" indent="-285750">
              <a:buFont typeface="+mj-lt"/>
              <a:buAutoNum type="arabicPeriod"/>
            </a:pPr>
            <a:r>
              <a:rPr lang="fr-FR" b="1" dirty="0"/>
              <a:t>Objectifs :</a:t>
            </a:r>
            <a:endParaRPr lang="fr-FR" dirty="0"/>
          </a:p>
          <a:p>
            <a:pPr marL="1143000" lvl="2" indent="-228600">
              <a:buFont typeface="+mj-lt"/>
              <a:buAutoNum type="arabicPeriod"/>
            </a:pPr>
            <a:r>
              <a:rPr lang="fr-FR" dirty="0"/>
              <a:t>Assurer le respect des droits des personnes accompagnées.</a:t>
            </a:r>
          </a:p>
          <a:p>
            <a:pPr marL="1143000" lvl="2" indent="-228600">
              <a:buFont typeface="+mj-lt"/>
              <a:buAutoNum type="arabicPeriod"/>
            </a:pPr>
            <a:r>
              <a:rPr lang="fr-FR" dirty="0"/>
              <a:t>Promouvoir des pratiques bientraitantes et éviter les risques de maltraitance.</a:t>
            </a:r>
          </a:p>
          <a:p>
            <a:pPr marL="742950" lvl="1" indent="-285750">
              <a:buFont typeface="+mj-lt"/>
              <a:buAutoNum type="arabicPeriod"/>
            </a:pPr>
            <a:r>
              <a:rPr lang="fr-FR" b="1" dirty="0"/>
              <a:t>Outils et recommandations spécifiques :</a:t>
            </a:r>
            <a:endParaRPr lang="fr-FR" dirty="0"/>
          </a:p>
          <a:p>
            <a:pPr marL="1143000" lvl="2" indent="-228600">
              <a:buFont typeface="+mj-lt"/>
              <a:buAutoNum type="arabicPeriod"/>
            </a:pPr>
            <a:r>
              <a:rPr lang="fr-FR" b="1" dirty="0"/>
              <a:t>Guide de la bientraitance :</a:t>
            </a:r>
            <a:r>
              <a:rPr lang="fr-FR" dirty="0"/>
              <a:t> Une ressource pour accompagner les professionnels dans leurs actions.</a:t>
            </a:r>
          </a:p>
          <a:p>
            <a:pPr marL="1143000" lvl="2" indent="-228600">
              <a:buFont typeface="+mj-lt"/>
              <a:buAutoNum type="arabicPeriod"/>
            </a:pPr>
            <a:r>
              <a:rPr lang="fr-FR" b="1" dirty="0"/>
              <a:t>Grilles d’évaluation des risques de maltraitance :</a:t>
            </a:r>
            <a:r>
              <a:rPr lang="fr-FR" dirty="0"/>
              <a:t> Identifier et prévenir les situations à risque.</a:t>
            </a:r>
          </a:p>
          <a:p>
            <a:pPr marL="1143000" lvl="2" indent="-228600">
              <a:buFont typeface="+mj-lt"/>
              <a:buAutoNum type="arabicPeriod"/>
            </a:pPr>
            <a:r>
              <a:rPr lang="fr-FR" b="1" dirty="0"/>
              <a:t>Protocoles de communication :</a:t>
            </a:r>
            <a:r>
              <a:rPr lang="fr-FR" dirty="0"/>
              <a:t> Favoriser une transmission d’informations claire et respectueuse entre les intervenants.</a:t>
            </a:r>
          </a:p>
          <a:p>
            <a:endParaRPr lang="fr-FR" dirty="0"/>
          </a:p>
        </p:txBody>
      </p:sp>
    </p:spTree>
    <p:extLst>
      <p:ext uri="{BB962C8B-B14F-4D97-AF65-F5344CB8AC3E}">
        <p14:creationId xmlns:p14="http://schemas.microsoft.com/office/powerpoint/2010/main" val="326870916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A554DD-D082-C98D-ADE5-97537B989B2E}"/>
              </a:ext>
            </a:extLst>
          </p:cNvPr>
          <p:cNvSpPr>
            <a:spLocks noGrp="1"/>
          </p:cNvSpPr>
          <p:nvPr>
            <p:ph type="title"/>
          </p:nvPr>
        </p:nvSpPr>
        <p:spPr/>
        <p:txBody>
          <a:bodyPr>
            <a:normAutofit fontScale="90000"/>
          </a:bodyPr>
          <a:lstStyle/>
          <a:p>
            <a:r>
              <a:rPr lang="fr-FR" b="1" dirty="0"/>
              <a:t>Société Française de Gériatrie et Gérontologie (SFGG)</a:t>
            </a:r>
            <a:br>
              <a:rPr lang="fr-FR" dirty="0"/>
            </a:br>
            <a:endParaRPr lang="fr-FR" dirty="0"/>
          </a:p>
        </p:txBody>
      </p:sp>
      <p:sp>
        <p:nvSpPr>
          <p:cNvPr id="3" name="Espace réservé du contenu 2">
            <a:extLst>
              <a:ext uri="{FF2B5EF4-FFF2-40B4-BE49-F238E27FC236}">
                <a16:creationId xmlns:a16="http://schemas.microsoft.com/office/drawing/2014/main" id="{5CE9E6B4-13FD-F0D9-09F3-7E61A444DF04}"/>
              </a:ext>
            </a:extLst>
          </p:cNvPr>
          <p:cNvSpPr>
            <a:spLocks noGrp="1"/>
          </p:cNvSpPr>
          <p:nvPr>
            <p:ph idx="1"/>
          </p:nvPr>
        </p:nvSpPr>
        <p:spPr/>
        <p:txBody>
          <a:bodyPr>
            <a:normAutofit fontScale="92500"/>
          </a:bodyPr>
          <a:lstStyle/>
          <a:p>
            <a:pPr>
              <a:buFont typeface="Arial" panose="020B0604020202020204" pitchFamily="34" charset="0"/>
              <a:buChar char="•"/>
            </a:pPr>
            <a:r>
              <a:rPr lang="fr-FR" b="1" dirty="0"/>
              <a:t>Rôle :</a:t>
            </a:r>
            <a:r>
              <a:rPr lang="fr-FR" dirty="0"/>
              <a:t> Améliorer des pratiques pour les personnes âgées, en tenant compte de leur vulnérabilité et de leurs besoins spécifiques.</a:t>
            </a:r>
          </a:p>
          <a:p>
            <a:pPr>
              <a:buFont typeface="Arial" panose="020B0604020202020204" pitchFamily="34" charset="0"/>
              <a:buChar char="•"/>
            </a:pPr>
            <a:r>
              <a:rPr lang="fr-FR" b="1" dirty="0"/>
              <a:t>Objectifs :</a:t>
            </a:r>
            <a:endParaRPr lang="fr-FR" dirty="0"/>
          </a:p>
          <a:p>
            <a:pPr marL="742950" lvl="1" indent="-285750">
              <a:buFont typeface="Arial" panose="020B0604020202020204" pitchFamily="34" charset="0"/>
              <a:buChar char="•"/>
            </a:pPr>
            <a:r>
              <a:rPr lang="fr-FR" dirty="0"/>
              <a:t>Adapter les pratiques professionnelles aux particularités des personnes âgées (perte d’autonomie, troubles cognitifs).</a:t>
            </a:r>
          </a:p>
          <a:p>
            <a:pPr marL="742950" lvl="1" indent="-285750">
              <a:buFont typeface="Arial" panose="020B0604020202020204" pitchFamily="34" charset="0"/>
              <a:buChar char="•"/>
            </a:pPr>
            <a:r>
              <a:rPr lang="fr-FR" dirty="0"/>
              <a:t>Garantir une prise en charge respectueuse, centrée sur la personne.</a:t>
            </a:r>
          </a:p>
          <a:p>
            <a:pPr>
              <a:buFont typeface="Arial" panose="020B0604020202020204" pitchFamily="34" charset="0"/>
              <a:buChar char="•"/>
            </a:pPr>
            <a:r>
              <a:rPr lang="fr-FR" b="1" dirty="0"/>
              <a:t>Recommandations clés :</a:t>
            </a:r>
            <a:endParaRPr lang="fr-FR" dirty="0"/>
          </a:p>
          <a:p>
            <a:pPr marL="742950" lvl="1" indent="-285750">
              <a:buFont typeface="Arial" panose="020B0604020202020204" pitchFamily="34" charset="0"/>
              <a:buChar char="•"/>
            </a:pPr>
            <a:r>
              <a:rPr lang="fr-FR" dirty="0"/>
              <a:t>Favoriser l’autonomie autant que possible, même chez les personnes fragiles.</a:t>
            </a:r>
          </a:p>
          <a:p>
            <a:pPr marL="742950" lvl="1" indent="-285750">
              <a:buFont typeface="Arial" panose="020B0604020202020204" pitchFamily="34" charset="0"/>
              <a:buChar char="•"/>
            </a:pPr>
            <a:r>
              <a:rPr lang="fr-FR" dirty="0"/>
              <a:t>Impliquer la personne âgée et son entourage dans les décisions qui la concernent.</a:t>
            </a:r>
          </a:p>
          <a:p>
            <a:pPr marL="742950" lvl="1" indent="-285750">
              <a:buFont typeface="Arial" panose="020B0604020202020204" pitchFamily="34" charset="0"/>
              <a:buChar char="•"/>
            </a:pPr>
            <a:r>
              <a:rPr lang="fr-FR" dirty="0"/>
              <a:t>Sensibiliser les professionnels aux spécificités des troubles liés à l’âge, comme la démence ou la perte sensorielle.</a:t>
            </a:r>
          </a:p>
          <a:p>
            <a:endParaRPr lang="fr-FR" dirty="0"/>
          </a:p>
        </p:txBody>
      </p:sp>
    </p:spTree>
    <p:extLst>
      <p:ext uri="{BB962C8B-B14F-4D97-AF65-F5344CB8AC3E}">
        <p14:creationId xmlns:p14="http://schemas.microsoft.com/office/powerpoint/2010/main" val="42483559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6EBD978-0E0A-6812-88F9-945192644A5E}"/>
              </a:ext>
            </a:extLst>
          </p:cNvPr>
          <p:cNvSpPr>
            <a:spLocks noGrp="1"/>
          </p:cNvSpPr>
          <p:nvPr>
            <p:ph type="title"/>
          </p:nvPr>
        </p:nvSpPr>
        <p:spPr>
          <a:xfrm>
            <a:off x="5297762" y="329184"/>
            <a:ext cx="6251110" cy="1783080"/>
          </a:xfrm>
        </p:spPr>
        <p:txBody>
          <a:bodyPr anchor="b">
            <a:normAutofit/>
          </a:bodyPr>
          <a:lstStyle/>
          <a:p>
            <a:r>
              <a:rPr lang="fr-FR" sz="3800" b="1"/>
              <a:t>3. Méthodologies d’analyse des pratiques</a:t>
            </a:r>
            <a:br>
              <a:rPr lang="fr-FR" sz="3800" b="1"/>
            </a:br>
            <a:endParaRPr lang="fr-FR" sz="3800"/>
          </a:p>
        </p:txBody>
      </p:sp>
      <p:pic>
        <p:nvPicPr>
          <p:cNvPr id="7" name="Picture 4">
            <a:extLst>
              <a:ext uri="{FF2B5EF4-FFF2-40B4-BE49-F238E27FC236}">
                <a16:creationId xmlns:a16="http://schemas.microsoft.com/office/drawing/2014/main" id="{1A1F0EF4-E633-E6F3-959A-9C2E5C4398BA}"/>
              </a:ext>
            </a:extLst>
          </p:cNvPr>
          <p:cNvPicPr>
            <a:picLocks noChangeAspect="1"/>
          </p:cNvPicPr>
          <p:nvPr/>
        </p:nvPicPr>
        <p:blipFill>
          <a:blip r:embed="rId2"/>
          <a:srcRect l="25934" r="38254" b="6250"/>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3" name="Espace réservé du contenu 2">
            <a:extLst>
              <a:ext uri="{FF2B5EF4-FFF2-40B4-BE49-F238E27FC236}">
                <a16:creationId xmlns:a16="http://schemas.microsoft.com/office/drawing/2014/main" id="{0E4A4CE8-6894-FE4E-ACEE-1CA48E993420}"/>
              </a:ext>
            </a:extLst>
          </p:cNvPr>
          <p:cNvSpPr>
            <a:spLocks noGrp="1"/>
          </p:cNvSpPr>
          <p:nvPr>
            <p:ph idx="1"/>
          </p:nvPr>
        </p:nvSpPr>
        <p:spPr>
          <a:xfrm>
            <a:off x="5297762" y="2706624"/>
            <a:ext cx="6251110" cy="3483864"/>
          </a:xfrm>
        </p:spPr>
        <p:txBody>
          <a:bodyPr>
            <a:normAutofit/>
          </a:bodyPr>
          <a:lstStyle/>
          <a:p>
            <a:pPr>
              <a:buFont typeface="+mj-lt"/>
              <a:buAutoNum type="arabicPeriod"/>
            </a:pPr>
            <a:r>
              <a:rPr lang="fr-FR" sz="2000" b="1"/>
              <a:t>Basées sur les recommandations de la HAS</a:t>
            </a:r>
            <a:endParaRPr lang="fr-FR" sz="2000"/>
          </a:p>
          <a:p>
            <a:pPr marL="742950" lvl="1" indent="-285750">
              <a:buFont typeface="+mj-lt"/>
              <a:buAutoNum type="arabicPeriod"/>
            </a:pPr>
            <a:r>
              <a:rPr lang="fr-FR" sz="2000"/>
              <a:t>Utilisation de grilles et d’outils pour structurer la réflexion.</a:t>
            </a:r>
          </a:p>
          <a:p>
            <a:pPr marL="742950" lvl="1" indent="-285750">
              <a:buFont typeface="+mj-lt"/>
              <a:buAutoNum type="arabicPeriod"/>
            </a:pPr>
            <a:r>
              <a:rPr lang="fr-FR" sz="2000"/>
              <a:t>Méthode : Identifier les points positifs et les axes d’amélioration après une intervention.</a:t>
            </a:r>
          </a:p>
          <a:p>
            <a:pPr marL="742950" lvl="1" indent="-285750">
              <a:buFont typeface="+mj-lt"/>
              <a:buAutoNum type="arabicPeriod"/>
            </a:pPr>
            <a:r>
              <a:rPr lang="fr-FR" sz="2000"/>
              <a:t>Exemple :</a:t>
            </a:r>
          </a:p>
          <a:p>
            <a:pPr marL="1143000" lvl="2" indent="-228600">
              <a:buFont typeface="+mj-lt"/>
              <a:buAutoNum type="arabicPeriod"/>
            </a:pPr>
            <a:r>
              <a:rPr lang="fr-FR" b="1" dirty="0"/>
              <a:t>Situation :</a:t>
            </a:r>
            <a:r>
              <a:rPr lang="fr-FR" dirty="0"/>
              <a:t> Une personne aidée refuse un soin ou une intervention.</a:t>
            </a:r>
          </a:p>
          <a:p>
            <a:pPr marL="1143000" lvl="2" indent="-228600">
              <a:buFont typeface="+mj-lt"/>
              <a:buAutoNum type="arabicPeriod"/>
            </a:pPr>
            <a:r>
              <a:rPr lang="fr-FR" b="1" dirty="0"/>
              <a:t>Analyse guidée :</a:t>
            </a:r>
            <a:r>
              <a:rPr lang="fr-FR" dirty="0"/>
              <a:t> Évaluer si le refus est lié à une incompréhension, un manque d’information ou une autre raison, et ajuster la pratique.</a:t>
            </a:r>
          </a:p>
          <a:p>
            <a:endParaRPr lang="fr-FR" sz="2000"/>
          </a:p>
        </p:txBody>
      </p:sp>
    </p:spTree>
    <p:extLst>
      <p:ext uri="{BB962C8B-B14F-4D97-AF65-F5344CB8AC3E}">
        <p14:creationId xmlns:p14="http://schemas.microsoft.com/office/powerpoint/2010/main" val="17398471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768D2B5-B4D8-99B5-ADE6-EA0E39C55065}"/>
              </a:ext>
            </a:extLst>
          </p:cNvPr>
          <p:cNvSpPr>
            <a:spLocks noGrp="1"/>
          </p:cNvSpPr>
          <p:nvPr>
            <p:ph type="title"/>
          </p:nvPr>
        </p:nvSpPr>
        <p:spPr>
          <a:xfrm>
            <a:off x="838200" y="673770"/>
            <a:ext cx="3220329" cy="2027227"/>
          </a:xfrm>
        </p:spPr>
        <p:txBody>
          <a:bodyPr anchor="t">
            <a:normAutofit/>
          </a:bodyPr>
          <a:lstStyle/>
          <a:p>
            <a:r>
              <a:rPr lang="fr-FR" sz="3400" b="1">
                <a:solidFill>
                  <a:srgbClr val="FFFFFF"/>
                </a:solidFill>
              </a:rPr>
              <a:t>Approche spécifique de la SFGG</a:t>
            </a:r>
            <a:br>
              <a:rPr lang="fr-FR" sz="3400">
                <a:solidFill>
                  <a:srgbClr val="FFFFFF"/>
                </a:solidFill>
              </a:rPr>
            </a:br>
            <a:endParaRPr lang="fr-FR" sz="3400">
              <a:solidFill>
                <a:srgbClr val="FFFFFF"/>
              </a:solidFill>
            </a:endParaRPr>
          </a:p>
        </p:txBody>
      </p:sp>
      <p:graphicFrame>
        <p:nvGraphicFramePr>
          <p:cNvPr id="5" name="Espace réservé du contenu 2">
            <a:extLst>
              <a:ext uri="{FF2B5EF4-FFF2-40B4-BE49-F238E27FC236}">
                <a16:creationId xmlns:a16="http://schemas.microsoft.com/office/drawing/2014/main" id="{D2337D47-A9AC-E8CA-1BB7-938AD0836690}"/>
              </a:ext>
            </a:extLst>
          </p:cNvPr>
          <p:cNvGraphicFramePr>
            <a:graphicFrameLocks noGrp="1"/>
          </p:cNvGraphicFramePr>
          <p:nvPr>
            <p:ph idx="1"/>
          </p:nvPr>
        </p:nvGraphicFramePr>
        <p:xfrm>
          <a:off x="5542672" y="541606"/>
          <a:ext cx="5811128" cy="56782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191064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C33972C-3A10-E615-52A8-95783EBBA06E}"/>
              </a:ext>
            </a:extLst>
          </p:cNvPr>
          <p:cNvPicPr>
            <a:picLocks noChangeAspect="1"/>
          </p:cNvPicPr>
          <p:nvPr/>
        </p:nvPicPr>
        <p:blipFill>
          <a:blip r:embed="rId2">
            <a:duotone>
              <a:schemeClr val="bg2">
                <a:shade val="45000"/>
                <a:satMod val="135000"/>
              </a:schemeClr>
              <a:prstClr val="white"/>
            </a:duotone>
          </a:blip>
          <a:srcRect t="15025" r="9085" b="8247"/>
          <a:stretch/>
        </p:blipFill>
        <p:spPr>
          <a:xfrm>
            <a:off x="20" y="10"/>
            <a:ext cx="12191980" cy="6857990"/>
          </a:xfrm>
          <a:prstGeom prst="rect">
            <a:avLst/>
          </a:prstGeom>
        </p:spPr>
      </p:pic>
      <p:sp>
        <p:nvSpPr>
          <p:cNvPr id="2" name="Titre 1">
            <a:extLst>
              <a:ext uri="{FF2B5EF4-FFF2-40B4-BE49-F238E27FC236}">
                <a16:creationId xmlns:a16="http://schemas.microsoft.com/office/drawing/2014/main" id="{554B2FAF-BC79-59F4-87EA-C1834C662683}"/>
              </a:ext>
            </a:extLst>
          </p:cNvPr>
          <p:cNvSpPr>
            <a:spLocks noGrp="1"/>
          </p:cNvSpPr>
          <p:nvPr>
            <p:ph type="title"/>
          </p:nvPr>
        </p:nvSpPr>
        <p:spPr>
          <a:xfrm>
            <a:off x="838200" y="365125"/>
            <a:ext cx="10515600" cy="1325563"/>
          </a:xfrm>
        </p:spPr>
        <p:txBody>
          <a:bodyPr>
            <a:normAutofit/>
          </a:bodyPr>
          <a:lstStyle/>
          <a:p>
            <a:r>
              <a:rPr lang="fr-FR" b="1" dirty="0"/>
              <a:t>4. Outils d’analyse recommandés</a:t>
            </a:r>
            <a:br>
              <a:rPr lang="fr-FR" b="1" dirty="0"/>
            </a:br>
            <a:endParaRPr lang="fr-FR" dirty="0"/>
          </a:p>
        </p:txBody>
      </p:sp>
      <p:graphicFrame>
        <p:nvGraphicFramePr>
          <p:cNvPr id="20" name="Espace réservé du contenu 2">
            <a:extLst>
              <a:ext uri="{FF2B5EF4-FFF2-40B4-BE49-F238E27FC236}">
                <a16:creationId xmlns:a16="http://schemas.microsoft.com/office/drawing/2014/main" id="{629D8486-7F51-7FBB-73FD-2F70D34BA9FD}"/>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548148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4BFC66-2212-A3C3-B5F8-AB5B31A7348D}"/>
              </a:ext>
            </a:extLst>
          </p:cNvPr>
          <p:cNvSpPr>
            <a:spLocks noGrp="1"/>
          </p:cNvSpPr>
          <p:nvPr>
            <p:ph type="title"/>
          </p:nvPr>
        </p:nvSpPr>
        <p:spPr>
          <a:xfrm>
            <a:off x="586478" y="1683756"/>
            <a:ext cx="3115265" cy="2396359"/>
          </a:xfrm>
        </p:spPr>
        <p:txBody>
          <a:bodyPr anchor="b">
            <a:normAutofit/>
          </a:bodyPr>
          <a:lstStyle/>
          <a:p>
            <a:r>
              <a:rPr lang="fr-FR" sz="3100" b="1">
                <a:solidFill>
                  <a:srgbClr val="FFFFFF"/>
                </a:solidFill>
              </a:rPr>
              <a:t>5. Formation et implication des aides ménagères et AVS</a:t>
            </a:r>
            <a:br>
              <a:rPr lang="fr-FR" sz="3100" b="1" dirty="0"/>
            </a:br>
            <a:endParaRPr lang="fr-FR" sz="3100">
              <a:solidFill>
                <a:srgbClr val="FFFFFF"/>
              </a:solidFill>
              <a:ea typeface="Calibri Light" panose="020F0302020204030204"/>
              <a:cs typeface="Calibri Light" panose="020F0302020204030204"/>
            </a:endParaRPr>
          </a:p>
        </p:txBody>
      </p:sp>
      <p:graphicFrame>
        <p:nvGraphicFramePr>
          <p:cNvPr id="5" name="Espace réservé du contenu 2">
            <a:extLst>
              <a:ext uri="{FF2B5EF4-FFF2-40B4-BE49-F238E27FC236}">
                <a16:creationId xmlns:a16="http://schemas.microsoft.com/office/drawing/2014/main" id="{266370BB-BDBF-2260-2D70-BCACBE393284}"/>
              </a:ext>
            </a:extLst>
          </p:cNvPr>
          <p:cNvGraphicFramePr>
            <a:graphicFrameLocks noGrp="1"/>
          </p:cNvGraphicFramePr>
          <p:nvPr>
            <p:ph idx="1"/>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944527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DA37526F-0F27-BFFA-D497-114B92BB1329}"/>
              </a:ext>
            </a:extLst>
          </p:cNvPr>
          <p:cNvSpPr>
            <a:spLocks noGrp="1"/>
          </p:cNvSpPr>
          <p:nvPr>
            <p:ph type="title"/>
          </p:nvPr>
        </p:nvSpPr>
        <p:spPr>
          <a:xfrm>
            <a:off x="1371597" y="348865"/>
            <a:ext cx="10044023" cy="877729"/>
          </a:xfrm>
        </p:spPr>
        <p:txBody>
          <a:bodyPr anchor="ctr">
            <a:normAutofit/>
          </a:bodyPr>
          <a:lstStyle/>
          <a:p>
            <a:r>
              <a:rPr lang="fr-FR" sz="2800" b="1">
                <a:solidFill>
                  <a:srgbClr val="FFFFFF"/>
                </a:solidFill>
              </a:rPr>
              <a:t>6. Conclusion</a:t>
            </a:r>
            <a:br>
              <a:rPr lang="fr-FR" sz="2800" b="1">
                <a:solidFill>
                  <a:srgbClr val="FFFFFF"/>
                </a:solidFill>
              </a:rPr>
            </a:br>
            <a:endParaRPr lang="fr-FR" sz="2800">
              <a:solidFill>
                <a:srgbClr val="FFFFFF"/>
              </a:solidFill>
            </a:endParaRPr>
          </a:p>
        </p:txBody>
      </p:sp>
      <p:graphicFrame>
        <p:nvGraphicFramePr>
          <p:cNvPr id="5" name="Espace réservé du contenu 2">
            <a:extLst>
              <a:ext uri="{FF2B5EF4-FFF2-40B4-BE49-F238E27FC236}">
                <a16:creationId xmlns:a16="http://schemas.microsoft.com/office/drawing/2014/main" id="{4DC095FC-B6B5-50DF-0137-55C87DEF0FCA}"/>
              </a:ext>
            </a:extLst>
          </p:cNvPr>
          <p:cNvGraphicFramePr>
            <a:graphicFrameLocks noGrp="1"/>
          </p:cNvGraphicFramePr>
          <p:nvPr>
            <p:ph idx="1"/>
            <p:extLst>
              <p:ext uri="{D42A27DB-BD31-4B8C-83A1-F6EECF244321}">
                <p14:modId xmlns:p14="http://schemas.microsoft.com/office/powerpoint/2010/main" val="3611636490"/>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7902458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294DEE65-B3AD-FCA0-C430-05F3ACB51B30}"/>
              </a:ext>
            </a:extLst>
          </p:cNvPr>
          <p:cNvSpPr>
            <a:spLocks noGrp="1"/>
          </p:cNvSpPr>
          <p:nvPr>
            <p:ph type="title"/>
          </p:nvPr>
        </p:nvSpPr>
        <p:spPr>
          <a:xfrm>
            <a:off x="256032" y="640823"/>
            <a:ext cx="4067374" cy="5583148"/>
          </a:xfrm>
        </p:spPr>
        <p:txBody>
          <a:bodyPr anchor="ctr">
            <a:normAutofit/>
          </a:bodyPr>
          <a:lstStyle/>
          <a:p>
            <a:pPr algn="ctr"/>
            <a:r>
              <a:rPr lang="fr-FR" sz="3800" b="1" kern="100" dirty="0">
                <a:effectLst/>
                <a:latin typeface="Calibri" panose="020F0502020204030204" pitchFamily="34" charset="0"/>
                <a:ea typeface="Calibri" panose="020F0502020204030204" pitchFamily="34" charset="0"/>
                <a:cs typeface="Times New Roman" panose="02020603050405020304" pitchFamily="18" charset="0"/>
              </a:rPr>
              <a:t>Le positionnement professionnel adapté.</a:t>
            </a:r>
            <a:br>
              <a:rPr lang="fr-FR" sz="3800" kern="100" dirty="0">
                <a:effectLst/>
                <a:latin typeface="Calibri" panose="020F0502020204030204" pitchFamily="34" charset="0"/>
                <a:ea typeface="Calibri" panose="020F0502020204030204" pitchFamily="34" charset="0"/>
                <a:cs typeface="Times New Roman" panose="02020603050405020304" pitchFamily="18" charset="0"/>
              </a:rPr>
            </a:br>
            <a:endParaRPr lang="fr-FR" sz="3800" dirty="0"/>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Espace réservé du contenu 2">
            <a:extLst>
              <a:ext uri="{FF2B5EF4-FFF2-40B4-BE49-F238E27FC236}">
                <a16:creationId xmlns:a16="http://schemas.microsoft.com/office/drawing/2014/main" id="{5739B993-1198-3081-90E0-1AF0A9B927EF}"/>
              </a:ext>
            </a:extLst>
          </p:cNvPr>
          <p:cNvGraphicFramePr>
            <a:graphicFrameLocks noGrp="1"/>
          </p:cNvGraphicFramePr>
          <p:nvPr>
            <p:ph idx="1"/>
            <p:extLst>
              <p:ext uri="{D42A27DB-BD31-4B8C-83A1-F6EECF244321}">
                <p14:modId xmlns:p14="http://schemas.microsoft.com/office/powerpoint/2010/main" val="1616522456"/>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041499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5D5AC5AE-903F-ADDA-126A-8A404FD1AECB}"/>
              </a:ext>
            </a:extLst>
          </p:cNvPr>
          <p:cNvSpPr>
            <a:spLocks noGrp="1"/>
          </p:cNvSpPr>
          <p:nvPr>
            <p:ph type="title"/>
          </p:nvPr>
        </p:nvSpPr>
        <p:spPr>
          <a:xfrm>
            <a:off x="1371597" y="348865"/>
            <a:ext cx="10044023" cy="877729"/>
          </a:xfrm>
        </p:spPr>
        <p:txBody>
          <a:bodyPr anchor="ctr">
            <a:normAutofit/>
          </a:bodyPr>
          <a:lstStyle/>
          <a:p>
            <a:r>
              <a:rPr lang="fr-FR" sz="3400">
                <a:solidFill>
                  <a:srgbClr val="FFFFFF"/>
                </a:solidFill>
              </a:rPr>
              <a:t>2. Les piliers du positionnement professionnel adapté</a:t>
            </a:r>
          </a:p>
        </p:txBody>
      </p:sp>
      <p:graphicFrame>
        <p:nvGraphicFramePr>
          <p:cNvPr id="5" name="Espace réservé du contenu 2">
            <a:extLst>
              <a:ext uri="{FF2B5EF4-FFF2-40B4-BE49-F238E27FC236}">
                <a16:creationId xmlns:a16="http://schemas.microsoft.com/office/drawing/2014/main" id="{29EC9704-241F-8C6C-241E-A893B8BC4CD8}"/>
              </a:ext>
            </a:extLst>
          </p:cNvPr>
          <p:cNvGraphicFramePr>
            <a:graphicFrameLocks noGrp="1"/>
          </p:cNvGraphicFramePr>
          <p:nvPr>
            <p:ph idx="1"/>
            <p:extLst>
              <p:ext uri="{D42A27DB-BD31-4B8C-83A1-F6EECF244321}">
                <p14:modId xmlns:p14="http://schemas.microsoft.com/office/powerpoint/2010/main" val="4089083197"/>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744268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70958DE8-9776-BCA3-15FC-A72873756DFF}"/>
              </a:ext>
            </a:extLst>
          </p:cNvPr>
          <p:cNvSpPr>
            <a:spLocks noGrp="1"/>
          </p:cNvSpPr>
          <p:nvPr>
            <p:ph type="title"/>
          </p:nvPr>
        </p:nvSpPr>
        <p:spPr>
          <a:xfrm>
            <a:off x="1371597" y="348865"/>
            <a:ext cx="10044023" cy="877729"/>
          </a:xfrm>
        </p:spPr>
        <p:txBody>
          <a:bodyPr anchor="ctr">
            <a:normAutofit/>
          </a:bodyPr>
          <a:lstStyle/>
          <a:p>
            <a:endParaRPr lang="fr-FR" sz="4000">
              <a:solidFill>
                <a:srgbClr val="FFFFFF"/>
              </a:solidFill>
            </a:endParaRPr>
          </a:p>
        </p:txBody>
      </p:sp>
      <p:graphicFrame>
        <p:nvGraphicFramePr>
          <p:cNvPr id="5" name="Espace réservé du contenu 2">
            <a:extLst>
              <a:ext uri="{FF2B5EF4-FFF2-40B4-BE49-F238E27FC236}">
                <a16:creationId xmlns:a16="http://schemas.microsoft.com/office/drawing/2014/main" id="{501983B0-44CD-3693-42B8-C7A1F0034437}"/>
              </a:ext>
            </a:extLst>
          </p:cNvPr>
          <p:cNvGraphicFramePr>
            <a:graphicFrameLocks noGrp="1"/>
          </p:cNvGraphicFramePr>
          <p:nvPr>
            <p:ph idx="1"/>
            <p:extLst>
              <p:ext uri="{D42A27DB-BD31-4B8C-83A1-F6EECF244321}">
                <p14:modId xmlns:p14="http://schemas.microsoft.com/office/powerpoint/2010/main" val="3730652937"/>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7554948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Espace réservé du contenu 2">
            <a:extLst>
              <a:ext uri="{FF2B5EF4-FFF2-40B4-BE49-F238E27FC236}">
                <a16:creationId xmlns:a16="http://schemas.microsoft.com/office/drawing/2014/main" id="{C5368210-895F-8749-A3D9-DDAF04F8CDA8}"/>
              </a:ext>
            </a:extLst>
          </p:cNvPr>
          <p:cNvGraphicFramePr>
            <a:graphicFrameLocks noGrp="1"/>
          </p:cNvGraphicFramePr>
          <p:nvPr>
            <p:ph idx="1"/>
            <p:extLst>
              <p:ext uri="{D42A27DB-BD31-4B8C-83A1-F6EECF244321}">
                <p14:modId xmlns:p14="http://schemas.microsoft.com/office/powerpoint/2010/main" val="3304499948"/>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330265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9F79CDD6-D3C8-5BA7-C76C-008A5DE82556}"/>
              </a:ext>
            </a:extLst>
          </p:cNvPr>
          <p:cNvSpPr>
            <a:spLocks noGrp="1"/>
          </p:cNvSpPr>
          <p:nvPr>
            <p:ph type="title"/>
          </p:nvPr>
        </p:nvSpPr>
        <p:spPr>
          <a:xfrm>
            <a:off x="1383564" y="348865"/>
            <a:ext cx="9718111" cy="1576446"/>
          </a:xfrm>
        </p:spPr>
        <p:txBody>
          <a:bodyPr anchor="ctr">
            <a:normAutofit/>
          </a:bodyPr>
          <a:lstStyle/>
          <a:p>
            <a:r>
              <a:rPr lang="fr-FR" sz="4000">
                <a:solidFill>
                  <a:srgbClr val="FFFFFF"/>
                </a:solidFill>
              </a:rPr>
              <a:t>3. Les dimensions pratiques du positionnement</a:t>
            </a:r>
          </a:p>
        </p:txBody>
      </p:sp>
      <p:graphicFrame>
        <p:nvGraphicFramePr>
          <p:cNvPr id="5" name="Espace réservé du contenu 2">
            <a:extLst>
              <a:ext uri="{FF2B5EF4-FFF2-40B4-BE49-F238E27FC236}">
                <a16:creationId xmlns:a16="http://schemas.microsoft.com/office/drawing/2014/main" id="{FEC16518-A044-EC3E-2DAC-66E582BDAD02}"/>
              </a:ext>
            </a:extLst>
          </p:cNvPr>
          <p:cNvGraphicFramePr>
            <a:graphicFrameLocks noGrp="1"/>
          </p:cNvGraphicFramePr>
          <p:nvPr>
            <p:ph idx="1"/>
            <p:extLst>
              <p:ext uri="{D42A27DB-BD31-4B8C-83A1-F6EECF244321}">
                <p14:modId xmlns:p14="http://schemas.microsoft.com/office/powerpoint/2010/main" val="1767752700"/>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6822010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2035E5A7-CB67-E3C3-ED80-4E86C8203B47}"/>
              </a:ext>
            </a:extLst>
          </p:cNvPr>
          <p:cNvSpPr>
            <a:spLocks noGrp="1"/>
          </p:cNvSpPr>
          <p:nvPr>
            <p:ph type="title"/>
          </p:nvPr>
        </p:nvSpPr>
        <p:spPr>
          <a:xfrm>
            <a:off x="808638" y="386930"/>
            <a:ext cx="9236700" cy="1188950"/>
          </a:xfrm>
        </p:spPr>
        <p:txBody>
          <a:bodyPr anchor="b">
            <a:normAutofit/>
          </a:bodyPr>
          <a:lstStyle/>
          <a:p>
            <a:endParaRPr lang="fr-FR" sz="5400"/>
          </a:p>
        </p:txBody>
      </p:sp>
      <p:grpSp>
        <p:nvGrpSpPr>
          <p:cNvPr id="11" name="Group 10">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7" name="Rectangle 6">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6E2D1E6E-8751-655F-A969-20F24A34B5C4}"/>
              </a:ext>
            </a:extLst>
          </p:cNvPr>
          <p:cNvSpPr>
            <a:spLocks noGrp="1" noChangeArrowheads="1"/>
          </p:cNvSpPr>
          <p:nvPr>
            <p:ph idx="1"/>
          </p:nvPr>
        </p:nvSpPr>
        <p:spPr bwMode="auto">
          <a:xfrm>
            <a:off x="793660" y="2599509"/>
            <a:ext cx="10143668" cy="34355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None/>
              <a:tabLst/>
            </a:pPr>
            <a:r>
              <a:rPr kumimoji="0" lang="fr-FR" altLang="fr-FR" sz="2200" b="1" i="0" u="none" strike="noStrike" cap="none" normalizeH="0" baseline="0">
                <a:ln>
                  <a:noFill/>
                </a:ln>
                <a:effectLst/>
                <a:latin typeface="Arial" panose="020B0604020202020204" pitchFamily="34" charset="0"/>
              </a:rPr>
              <a:t>L’adaptation à chaque situation</a:t>
            </a:r>
            <a:endParaRPr lang="fr-FR" altLang="fr-FR" sz="2200" b="0" i="0" u="none" strike="noStrike" cap="none" normalizeH="0" baseline="0">
              <a:ln>
                <a:noFill/>
              </a:ln>
              <a:effectLst/>
              <a:latin typeface="Arial" panose="020B0604020202020204" pitchFamily="34" charset="0"/>
              <a:cs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fr-FR" altLang="fr-FR" sz="2200" b="0" i="0" u="none" strike="noStrike" cap="none" normalizeH="0" baseline="0">
                <a:ln>
                  <a:noFill/>
                </a:ln>
                <a:effectLst/>
                <a:latin typeface="Arial"/>
                <a:cs typeface="Arial"/>
              </a:rPr>
              <a:t>Savoir s’ajuster en fonction du contexte, de la personne et des imprévus.</a:t>
            </a:r>
            <a:endParaRPr lang="fr-FR" altLang="fr-FR" sz="2200" b="0" i="0" u="none" strike="noStrike" cap="none" normalizeH="0" baseline="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sz="2200" b="0" i="0" u="none" strike="noStrike" cap="none" normalizeH="0" baseline="0">
                <a:ln>
                  <a:noFill/>
                </a:ln>
                <a:effectLst/>
                <a:latin typeface="Arial" panose="020B0604020202020204" pitchFamily="34" charset="0"/>
              </a:rPr>
              <a:t>Par exemple : comment agir face à un refus de soins ou une situation d’urgence ?</a:t>
            </a:r>
          </a:p>
          <a:p>
            <a:pPr marL="0" indent="0">
              <a:spcBef>
                <a:spcPct val="0"/>
              </a:spcBef>
              <a:spcAft>
                <a:spcPts val="600"/>
              </a:spcAft>
              <a:buFontTx/>
              <a:buChar char="•"/>
            </a:pPr>
            <a:endParaRPr lang="fr-FR" altLang="fr-FR" sz="2200">
              <a:latin typeface="Arial"/>
              <a:cs typeface="Arial"/>
            </a:endParaRPr>
          </a:p>
          <a:p>
            <a:pPr marL="0" marR="0" lvl="0" indent="0" defTabSz="914400" rtl="0" eaLnBrk="0" fontAlgn="base" latinLnBrk="0" hangingPunct="0">
              <a:spcBef>
                <a:spcPct val="0"/>
              </a:spcBef>
              <a:spcAft>
                <a:spcPts val="600"/>
              </a:spcAft>
              <a:buClrTx/>
              <a:buSzTx/>
              <a:buFontTx/>
              <a:buNone/>
              <a:tabLst/>
            </a:pPr>
            <a:r>
              <a:rPr kumimoji="0" lang="fr-FR" altLang="fr-FR" sz="2200" b="1" i="0" u="none" strike="noStrike" cap="none" normalizeH="0" baseline="0">
                <a:ln>
                  <a:noFill/>
                </a:ln>
                <a:effectLst/>
                <a:latin typeface="Arial" panose="020B0604020202020204" pitchFamily="34" charset="0"/>
              </a:rPr>
              <a:t>La communication</a:t>
            </a:r>
            <a:endParaRPr lang="fr-FR" altLang="fr-FR" sz="2200" b="0" i="0" u="none" strike="noStrike" cap="none" normalizeH="0" baseline="0">
              <a:ln>
                <a:noFill/>
              </a:ln>
              <a:effectLst/>
              <a:latin typeface="Arial" panose="020B0604020202020204" pitchFamily="34" charset="0"/>
              <a:cs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fr-FR" altLang="fr-FR" sz="2200" b="0" i="0" u="none" strike="noStrike" cap="none" normalizeH="0" baseline="0">
                <a:ln>
                  <a:noFill/>
                </a:ln>
                <a:effectLst/>
                <a:latin typeface="Arial"/>
                <a:cs typeface="Arial"/>
              </a:rPr>
              <a:t>Utiliser une communication claire, respectueuse et adaptée (verbale et non-verbale).</a:t>
            </a:r>
            <a:endParaRPr lang="fr-FR" altLang="fr-FR" sz="2200" b="0" i="0" u="none" strike="noStrike" cap="none" normalizeH="0" baseline="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sz="2200" b="0" i="0" u="none" strike="noStrike" cap="none" normalizeH="0" baseline="0">
                <a:ln>
                  <a:noFill/>
                </a:ln>
                <a:effectLst/>
                <a:latin typeface="Arial" panose="020B0604020202020204" pitchFamily="34" charset="0"/>
              </a:rPr>
              <a:t>Savoir reformuler pour vérifier la compréhension et éviter les malentendus.</a:t>
            </a:r>
          </a:p>
          <a:p>
            <a:pPr marL="0" marR="0" lvl="0" indent="0" defTabSz="914400" rtl="0" eaLnBrk="0" fontAlgn="base" latinLnBrk="0" hangingPunct="0">
              <a:spcBef>
                <a:spcPct val="0"/>
              </a:spcBef>
              <a:spcAft>
                <a:spcPts val="600"/>
              </a:spcAft>
              <a:buClrTx/>
              <a:buSzTx/>
              <a:buFontTx/>
              <a:buNone/>
              <a:tabLst/>
            </a:pPr>
            <a:endParaRPr kumimoji="0" lang="fr-FR" altLang="fr-FR" sz="2200" b="0" i="0" u="none" strike="noStrike" cap="none" normalizeH="0" baseline="0">
              <a:ln>
                <a:noFill/>
              </a:ln>
              <a:effectLst/>
              <a:latin typeface="Arial" panose="020B0604020202020204" pitchFamily="34" charset="0"/>
            </a:endParaRPr>
          </a:p>
        </p:txBody>
      </p:sp>
    </p:spTree>
    <p:extLst>
      <p:ext uri="{BB962C8B-B14F-4D97-AF65-F5344CB8AC3E}">
        <p14:creationId xmlns:p14="http://schemas.microsoft.com/office/powerpoint/2010/main" val="77027566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EF20320-5910-747D-19AB-B3F6ED129B7D}"/>
              </a:ext>
            </a:extLst>
          </p:cNvPr>
          <p:cNvSpPr>
            <a:spLocks noGrp="1"/>
          </p:cNvSpPr>
          <p:nvPr>
            <p:ph type="title"/>
          </p:nvPr>
        </p:nvSpPr>
        <p:spPr>
          <a:xfrm>
            <a:off x="808638" y="386930"/>
            <a:ext cx="9236700" cy="1188950"/>
          </a:xfrm>
        </p:spPr>
        <p:txBody>
          <a:bodyPr anchor="b">
            <a:normAutofit/>
          </a:bodyPr>
          <a:lstStyle/>
          <a:p>
            <a:endParaRPr lang="fr-FR" sz="5400"/>
          </a:p>
        </p:txBody>
      </p:sp>
      <p:grpSp>
        <p:nvGrpSpPr>
          <p:cNvPr id="11" name="Group 10">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2" name="Rectangle 11">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5E215498-D6AE-1803-23E8-2139483EF734}"/>
              </a:ext>
            </a:extLst>
          </p:cNvPr>
          <p:cNvSpPr>
            <a:spLocks noGrp="1" noChangeArrowheads="1"/>
          </p:cNvSpPr>
          <p:nvPr>
            <p:ph idx="1"/>
          </p:nvPr>
        </p:nvSpPr>
        <p:spPr bwMode="auto">
          <a:xfrm>
            <a:off x="793660" y="2599509"/>
            <a:ext cx="10143668" cy="34355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None/>
              <a:tabLst/>
            </a:pPr>
            <a:r>
              <a:rPr kumimoji="0" lang="fr-FR" altLang="fr-FR" sz="2400" b="1" i="0" u="none" strike="noStrike" cap="none" normalizeH="0" baseline="0">
                <a:ln>
                  <a:noFill/>
                </a:ln>
                <a:effectLst/>
                <a:latin typeface="Arial" panose="020B0604020202020204" pitchFamily="34" charset="0"/>
              </a:rPr>
              <a:t>La gestion des conflits</a:t>
            </a:r>
            <a:endParaRPr lang="fr-FR" altLang="fr-FR" sz="2400" b="0" i="0" u="none" strike="noStrike" cap="none" normalizeH="0" baseline="0">
              <a:ln>
                <a:noFill/>
              </a:ln>
              <a:effectLst/>
              <a:latin typeface="Arial" panose="020B0604020202020204" pitchFamily="34" charset="0"/>
              <a:cs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fr-FR" altLang="fr-FR" sz="2400" b="0" i="0" u="none" strike="noStrike" cap="none" normalizeH="0" baseline="0">
                <a:ln>
                  <a:noFill/>
                </a:ln>
                <a:effectLst/>
                <a:latin typeface="Arial" panose="020B0604020202020204" pitchFamily="34" charset="0"/>
              </a:rPr>
              <a:t>Rester calme et chercher des solutions constructives.</a:t>
            </a:r>
          </a:p>
          <a:p>
            <a:pPr marL="0" marR="0" lvl="0" indent="0" defTabSz="914400" rtl="0" eaLnBrk="0" fontAlgn="base" latinLnBrk="0" hangingPunct="0">
              <a:spcBef>
                <a:spcPct val="0"/>
              </a:spcBef>
              <a:spcAft>
                <a:spcPts val="600"/>
              </a:spcAft>
              <a:buClrTx/>
              <a:buSzTx/>
              <a:buFontTx/>
              <a:buChar char="•"/>
              <a:tabLst/>
            </a:pPr>
            <a:r>
              <a:rPr kumimoji="0" lang="fr-FR" altLang="fr-FR" sz="2400" b="0" i="0" u="none" strike="noStrike" cap="none" normalizeH="0" baseline="0">
                <a:ln>
                  <a:noFill/>
                </a:ln>
                <a:effectLst/>
                <a:latin typeface="Arial"/>
                <a:cs typeface="Arial"/>
              </a:rPr>
              <a:t>Développer des compétences en médiation pour désamorcer les tensions.</a:t>
            </a:r>
            <a:endParaRPr lang="fr-FR" altLang="fr-FR" sz="2400" b="0" i="0" u="none" strike="noStrike" cap="none" normalizeH="0" baseline="0">
              <a:ln>
                <a:noFill/>
              </a:ln>
              <a:effectLst/>
              <a:latin typeface="Arial"/>
              <a:cs typeface="Arial"/>
            </a:endParaRPr>
          </a:p>
          <a:p>
            <a:pPr marL="0" indent="0">
              <a:spcBef>
                <a:spcPct val="0"/>
              </a:spcBef>
              <a:spcAft>
                <a:spcPts val="600"/>
              </a:spcAft>
              <a:buFontTx/>
              <a:buChar char="•"/>
            </a:pPr>
            <a:endParaRPr lang="fr-FR" altLang="fr-FR" sz="2400">
              <a:latin typeface="Arial"/>
              <a:cs typeface="Arial"/>
            </a:endParaRPr>
          </a:p>
          <a:p>
            <a:pPr marL="0" marR="0" lvl="0" indent="0" defTabSz="914400" rtl="0" eaLnBrk="0" fontAlgn="base" latinLnBrk="0" hangingPunct="0">
              <a:spcBef>
                <a:spcPct val="0"/>
              </a:spcBef>
              <a:spcAft>
                <a:spcPts val="600"/>
              </a:spcAft>
              <a:buClrTx/>
              <a:buSzTx/>
              <a:buNone/>
              <a:tabLst/>
            </a:pPr>
            <a:r>
              <a:rPr kumimoji="0" lang="fr-FR" altLang="fr-FR" sz="2400" b="1" i="0" u="none" strike="noStrike" cap="none" normalizeH="0" baseline="0">
                <a:ln>
                  <a:noFill/>
                </a:ln>
                <a:effectLst/>
                <a:latin typeface="Arial" panose="020B0604020202020204" pitchFamily="34" charset="0"/>
              </a:rPr>
              <a:t>L’équilibre entre cadre et souplesse</a:t>
            </a:r>
            <a:endParaRPr lang="fr-FR" altLang="fr-FR" sz="2400" b="0" i="0" u="none" strike="noStrike" cap="none" normalizeH="0" baseline="0">
              <a:ln>
                <a:noFill/>
              </a:ln>
              <a:effectLst/>
              <a:latin typeface="Arial" panose="020B0604020202020204" pitchFamily="34" charset="0"/>
              <a:cs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fr-FR" altLang="fr-FR" sz="2400" b="0" i="0" u="none" strike="noStrike" cap="none" normalizeH="0" baseline="0">
                <a:ln>
                  <a:noFill/>
                </a:ln>
                <a:effectLst/>
                <a:latin typeface="Arial" panose="020B0604020202020204" pitchFamily="34" charset="0"/>
              </a:rPr>
              <a:t>Maintenir le respect des règles tout en restant flexible pour répondre aux besoins individuels.</a:t>
            </a:r>
          </a:p>
          <a:p>
            <a:pPr marL="0" marR="0" lvl="0" indent="0" defTabSz="914400" rtl="0" eaLnBrk="0" fontAlgn="base" latinLnBrk="0" hangingPunct="0">
              <a:spcBef>
                <a:spcPct val="0"/>
              </a:spcBef>
              <a:spcAft>
                <a:spcPts val="600"/>
              </a:spcAft>
              <a:buClrTx/>
              <a:buSzTx/>
              <a:buFontTx/>
              <a:buNone/>
              <a:tabLst/>
            </a:pPr>
            <a:endParaRPr kumimoji="0" lang="fr-FR" altLang="fr-FR" sz="2400" b="0" i="0" u="none" strike="noStrike" cap="none" normalizeH="0" baseline="0">
              <a:ln>
                <a:noFill/>
              </a:ln>
              <a:effectLst/>
              <a:latin typeface="Arial" panose="020B0604020202020204" pitchFamily="34" charset="0"/>
            </a:endParaRPr>
          </a:p>
        </p:txBody>
      </p:sp>
    </p:spTree>
    <p:extLst>
      <p:ext uri="{BB962C8B-B14F-4D97-AF65-F5344CB8AC3E}">
        <p14:creationId xmlns:p14="http://schemas.microsoft.com/office/powerpoint/2010/main" val="4413680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87C53A3-1B60-3D33-B911-7303AABEA10D}"/>
              </a:ext>
            </a:extLst>
          </p:cNvPr>
          <p:cNvSpPr>
            <a:spLocks noGrp="1"/>
          </p:cNvSpPr>
          <p:nvPr>
            <p:ph type="title"/>
          </p:nvPr>
        </p:nvSpPr>
        <p:spPr>
          <a:xfrm>
            <a:off x="1289304" y="168232"/>
            <a:ext cx="9849751" cy="1349671"/>
          </a:xfrm>
        </p:spPr>
        <p:txBody>
          <a:bodyPr anchor="b">
            <a:normAutofit/>
          </a:bodyPr>
          <a:lstStyle/>
          <a:p>
            <a:r>
              <a:rPr lang="fr-FR" sz="5400" dirty="0"/>
              <a:t>Cas pratique : </a:t>
            </a:r>
          </a:p>
        </p:txBody>
      </p:sp>
      <p:sp>
        <p:nvSpPr>
          <p:cNvPr id="3" name="Espace réservé du contenu 2">
            <a:extLst>
              <a:ext uri="{FF2B5EF4-FFF2-40B4-BE49-F238E27FC236}">
                <a16:creationId xmlns:a16="http://schemas.microsoft.com/office/drawing/2014/main" id="{1731FBF1-E52B-EA70-11DE-CC02A398B21F}"/>
              </a:ext>
            </a:extLst>
          </p:cNvPr>
          <p:cNvSpPr>
            <a:spLocks noGrp="1"/>
          </p:cNvSpPr>
          <p:nvPr>
            <p:ph idx="1"/>
          </p:nvPr>
        </p:nvSpPr>
        <p:spPr>
          <a:xfrm>
            <a:off x="1289304" y="2020824"/>
            <a:ext cx="9849751" cy="3914257"/>
          </a:xfrm>
        </p:spPr>
        <p:txBody>
          <a:bodyPr anchor="ctr">
            <a:normAutofit/>
          </a:bodyPr>
          <a:lstStyle/>
          <a:p>
            <a:pPr marL="0" indent="0">
              <a:buNone/>
            </a:pPr>
            <a:r>
              <a:rPr lang="fr-FR" sz="1700" b="1" dirty="0"/>
              <a:t>Cas pratique 1 :</a:t>
            </a:r>
            <a:r>
              <a:rPr lang="fr-FR" sz="1700" dirty="0"/>
              <a:t> Conflit entre un aidant familial et un professionnel.</a:t>
            </a:r>
          </a:p>
          <a:p>
            <a:pPr>
              <a:buFont typeface="Arial" panose="020B0604020202020204" pitchFamily="34" charset="0"/>
              <a:buChar char="•"/>
            </a:pPr>
            <a:r>
              <a:rPr lang="fr-FR" sz="1700" dirty="0"/>
              <a:t>Analyse : Comprendre les points de vue des deux parties.</a:t>
            </a:r>
          </a:p>
          <a:p>
            <a:pPr>
              <a:buFont typeface="Arial" panose="020B0604020202020204" pitchFamily="34" charset="0"/>
              <a:buChar char="•"/>
            </a:pPr>
            <a:r>
              <a:rPr lang="fr-FR" sz="1700" dirty="0"/>
              <a:t>Positionnement : Rester neutre, écouter les préoccupations et chercher une </a:t>
            </a:r>
            <a:r>
              <a:rPr lang="fr-FR" sz="1700" b="1" dirty="0"/>
              <a:t>solution collaborative</a:t>
            </a:r>
            <a:r>
              <a:rPr lang="fr-FR" sz="1700" dirty="0"/>
              <a:t>.</a:t>
            </a:r>
          </a:p>
          <a:p>
            <a:pPr>
              <a:buFont typeface="Arial" panose="020B0604020202020204" pitchFamily="34" charset="0"/>
              <a:buChar char="•"/>
            </a:pPr>
            <a:endParaRPr lang="fr-FR" sz="1700" dirty="0"/>
          </a:p>
          <a:p>
            <a:endParaRPr lang="fr-FR" sz="1700" b="1" dirty="0"/>
          </a:p>
          <a:p>
            <a:pPr marL="0" indent="0">
              <a:buNone/>
            </a:pPr>
            <a:r>
              <a:rPr lang="fr-FR" sz="1700" b="1" dirty="0"/>
              <a:t>Cas pratique 2 :</a:t>
            </a:r>
            <a:r>
              <a:rPr lang="fr-FR" sz="1700" dirty="0"/>
              <a:t> Demande d’une tâche supplémentaire en hauteur de la part de la famille.</a:t>
            </a:r>
          </a:p>
          <a:p>
            <a:pPr>
              <a:buFont typeface="Arial" panose="020B0604020202020204" pitchFamily="34" charset="0"/>
              <a:buChar char="•"/>
            </a:pPr>
            <a:r>
              <a:rPr lang="fr-FR" sz="1700" dirty="0"/>
              <a:t>Analyse : Identifier les raisons du refus (Danger, interdiction de la loi, manque de temps).</a:t>
            </a:r>
          </a:p>
          <a:p>
            <a:pPr>
              <a:buFont typeface="Arial" panose="020B0604020202020204" pitchFamily="34" charset="0"/>
              <a:buChar char="•"/>
            </a:pPr>
            <a:r>
              <a:rPr lang="fr-FR" sz="1700" dirty="0"/>
              <a:t>Positionnement : Expliquer la raison de l’</a:t>
            </a:r>
            <a:r>
              <a:rPr lang="fr-FR" sz="1700" dirty="0" err="1"/>
              <a:t>infesabilité</a:t>
            </a:r>
            <a:r>
              <a:rPr lang="fr-FR" sz="1700" dirty="0"/>
              <a:t> de la tâche et de la recherche de solution avec l’équipe encadrante.</a:t>
            </a:r>
          </a:p>
          <a:p>
            <a:pPr>
              <a:buFont typeface="Arial" panose="020B0604020202020204" pitchFamily="34" charset="0"/>
              <a:buChar char="•"/>
            </a:pPr>
            <a:endParaRPr lang="fr-FR" sz="1700" dirty="0"/>
          </a:p>
          <a:p>
            <a:endParaRPr lang="fr-FR" sz="1700" dirty="0"/>
          </a:p>
        </p:txBody>
      </p:sp>
    </p:spTree>
    <p:extLst>
      <p:ext uri="{BB962C8B-B14F-4D97-AF65-F5344CB8AC3E}">
        <p14:creationId xmlns:p14="http://schemas.microsoft.com/office/powerpoint/2010/main" val="7332403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19271C0D-D2F5-4D97-5CAE-1957BC53D891}"/>
              </a:ext>
            </a:extLst>
          </p:cNvPr>
          <p:cNvSpPr>
            <a:spLocks noGrp="1"/>
          </p:cNvSpPr>
          <p:nvPr>
            <p:ph type="title"/>
          </p:nvPr>
        </p:nvSpPr>
        <p:spPr>
          <a:xfrm>
            <a:off x="640080" y="325369"/>
            <a:ext cx="4368602" cy="1956841"/>
          </a:xfrm>
        </p:spPr>
        <p:txBody>
          <a:bodyPr anchor="b">
            <a:normAutofit/>
          </a:bodyPr>
          <a:lstStyle/>
          <a:p>
            <a:r>
              <a:rPr lang="fr-FR" sz="4200" b="1" kern="100">
                <a:effectLst/>
                <a:latin typeface="Calibri" panose="020F0502020204030204" pitchFamily="34" charset="0"/>
                <a:ea typeface="Calibri" panose="020F0502020204030204" pitchFamily="34" charset="0"/>
                <a:cs typeface="Times New Roman" panose="02020603050405020304" pitchFamily="18" charset="0"/>
              </a:rPr>
              <a:t>Le sens des actions.</a:t>
            </a:r>
            <a:br>
              <a:rPr lang="fr-FR" sz="4200" kern="100">
                <a:effectLst/>
                <a:latin typeface="Calibri" panose="020F0502020204030204" pitchFamily="34" charset="0"/>
                <a:ea typeface="Calibri" panose="020F0502020204030204" pitchFamily="34" charset="0"/>
                <a:cs typeface="Times New Roman" panose="02020603050405020304" pitchFamily="18" charset="0"/>
              </a:rPr>
            </a:br>
            <a:endParaRPr lang="fr-FR" sz="4200"/>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65DE9F4D-CC6B-6C8F-65B9-D71BEDFC9E3C}"/>
              </a:ext>
            </a:extLst>
          </p:cNvPr>
          <p:cNvSpPr>
            <a:spLocks noGrp="1"/>
          </p:cNvSpPr>
          <p:nvPr>
            <p:ph idx="1"/>
          </p:nvPr>
        </p:nvSpPr>
        <p:spPr>
          <a:xfrm>
            <a:off x="384048" y="2872899"/>
            <a:ext cx="4624634" cy="3320668"/>
          </a:xfrm>
        </p:spPr>
        <p:txBody>
          <a:bodyPr>
            <a:normAutofit/>
          </a:bodyPr>
          <a:lstStyle/>
          <a:p>
            <a:pPr marL="0" indent="0">
              <a:buNone/>
            </a:pPr>
            <a:r>
              <a:rPr lang="fr-FR" sz="1500" b="1" dirty="0"/>
              <a:t>1. Introduction : Pourquoi donner du sens aux actions ?</a:t>
            </a:r>
          </a:p>
          <a:p>
            <a:pPr>
              <a:buFont typeface="Arial" panose="020B0604020202020204" pitchFamily="34" charset="0"/>
              <a:buChar char="•"/>
            </a:pPr>
            <a:r>
              <a:rPr lang="fr-FR" sz="1500" b="1" dirty="0"/>
              <a:t>Définition :</a:t>
            </a:r>
            <a:r>
              <a:rPr lang="fr-FR" sz="1500" dirty="0"/>
              <a:t> Comprendre pourquoi une action est réalisée et s'assurer qu'elle apporte une véritable valeur pour la personne aidée.</a:t>
            </a:r>
          </a:p>
          <a:p>
            <a:pPr>
              <a:buFont typeface="Arial" panose="020B0604020202020204" pitchFamily="34" charset="0"/>
              <a:buChar char="•"/>
            </a:pPr>
            <a:r>
              <a:rPr lang="fr-FR" sz="1500" b="1" dirty="0"/>
              <a:t>Importance dans l'accompagnement :</a:t>
            </a:r>
            <a:endParaRPr lang="fr-FR" sz="1500" dirty="0"/>
          </a:p>
          <a:p>
            <a:pPr marL="742950" lvl="1" indent="-285750">
              <a:buFont typeface="Arial" panose="020B0604020202020204" pitchFamily="34" charset="0"/>
              <a:buChar char="•"/>
            </a:pPr>
            <a:r>
              <a:rPr lang="fr-FR" sz="1500" dirty="0"/>
              <a:t>Éviter des gestes purement techniques ou routiniers qui risquent de déshumaniser la relation.</a:t>
            </a:r>
          </a:p>
          <a:p>
            <a:pPr marL="742950" lvl="1" indent="-285750">
              <a:buFont typeface="Arial" panose="020B0604020202020204" pitchFamily="34" charset="0"/>
              <a:buChar char="•"/>
            </a:pPr>
            <a:r>
              <a:rPr lang="fr-FR" sz="1500" dirty="0"/>
              <a:t>Rendre chaque intervention utile et respectueuse des besoins, habitudes et préférences de la personne aidée.</a:t>
            </a:r>
          </a:p>
          <a:p>
            <a:endParaRPr lang="fr-FR" sz="1500" dirty="0"/>
          </a:p>
        </p:txBody>
      </p:sp>
      <p:pic>
        <p:nvPicPr>
          <p:cNvPr id="5" name="Picture 4" descr="Gros plan de mains en train d’applaudir">
            <a:extLst>
              <a:ext uri="{FF2B5EF4-FFF2-40B4-BE49-F238E27FC236}">
                <a16:creationId xmlns:a16="http://schemas.microsoft.com/office/drawing/2014/main" id="{20E8D234-A920-A063-83F6-D4083AB5E3F0}"/>
              </a:ext>
            </a:extLst>
          </p:cNvPr>
          <p:cNvPicPr>
            <a:picLocks noChangeAspect="1"/>
          </p:cNvPicPr>
          <p:nvPr/>
        </p:nvPicPr>
        <p:blipFill>
          <a:blip r:embed="rId2"/>
          <a:srcRect l="23425" r="9627" b="4"/>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91693653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160A5C16-77ED-1A44-30BA-4A991A116C08}"/>
              </a:ext>
            </a:extLst>
          </p:cNvPr>
          <p:cNvSpPr>
            <a:spLocks noGrp="1"/>
          </p:cNvSpPr>
          <p:nvPr>
            <p:ph type="title"/>
          </p:nvPr>
        </p:nvSpPr>
        <p:spPr>
          <a:xfrm>
            <a:off x="621792" y="1161288"/>
            <a:ext cx="3602736" cy="4526280"/>
          </a:xfrm>
        </p:spPr>
        <p:txBody>
          <a:bodyPr>
            <a:normAutofit/>
          </a:bodyPr>
          <a:lstStyle/>
          <a:p>
            <a:r>
              <a:rPr lang="fr-FR" sz="4000"/>
              <a:t>2. Les principes fondamentaux pour donner du sens aux actions</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Espace réservé du contenu 2">
            <a:extLst>
              <a:ext uri="{FF2B5EF4-FFF2-40B4-BE49-F238E27FC236}">
                <a16:creationId xmlns:a16="http://schemas.microsoft.com/office/drawing/2014/main" id="{A4EB9E46-5A6D-96EF-F26A-E416ECB4078B}"/>
              </a:ext>
            </a:extLst>
          </p:cNvPr>
          <p:cNvGraphicFramePr>
            <a:graphicFrameLocks noGrp="1"/>
          </p:cNvGraphicFramePr>
          <p:nvPr>
            <p:ph idx="1"/>
            <p:extLst>
              <p:ext uri="{D42A27DB-BD31-4B8C-83A1-F6EECF244321}">
                <p14:modId xmlns:p14="http://schemas.microsoft.com/office/powerpoint/2010/main" val="1542322276"/>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1703311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F79D7F5-7C5C-B9D5-1ACC-F6E85DDFF2F8}"/>
              </a:ext>
            </a:extLst>
          </p:cNvPr>
          <p:cNvSpPr>
            <a:spLocks noGrp="1"/>
          </p:cNvSpPr>
          <p:nvPr>
            <p:ph type="title"/>
          </p:nvPr>
        </p:nvSpPr>
        <p:spPr>
          <a:xfrm>
            <a:off x="808638" y="386930"/>
            <a:ext cx="9236700" cy="1188950"/>
          </a:xfrm>
        </p:spPr>
        <p:txBody>
          <a:bodyPr anchor="b">
            <a:normAutofit/>
          </a:bodyPr>
          <a:lstStyle/>
          <a:p>
            <a:endParaRPr lang="fr-FR" sz="5400"/>
          </a:p>
        </p:txBody>
      </p:sp>
      <p:grpSp>
        <p:nvGrpSpPr>
          <p:cNvPr id="13" name="Group 12">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4" name="Rectangle 13">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3">
            <a:extLst>
              <a:ext uri="{FF2B5EF4-FFF2-40B4-BE49-F238E27FC236}">
                <a16:creationId xmlns:a16="http://schemas.microsoft.com/office/drawing/2014/main" id="{BFAE33D2-E3D9-8466-B605-6677E4984D65}"/>
              </a:ext>
            </a:extLst>
          </p:cNvPr>
          <p:cNvSpPr>
            <a:spLocks noGrp="1" noChangeArrowheads="1"/>
          </p:cNvSpPr>
          <p:nvPr>
            <p:ph idx="1"/>
          </p:nvPr>
        </p:nvSpPr>
        <p:spPr bwMode="auto">
          <a:xfrm>
            <a:off x="793660" y="2599509"/>
            <a:ext cx="10143668" cy="34355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None/>
              <a:tabLst/>
            </a:pPr>
            <a:r>
              <a:rPr kumimoji="0" lang="fr-FR" altLang="fr-FR" sz="2200" b="1" i="0" u="none" strike="noStrike" cap="none" normalizeH="0" baseline="0" dirty="0">
                <a:ln>
                  <a:noFill/>
                </a:ln>
                <a:effectLst/>
                <a:latin typeface="Arial"/>
                <a:cs typeface="Arial"/>
              </a:rPr>
              <a:t>Respecter l’individu</a:t>
            </a:r>
            <a:endParaRPr lang="fr-FR" altLang="fr-FR" sz="2200" b="0" i="0" u="none" strike="noStrike" cap="none" normalizeH="0" baseline="0" dirty="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sz="2200" b="0" i="0" u="none" strike="noStrike" cap="none" normalizeH="0" baseline="0" dirty="0">
                <a:ln>
                  <a:noFill/>
                </a:ln>
                <a:effectLst/>
                <a:latin typeface="Arial"/>
                <a:cs typeface="Arial"/>
              </a:rPr>
              <a:t> Chaque personne a ses propres valeurs, habitudes et besoins spécifiques.</a:t>
            </a:r>
            <a:endParaRPr lang="fr-FR" altLang="fr-FR" sz="2200" b="0" i="0" u="none" strike="noStrike" cap="none" normalizeH="0" baseline="0" dirty="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sz="2200" b="0" i="0" u="none" strike="noStrike" cap="none" normalizeH="0" baseline="0" dirty="0">
                <a:ln>
                  <a:noFill/>
                </a:ln>
                <a:effectLst/>
                <a:latin typeface="Arial"/>
                <a:cs typeface="Arial"/>
              </a:rPr>
              <a:t> L’importance de ne pas imposer des actions sans les expliquer ni les adapter.</a:t>
            </a:r>
            <a:endParaRPr lang="fr-FR" altLang="fr-FR" sz="2200" b="0" i="0" u="none" strike="noStrike" cap="none" normalizeH="0" baseline="0" dirty="0">
              <a:ln>
                <a:noFill/>
              </a:ln>
              <a:effectLst/>
              <a:latin typeface="Arial"/>
              <a:cs typeface="Arial"/>
            </a:endParaRPr>
          </a:p>
          <a:p>
            <a:pPr marL="0" indent="0">
              <a:spcBef>
                <a:spcPct val="0"/>
              </a:spcBef>
              <a:spcAft>
                <a:spcPts val="600"/>
              </a:spcAft>
              <a:buFontTx/>
              <a:buChar char="•"/>
            </a:pPr>
            <a:endParaRPr lang="fr-FR" altLang="fr-FR" sz="2200" dirty="0">
              <a:latin typeface="Arial"/>
              <a:cs typeface="Arial"/>
            </a:endParaRPr>
          </a:p>
          <a:p>
            <a:pPr marL="0" indent="0" eaLnBrk="0" fontAlgn="base" hangingPunct="0">
              <a:spcBef>
                <a:spcPct val="0"/>
              </a:spcBef>
              <a:spcAft>
                <a:spcPts val="600"/>
              </a:spcAft>
              <a:buNone/>
            </a:pPr>
            <a:r>
              <a:rPr lang="fr-FR" altLang="fr-FR" sz="2200" b="1" dirty="0">
                <a:latin typeface="Arial"/>
                <a:cs typeface="Arial"/>
              </a:rPr>
              <a:t>Promouvoir </a:t>
            </a:r>
            <a:r>
              <a:rPr kumimoji="0" lang="fr-FR" altLang="fr-FR" sz="2200" b="1" i="0" u="none" strike="noStrike" cap="none" normalizeH="0" baseline="0" dirty="0">
                <a:ln>
                  <a:noFill/>
                </a:ln>
                <a:effectLst/>
                <a:latin typeface="Arial"/>
                <a:cs typeface="Arial"/>
              </a:rPr>
              <a:t>l’autonomie</a:t>
            </a:r>
            <a:endParaRPr lang="fr-FR" altLang="fr-FR" sz="2200" b="0" i="0" u="none" strike="noStrike" cap="none" normalizeH="0" baseline="0" dirty="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sz="2200" b="0" i="0" u="none" strike="noStrike" cap="none" normalizeH="0" baseline="0" dirty="0">
                <a:ln>
                  <a:noFill/>
                </a:ln>
                <a:effectLst/>
                <a:latin typeface="Arial"/>
                <a:cs typeface="Arial"/>
              </a:rPr>
              <a:t> Le rôle n’est pas de tout faire à la place, mais d’accompagner pour préserver ou développer les capacités.</a:t>
            </a:r>
            <a:endParaRPr lang="fr-FR" altLang="fr-FR" sz="2200" b="0" i="0" u="none" strike="noStrike" cap="none" normalizeH="0" baseline="0" dirty="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sz="2200" b="0" i="0" u="none" strike="noStrike" cap="none" normalizeH="0" baseline="0" dirty="0">
                <a:ln>
                  <a:noFill/>
                </a:ln>
                <a:effectLst/>
                <a:latin typeface="Arial"/>
                <a:cs typeface="Arial"/>
              </a:rPr>
              <a:t> Exemple : Encourager la personne à participer aux tâches ménagères simples si elle en est capable.</a:t>
            </a:r>
            <a:endParaRPr lang="fr-FR" altLang="fr-FR" sz="2200" b="0" i="0" u="none" strike="noStrike" cap="none" normalizeH="0" baseline="0" dirty="0">
              <a:ln>
                <a:noFill/>
              </a:ln>
              <a:effectLst/>
              <a:latin typeface="Arial"/>
              <a:cs typeface="Arial"/>
            </a:endParaRPr>
          </a:p>
          <a:p>
            <a:pPr marL="0" marR="0" lvl="0" indent="0" defTabSz="914400" rtl="0" eaLnBrk="0" fontAlgn="base" latinLnBrk="0" hangingPunct="0">
              <a:spcBef>
                <a:spcPct val="0"/>
              </a:spcBef>
              <a:spcAft>
                <a:spcPts val="600"/>
              </a:spcAft>
              <a:buClrTx/>
              <a:buSzTx/>
              <a:buFontTx/>
              <a:buNone/>
              <a:tabLst/>
            </a:pPr>
            <a:endParaRPr kumimoji="0" lang="fr-FR" altLang="fr-FR" sz="22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287146780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CDEB449-4AAD-E839-9B48-6B363D293B84}"/>
              </a:ext>
            </a:extLst>
          </p:cNvPr>
          <p:cNvSpPr>
            <a:spLocks noGrp="1"/>
          </p:cNvSpPr>
          <p:nvPr>
            <p:ph type="title"/>
          </p:nvPr>
        </p:nvSpPr>
        <p:spPr>
          <a:xfrm>
            <a:off x="841248" y="251312"/>
            <a:ext cx="10506456" cy="1010264"/>
          </a:xfrm>
        </p:spPr>
        <p:txBody>
          <a:bodyPr anchor="ctr">
            <a:normAutofit/>
          </a:bodyPr>
          <a:lstStyle/>
          <a:p>
            <a:endParaRPr lang="fr-FR"/>
          </a:p>
        </p:txBody>
      </p:sp>
      <p:sp>
        <p:nvSpPr>
          <p:cNvPr id="12" name="Rectangle 11">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13" name="Rectangle 1">
            <a:extLst>
              <a:ext uri="{FF2B5EF4-FFF2-40B4-BE49-F238E27FC236}">
                <a16:creationId xmlns:a16="http://schemas.microsoft.com/office/drawing/2014/main" id="{D4376955-7693-E7B6-15FF-9D8A7591FBD8}"/>
              </a:ext>
            </a:extLst>
          </p:cNvPr>
          <p:cNvGraphicFramePr>
            <a:graphicFrameLocks noGrp="1"/>
          </p:cNvGraphicFramePr>
          <p:nvPr>
            <p:ph idx="1"/>
            <p:extLst>
              <p:ext uri="{D42A27DB-BD31-4B8C-83A1-F6EECF244321}">
                <p14:modId xmlns:p14="http://schemas.microsoft.com/office/powerpoint/2010/main" val="2162320396"/>
              </p:ext>
            </p:extLst>
          </p:nvPr>
        </p:nvGraphicFramePr>
        <p:xfrm>
          <a:off x="838200" y="1650222"/>
          <a:ext cx="10506456" cy="45849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5210987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887566-EE8D-31D6-0C23-71B210A43181}"/>
              </a:ext>
            </a:extLst>
          </p:cNvPr>
          <p:cNvSpPr>
            <a:spLocks noGrp="1"/>
          </p:cNvSpPr>
          <p:nvPr>
            <p:ph type="title"/>
          </p:nvPr>
        </p:nvSpPr>
        <p:spPr>
          <a:xfrm>
            <a:off x="752168" y="143899"/>
            <a:ext cx="10515600" cy="1325563"/>
          </a:xfrm>
        </p:spPr>
        <p:txBody>
          <a:bodyPr/>
          <a:lstStyle/>
          <a:p>
            <a:r>
              <a:rPr lang="fr-FR" b="1" dirty="0"/>
              <a:t>3. Les étapes pour donner du sens aux actions</a:t>
            </a:r>
            <a:br>
              <a:rPr lang="fr-FR" b="1" dirty="0"/>
            </a:br>
            <a:endParaRPr lang="fr-FR" dirty="0"/>
          </a:p>
        </p:txBody>
      </p:sp>
      <p:sp>
        <p:nvSpPr>
          <p:cNvPr id="3" name="Espace réservé du contenu 2">
            <a:extLst>
              <a:ext uri="{FF2B5EF4-FFF2-40B4-BE49-F238E27FC236}">
                <a16:creationId xmlns:a16="http://schemas.microsoft.com/office/drawing/2014/main" id="{3C5B6BFD-4A93-F810-C73C-9E791E175C05}"/>
              </a:ext>
            </a:extLst>
          </p:cNvPr>
          <p:cNvSpPr>
            <a:spLocks noGrp="1"/>
          </p:cNvSpPr>
          <p:nvPr>
            <p:ph idx="1"/>
          </p:nvPr>
        </p:nvSpPr>
        <p:spPr/>
        <p:txBody>
          <a:bodyPr>
            <a:normAutofit/>
          </a:bodyPr>
          <a:lstStyle/>
          <a:p>
            <a:endParaRPr lang="fr-FR" b="1" dirty="0"/>
          </a:p>
          <a:p>
            <a:endParaRPr lang="fr-FR" dirty="0"/>
          </a:p>
        </p:txBody>
      </p:sp>
      <p:sp>
        <p:nvSpPr>
          <p:cNvPr id="5" name="Rectangle 2">
            <a:extLst>
              <a:ext uri="{FF2B5EF4-FFF2-40B4-BE49-F238E27FC236}">
                <a16:creationId xmlns:a16="http://schemas.microsoft.com/office/drawing/2014/main" id="{41442D80-EDD4-EBA9-9B91-F7EC2106DDCA}"/>
              </a:ext>
            </a:extLst>
          </p:cNvPr>
          <p:cNvSpPr>
            <a:spLocks noChangeArrowheads="1"/>
          </p:cNvSpPr>
          <p:nvPr/>
        </p:nvSpPr>
        <p:spPr bwMode="auto">
          <a:xfrm>
            <a:off x="288758" y="1224860"/>
            <a:ext cx="10553915"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kumimoji="0" lang="fr-FR" altLang="fr-FR" sz="1800" b="1" i="0" u="none" strike="noStrike" cap="none" normalizeH="0" baseline="0" dirty="0">
                <a:ln>
                  <a:noFill/>
                </a:ln>
                <a:solidFill>
                  <a:schemeClr val="tx1"/>
                </a:solidFill>
                <a:effectLst/>
                <a:latin typeface="Arial" panose="020B0604020202020204" pitchFamily="34" charset="0"/>
              </a:rPr>
              <a:t>Observer et dialoguer</a:t>
            </a: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fr-FR" altLang="fr-FR" sz="1800" b="0" i="0" u="none" strike="noStrike" cap="none" normalizeH="0" baseline="0" dirty="0">
                <a:ln>
                  <a:noFill/>
                </a:ln>
                <a:solidFill>
                  <a:schemeClr val="tx1"/>
                </a:solidFill>
                <a:effectLst/>
                <a:latin typeface="Arial" panose="020B0604020202020204" pitchFamily="34" charset="0"/>
              </a:rPr>
              <a:t>Poser des questions pour comprendre les besoins et envies de la personne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Arial" panose="020B0604020202020204" pitchFamily="34" charset="0"/>
              </a:rPr>
              <a:t>« Que préférez-vous manger ce midi ?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Arial" panose="020B0604020202020204" pitchFamily="34" charset="0"/>
              </a:rPr>
              <a:t>« Voulez-vous m’aider un peu dans cette tâche ?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Arial" panose="020B0604020202020204" pitchFamily="34" charset="0"/>
              </a:rPr>
              <a:t>Observer les réactions non-verbales (sourires, réticences) pour ajuster son intervention.</a:t>
            </a:r>
          </a:p>
          <a:p>
            <a:pPr eaLnBrk="0" fontAlgn="base" hangingPunct="0">
              <a:spcBef>
                <a:spcPct val="0"/>
              </a:spcBef>
              <a:spcAft>
                <a:spcPct val="0"/>
              </a:spcAft>
            </a:pPr>
            <a:endParaRPr lang="fr-FR" altLang="fr-FR" b="1" dirty="0">
              <a:latin typeface="Arial"/>
              <a:cs typeface="Arial"/>
            </a:endParaRPr>
          </a:p>
          <a:p>
            <a:pPr marL="0" marR="0" lvl="0" indent="0" algn="l" defTabSz="914400">
              <a:lnSpc>
                <a:spcPct val="100000"/>
              </a:lnSpc>
              <a:spcBef>
                <a:spcPct val="0"/>
              </a:spcBef>
              <a:spcAft>
                <a:spcPct val="0"/>
              </a:spcAft>
              <a:buClrTx/>
              <a:buSzTx/>
              <a:tabLst/>
            </a:pPr>
            <a:r>
              <a:rPr kumimoji="0" lang="fr-FR" altLang="fr-FR" sz="1800" b="1" i="0" u="none" strike="noStrike" cap="none" normalizeH="0" baseline="0" dirty="0">
                <a:ln>
                  <a:noFill/>
                </a:ln>
                <a:effectLst/>
                <a:latin typeface="Arial"/>
                <a:cs typeface="Arial"/>
              </a:rPr>
              <a:t>Expliquer avant d’agir</a:t>
            </a:r>
            <a:endParaRPr lang="fr-FR" altLang="fr-FR" sz="1800" b="0" i="0" u="none" strike="noStrike" cap="none" normalizeH="0" baseline="0" dirty="0">
              <a:ln>
                <a:noFill/>
              </a:ln>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tabLst/>
            </a:pPr>
            <a:r>
              <a:rPr kumimoji="0" lang="fr-FR" altLang="fr-FR" sz="1800" b="0" i="0" u="none" strike="noStrike" cap="none" normalizeH="0" baseline="0" dirty="0">
                <a:ln>
                  <a:noFill/>
                </a:ln>
                <a:solidFill>
                  <a:schemeClr val="tx1"/>
                </a:solidFill>
                <a:effectLst/>
                <a:latin typeface="Arial" panose="020B0604020202020204" pitchFamily="34" charset="0"/>
              </a:rPr>
              <a:t>Exemple : « Nous allons nettoyer la salle de bain maintenant pour que vous soyez plus à l’aise. »</a:t>
            </a:r>
          </a:p>
          <a:p>
            <a:pPr eaLnBrk="0" fontAlgn="base" hangingPunct="0">
              <a:spcBef>
                <a:spcPct val="0"/>
              </a:spcBef>
              <a:spcAft>
                <a:spcPct val="0"/>
              </a:spcAft>
            </a:pPr>
            <a:endParaRPr lang="fr-FR" altLang="fr-FR" b="1" dirty="0">
              <a:latin typeface="Arial"/>
              <a:cs typeface="Arial"/>
            </a:endParaRPr>
          </a:p>
          <a:p>
            <a:pPr marL="0" marR="0" lvl="0" indent="0" algn="l" defTabSz="914400">
              <a:lnSpc>
                <a:spcPct val="100000"/>
              </a:lnSpc>
              <a:spcBef>
                <a:spcPct val="0"/>
              </a:spcBef>
              <a:spcAft>
                <a:spcPct val="0"/>
              </a:spcAft>
              <a:buClrTx/>
              <a:buSzTx/>
              <a:tabLst/>
            </a:pPr>
            <a:r>
              <a:rPr kumimoji="0" lang="fr-FR" altLang="fr-FR" sz="1800" b="1" i="0" u="none" strike="noStrike" cap="none" normalizeH="0" baseline="0" dirty="0">
                <a:ln>
                  <a:noFill/>
                </a:ln>
                <a:effectLst/>
                <a:latin typeface="Arial"/>
                <a:cs typeface="Arial"/>
              </a:rPr>
              <a:t>S’inscrire dans le quotidien</a:t>
            </a:r>
            <a:endParaRPr lang="fr-FR" altLang="fr-FR" sz="1800" b="0" i="0" u="none" strike="noStrike" cap="none" normalizeH="0" baseline="0" dirty="0">
              <a:ln>
                <a:noFill/>
              </a:ln>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Arial" panose="020B0604020202020204" pitchFamily="34" charset="0"/>
              </a:rPr>
              <a:t>Transformer les tâches en moments de convivialité : discuter pendant le ménage, cuisiner ensemble.</a:t>
            </a:r>
          </a:p>
          <a:p>
            <a:pPr eaLnBrk="0" fontAlgn="base" hangingPunct="0">
              <a:spcBef>
                <a:spcPct val="0"/>
              </a:spcBef>
              <a:spcAft>
                <a:spcPct val="0"/>
              </a:spcAft>
            </a:pPr>
            <a:endParaRPr lang="fr-FR" altLang="fr-FR" b="1" dirty="0">
              <a:latin typeface="Arial"/>
              <a:cs typeface="Arial"/>
            </a:endParaRPr>
          </a:p>
          <a:p>
            <a:pPr marL="0" marR="0" lvl="0" indent="0" algn="l" defTabSz="914400">
              <a:lnSpc>
                <a:spcPct val="100000"/>
              </a:lnSpc>
              <a:spcBef>
                <a:spcPct val="0"/>
              </a:spcBef>
              <a:spcAft>
                <a:spcPct val="0"/>
              </a:spcAft>
              <a:buClrTx/>
              <a:buSzTx/>
              <a:tabLst/>
            </a:pPr>
            <a:r>
              <a:rPr kumimoji="0" lang="fr-FR" altLang="fr-FR" sz="1800" b="1" i="0" u="none" strike="noStrike" cap="none" normalizeH="0" baseline="0" dirty="0">
                <a:ln>
                  <a:noFill/>
                </a:ln>
                <a:effectLst/>
                <a:latin typeface="Arial"/>
                <a:cs typeface="Arial"/>
              </a:rPr>
              <a:t>Rendre visible l’impact</a:t>
            </a:r>
            <a:endParaRPr lang="fr-FR" altLang="fr-FR" sz="1800" b="0" i="0" u="none" strike="noStrike" cap="none" normalizeH="0" baseline="0" dirty="0">
              <a:ln>
                <a:noFill/>
              </a:ln>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Arial" panose="020B0604020202020204" pitchFamily="34" charset="0"/>
              </a:rPr>
              <a:t>Montrer les résultats concrets des actions pour encourager la personne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Arial" panose="020B0604020202020204" pitchFamily="34" charset="0"/>
              </a:rPr>
              <a:t>« Regardez comme c’est plus agréable maintenant que la pièce est rangée.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8951032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0D01C30A-816D-17B4-D050-FFBFADDDEDC3}"/>
              </a:ext>
            </a:extLst>
          </p:cNvPr>
          <p:cNvSpPr>
            <a:spLocks noGrp="1"/>
          </p:cNvSpPr>
          <p:nvPr>
            <p:ph type="title"/>
          </p:nvPr>
        </p:nvSpPr>
        <p:spPr>
          <a:xfrm>
            <a:off x="1371597" y="348865"/>
            <a:ext cx="10044023" cy="877729"/>
          </a:xfrm>
        </p:spPr>
        <p:txBody>
          <a:bodyPr anchor="ctr">
            <a:normAutofit/>
          </a:bodyPr>
          <a:lstStyle/>
          <a:p>
            <a:r>
              <a:rPr lang="fr-FR" sz="2800" b="1">
                <a:solidFill>
                  <a:srgbClr val="FFFFFF"/>
                </a:solidFill>
              </a:rPr>
              <a:t>2. Les principes éthiques fondamentaux</a:t>
            </a:r>
            <a:br>
              <a:rPr lang="fr-FR" sz="2800" b="1">
                <a:solidFill>
                  <a:srgbClr val="FFFFFF"/>
                </a:solidFill>
              </a:rPr>
            </a:br>
            <a:endParaRPr lang="fr-FR" sz="2800">
              <a:solidFill>
                <a:srgbClr val="FFFFFF"/>
              </a:solidFill>
            </a:endParaRPr>
          </a:p>
        </p:txBody>
      </p:sp>
      <p:graphicFrame>
        <p:nvGraphicFramePr>
          <p:cNvPr id="10" name="Espace réservé du contenu 2">
            <a:extLst>
              <a:ext uri="{FF2B5EF4-FFF2-40B4-BE49-F238E27FC236}">
                <a16:creationId xmlns:a16="http://schemas.microsoft.com/office/drawing/2014/main" id="{329721F1-C4DF-BB90-1544-E1F0D96A7B4F}"/>
              </a:ext>
            </a:extLst>
          </p:cNvPr>
          <p:cNvGraphicFramePr>
            <a:graphicFrameLocks noGrp="1"/>
          </p:cNvGraphicFramePr>
          <p:nvPr>
            <p:ph idx="1"/>
            <p:extLst>
              <p:ext uri="{D42A27DB-BD31-4B8C-83A1-F6EECF244321}">
                <p14:modId xmlns:p14="http://schemas.microsoft.com/office/powerpoint/2010/main" val="195438188"/>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7651390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A50D0A5-2202-55A5-4C9C-5E8DEBD1E1DC}"/>
              </a:ext>
            </a:extLst>
          </p:cNvPr>
          <p:cNvSpPr>
            <a:spLocks noGrp="1"/>
          </p:cNvSpPr>
          <p:nvPr>
            <p:ph type="title"/>
          </p:nvPr>
        </p:nvSpPr>
        <p:spPr>
          <a:xfrm>
            <a:off x="841248" y="426720"/>
            <a:ext cx="10506456" cy="1919141"/>
          </a:xfrm>
        </p:spPr>
        <p:txBody>
          <a:bodyPr anchor="b">
            <a:normAutofit/>
          </a:bodyPr>
          <a:lstStyle/>
          <a:p>
            <a:endParaRPr lang="fr-FR" sz="6000"/>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Rectangle 1">
            <a:extLst>
              <a:ext uri="{FF2B5EF4-FFF2-40B4-BE49-F238E27FC236}">
                <a16:creationId xmlns:a16="http://schemas.microsoft.com/office/drawing/2014/main" id="{5E0B6660-4C9F-73B2-6093-E8E9EA1DF184}"/>
              </a:ext>
            </a:extLst>
          </p:cNvPr>
          <p:cNvSpPr>
            <a:spLocks noGrp="1" noChangeArrowheads="1"/>
          </p:cNvSpPr>
          <p:nvPr>
            <p:ph idx="1"/>
          </p:nvPr>
        </p:nvSpPr>
        <p:spPr bwMode="auto">
          <a:xfrm>
            <a:off x="841248" y="3337269"/>
            <a:ext cx="10509504" cy="290568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None/>
              <a:tabLst/>
            </a:pPr>
            <a:r>
              <a:rPr kumimoji="0" lang="fr-FR" altLang="fr-FR" sz="2000" b="1" i="0" u="none" strike="noStrike" cap="none" normalizeH="0" baseline="0">
                <a:ln>
                  <a:noFill/>
                </a:ln>
                <a:effectLst/>
                <a:latin typeface="Arial"/>
                <a:cs typeface="Arial"/>
              </a:rPr>
              <a:t>La non-malfaisance</a:t>
            </a:r>
            <a:endParaRPr lang="fr-FR" altLang="fr-FR" sz="2000" b="0" i="0" u="none" strike="noStrike" cap="none" normalizeH="0" baseline="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sz="2000" b="0" i="0" u="none" strike="noStrike" cap="none" normalizeH="0" baseline="0">
                <a:ln>
                  <a:noFill/>
                </a:ln>
                <a:effectLst/>
                <a:latin typeface="Arial"/>
                <a:cs typeface="Arial"/>
              </a:rPr>
              <a:t>Éviter tout acte qui pourrait nuire à la personne, que ce soit intentionnel ou non.</a:t>
            </a:r>
            <a:endParaRPr lang="fr-FR" altLang="fr-FR" sz="2000" b="0" i="0" u="none" strike="noStrike" cap="none" normalizeH="0" baseline="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sz="2000" b="0" i="0" u="none" strike="noStrike" cap="none" normalizeH="0" baseline="0">
                <a:ln>
                  <a:noFill/>
                </a:ln>
                <a:effectLst/>
                <a:latin typeface="Arial"/>
                <a:cs typeface="Arial"/>
              </a:rPr>
              <a:t>Exemple : S’assurer que les produits de nettoyage utilisés sont sécurisés et non toxiques.</a:t>
            </a:r>
            <a:endParaRPr lang="fr-FR" altLang="fr-FR" sz="2000" b="0" i="0" u="none" strike="noStrike" cap="none" normalizeH="0" baseline="0">
              <a:ln>
                <a:noFill/>
              </a:ln>
              <a:effectLst/>
              <a:latin typeface="Arial"/>
              <a:cs typeface="Arial"/>
            </a:endParaRPr>
          </a:p>
          <a:p>
            <a:pPr marL="0" indent="0" eaLnBrk="0" fontAlgn="base" hangingPunct="0">
              <a:spcBef>
                <a:spcPct val="0"/>
              </a:spcBef>
              <a:spcAft>
                <a:spcPts val="600"/>
              </a:spcAft>
              <a:buFontTx/>
              <a:buNone/>
            </a:pPr>
            <a:endParaRPr lang="fr-FR" altLang="fr-FR" sz="2000" b="1">
              <a:latin typeface="Arial"/>
              <a:cs typeface="Arial"/>
            </a:endParaRPr>
          </a:p>
          <a:p>
            <a:pPr marL="0" marR="0" lvl="0" indent="0" defTabSz="914400">
              <a:spcBef>
                <a:spcPct val="0"/>
              </a:spcBef>
              <a:spcAft>
                <a:spcPts val="600"/>
              </a:spcAft>
              <a:buClrTx/>
              <a:buSzTx/>
              <a:buFontTx/>
              <a:buNone/>
              <a:tabLst/>
            </a:pPr>
            <a:r>
              <a:rPr kumimoji="0" lang="fr-FR" altLang="fr-FR" sz="2000" b="1" i="0" u="none" strike="noStrike" cap="none" normalizeH="0" baseline="0">
                <a:ln>
                  <a:noFill/>
                </a:ln>
                <a:effectLst/>
                <a:latin typeface="Arial"/>
                <a:cs typeface="Arial"/>
              </a:rPr>
              <a:t>La justice</a:t>
            </a:r>
            <a:endParaRPr lang="fr-FR" altLang="fr-FR" sz="2000" b="0" i="0" u="none" strike="noStrike" cap="none" normalizeH="0" baseline="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sz="2000" b="0" i="0" u="none" strike="noStrike" cap="none" normalizeH="0" baseline="0">
                <a:ln>
                  <a:noFill/>
                </a:ln>
                <a:effectLst/>
                <a:latin typeface="Arial"/>
                <a:cs typeface="Arial"/>
              </a:rPr>
              <a:t>Traiter chaque personne de manière équitable, en respectant ses besoins spécifiques sans discrimination.</a:t>
            </a:r>
            <a:endParaRPr lang="fr-FR" altLang="fr-FR" sz="2000" b="0" i="0" u="none" strike="noStrike" cap="none" normalizeH="0" baseline="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sz="2000" b="0" i="0" u="none" strike="noStrike" cap="none" normalizeH="0" baseline="0">
                <a:ln>
                  <a:noFill/>
                </a:ln>
                <a:effectLst/>
                <a:latin typeface="Arial"/>
                <a:cs typeface="Arial"/>
              </a:rPr>
              <a:t>Exemple : Consacrer un temps égal et une attention équivalente à chaque bénéficiaire.</a:t>
            </a:r>
            <a:endParaRPr lang="fr-FR" altLang="fr-FR" sz="2000" b="0" i="0" u="none" strike="noStrike" cap="none" normalizeH="0" baseline="0">
              <a:ln>
                <a:noFill/>
              </a:ln>
              <a:effectLst/>
              <a:latin typeface="Arial"/>
              <a:cs typeface="Arial"/>
            </a:endParaRPr>
          </a:p>
          <a:p>
            <a:pPr marL="0" marR="0" lvl="0" indent="0" defTabSz="914400" rtl="0" eaLnBrk="0" fontAlgn="base" latinLnBrk="0" hangingPunct="0">
              <a:spcBef>
                <a:spcPct val="0"/>
              </a:spcBef>
              <a:spcAft>
                <a:spcPts val="600"/>
              </a:spcAft>
              <a:buClrTx/>
              <a:buSzTx/>
              <a:buFontTx/>
              <a:buNone/>
              <a:tabLst/>
            </a:pPr>
            <a:endParaRPr kumimoji="0" lang="fr-FR" altLang="fr-FR" sz="2000" b="0" i="0" u="none" strike="noStrike" cap="none" normalizeH="0" baseline="0">
              <a:ln>
                <a:noFill/>
              </a:ln>
              <a:effectLst/>
              <a:latin typeface="Arial" panose="020B0604020202020204" pitchFamily="34" charset="0"/>
            </a:endParaRPr>
          </a:p>
        </p:txBody>
      </p:sp>
    </p:spTree>
    <p:extLst>
      <p:ext uri="{BB962C8B-B14F-4D97-AF65-F5344CB8AC3E}">
        <p14:creationId xmlns:p14="http://schemas.microsoft.com/office/powerpoint/2010/main" val="96617865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56071A-01DC-6468-9E27-D25113AB0E95}"/>
              </a:ext>
            </a:extLst>
          </p:cNvPr>
          <p:cNvSpPr>
            <a:spLocks noGrp="1"/>
          </p:cNvSpPr>
          <p:nvPr>
            <p:ph type="title"/>
          </p:nvPr>
        </p:nvSpPr>
        <p:spPr/>
        <p:txBody>
          <a:bodyPr/>
          <a:lstStyle/>
          <a:p>
            <a:r>
              <a:rPr lang="fr-FR" dirty="0"/>
              <a:t>3. La démarche de réflexion</a:t>
            </a:r>
          </a:p>
        </p:txBody>
      </p:sp>
      <p:sp>
        <p:nvSpPr>
          <p:cNvPr id="4" name="Rectangle 1">
            <a:extLst>
              <a:ext uri="{FF2B5EF4-FFF2-40B4-BE49-F238E27FC236}">
                <a16:creationId xmlns:a16="http://schemas.microsoft.com/office/drawing/2014/main" id="{2D1C86C8-5EE5-6095-038D-42897D99E4D9}"/>
              </a:ext>
            </a:extLst>
          </p:cNvPr>
          <p:cNvSpPr>
            <a:spLocks noGrp="1" noChangeArrowheads="1"/>
          </p:cNvSpPr>
          <p:nvPr>
            <p:ph idx="1"/>
          </p:nvPr>
        </p:nvSpPr>
        <p:spPr bwMode="auto">
          <a:xfrm>
            <a:off x="838200" y="1462138"/>
            <a:ext cx="13477792"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fr-FR" altLang="fr-FR" sz="1800" b="1" i="0" u="none" strike="noStrike" cap="none" normalizeH="0" baseline="0" dirty="0">
                <a:ln>
                  <a:noFill/>
                </a:ln>
                <a:effectLst/>
                <a:latin typeface="Arial"/>
                <a:cs typeface="Arial"/>
              </a:rPr>
              <a:t>Analyser la situation</a:t>
            </a:r>
            <a:endParaRPr lang="fr-FR" altLang="fr-FR" sz="1800" b="0" i="0" u="none" strike="noStrike" cap="none" normalizeH="0" baseline="0" dirty="0">
              <a:ln>
                <a:noFill/>
              </a:ln>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effectLst/>
                <a:latin typeface="Arial"/>
                <a:cs typeface="Arial"/>
              </a:rPr>
              <a:t>Identifier les enjeux : Quels sont les besoins de la personne ? </a:t>
            </a:r>
          </a:p>
          <a:p>
            <a:pPr marL="0" marR="0" lvl="0" indent="0" algn="l" defTabSz="914400" rtl="0" eaLnBrk="0" fontAlgn="base" latinLnBrk="0" hangingPunct="0">
              <a:lnSpc>
                <a:spcPct val="100000"/>
              </a:lnSpc>
              <a:spcBef>
                <a:spcPct val="0"/>
              </a:spcBef>
              <a:spcAft>
                <a:spcPct val="0"/>
              </a:spcAft>
              <a:buClrTx/>
              <a:buSzTx/>
              <a:buNone/>
              <a:tabLst/>
            </a:pPr>
            <a:r>
              <a:rPr kumimoji="0" lang="fr-FR" altLang="fr-FR" sz="1800" b="0" i="0" u="none" strike="noStrike" cap="none" normalizeH="0" baseline="0" dirty="0">
                <a:ln>
                  <a:noFill/>
                </a:ln>
                <a:effectLst/>
                <a:latin typeface="Arial"/>
                <a:cs typeface="Arial"/>
              </a:rPr>
              <a:t>Questions clés :</a:t>
            </a:r>
            <a:endParaRPr lang="fr-FR" altLang="fr-FR" sz="1800" b="0" i="0" u="none" strike="noStrike" cap="none" normalizeH="0" baseline="0" dirty="0">
              <a:ln>
                <a:noFill/>
              </a:ln>
              <a:effectLst/>
              <a:latin typeface="Arial"/>
              <a:cs typeface="Arial"/>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effectLst/>
                <a:latin typeface="Arial"/>
                <a:cs typeface="Arial"/>
              </a:rPr>
              <a:t>"Est-ce que cette action respecte la personne ?"</a:t>
            </a:r>
            <a:endParaRPr lang="fr-FR" altLang="fr-FR" sz="1800" b="0" i="0" u="none" strike="noStrike" cap="none" normalizeH="0" baseline="0" dirty="0">
              <a:ln>
                <a:noFill/>
              </a:ln>
              <a:effectLst/>
              <a:latin typeface="Arial"/>
              <a:cs typeface="Arial"/>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effectLst/>
                <a:latin typeface="Arial"/>
                <a:cs typeface="Arial"/>
              </a:rPr>
              <a:t>"Quels sont les impacts à court et long terme ?"</a:t>
            </a:r>
            <a:endParaRPr lang="fr-FR" altLang="fr-FR" sz="1800" b="0" i="0" u="none" strike="noStrike" cap="none" normalizeH="0" baseline="0" dirty="0">
              <a:ln>
                <a:noFill/>
              </a:ln>
              <a:effectLst/>
              <a:latin typeface="Arial"/>
              <a:cs typeface="Arial"/>
            </a:endParaRPr>
          </a:p>
          <a:p>
            <a:pPr marL="457200" lvl="1" indent="0">
              <a:lnSpc>
                <a:spcPct val="100000"/>
              </a:lnSpc>
              <a:spcBef>
                <a:spcPct val="0"/>
              </a:spcBef>
              <a:spcAft>
                <a:spcPct val="0"/>
              </a:spcAft>
              <a:buFontTx/>
              <a:buChar char="•"/>
            </a:pPr>
            <a:endParaRPr lang="fr-FR" altLang="fr-FR" sz="1800" dirty="0">
              <a:latin typeface="Arial"/>
              <a:cs typeface="Arial"/>
            </a:endParaRPr>
          </a:p>
          <a:p>
            <a:pPr marL="0" marR="0" lvl="0" indent="0" algn="l" defTabSz="914400" rtl="0" eaLnBrk="0" fontAlgn="base" latinLnBrk="0" hangingPunct="0">
              <a:lnSpc>
                <a:spcPct val="100000"/>
              </a:lnSpc>
              <a:spcBef>
                <a:spcPct val="0"/>
              </a:spcBef>
              <a:spcAft>
                <a:spcPct val="0"/>
              </a:spcAft>
              <a:buClrTx/>
              <a:buSzTx/>
              <a:buNone/>
              <a:tabLst/>
            </a:pPr>
            <a:r>
              <a:rPr kumimoji="0" lang="fr-FR" altLang="fr-FR" sz="1800" b="1" i="0" u="none" strike="noStrike" cap="none" normalizeH="0" baseline="0" dirty="0">
                <a:ln>
                  <a:noFill/>
                </a:ln>
                <a:effectLst/>
                <a:latin typeface="Arial"/>
                <a:cs typeface="Arial"/>
              </a:rPr>
              <a:t>Prendre en compte les valeurs et les droits</a:t>
            </a:r>
            <a:endParaRPr lang="fr-FR" altLang="fr-FR" sz="1800" b="0" i="0" u="none" strike="noStrike" cap="none" normalizeH="0" baseline="0" dirty="0">
              <a:ln>
                <a:noFill/>
              </a:ln>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effectLst/>
                <a:latin typeface="Arial"/>
                <a:cs typeface="Arial"/>
              </a:rPr>
              <a:t>Les droits fondamentaux : Respect de la vie privée, de la dignité, de la liberté.</a:t>
            </a:r>
            <a:endParaRPr lang="fr-FR" altLang="fr-FR" sz="1800" b="0" i="0" u="none" strike="noStrike" cap="none" normalizeH="0" baseline="0" dirty="0">
              <a:ln>
                <a:noFill/>
              </a:ln>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effectLst/>
                <a:latin typeface="Arial"/>
                <a:cs typeface="Arial"/>
              </a:rPr>
              <a:t>Les recommandations professionnelles et les cadres légaux (HAS, Code de la santé publique).</a:t>
            </a:r>
            <a:endParaRPr lang="fr-FR" altLang="fr-FR" sz="1800" b="0" i="0" u="none" strike="noStrike" cap="none" normalizeH="0" baseline="0" dirty="0">
              <a:ln>
                <a:noFill/>
              </a:ln>
              <a:effectLst/>
              <a:latin typeface="Arial"/>
              <a:cs typeface="Arial"/>
            </a:endParaRPr>
          </a:p>
          <a:p>
            <a:pPr marL="0" indent="0" eaLnBrk="0" fontAlgn="base" hangingPunct="0">
              <a:lnSpc>
                <a:spcPct val="100000"/>
              </a:lnSpc>
              <a:spcBef>
                <a:spcPct val="0"/>
              </a:spcBef>
              <a:spcAft>
                <a:spcPct val="0"/>
              </a:spcAft>
              <a:buFontTx/>
              <a:buChar char="•"/>
            </a:pPr>
            <a:endParaRPr lang="fr-FR" altLang="fr-FR" sz="1800" b="1" dirty="0">
              <a:latin typeface="Arial"/>
              <a:cs typeface="Arial"/>
            </a:endParaRPr>
          </a:p>
          <a:p>
            <a:pPr marL="0" marR="0" lvl="0" indent="0" algn="l" defTabSz="914400">
              <a:lnSpc>
                <a:spcPct val="100000"/>
              </a:lnSpc>
              <a:spcBef>
                <a:spcPct val="0"/>
              </a:spcBef>
              <a:spcAft>
                <a:spcPct val="0"/>
              </a:spcAft>
              <a:buClrTx/>
              <a:buSzTx/>
              <a:buNone/>
              <a:tabLst/>
            </a:pPr>
            <a:r>
              <a:rPr kumimoji="0" lang="fr-FR" altLang="fr-FR" sz="1800" b="1" i="0" u="none" strike="noStrike" cap="none" normalizeH="0" baseline="0" dirty="0">
                <a:ln>
                  <a:noFill/>
                </a:ln>
                <a:effectLst/>
                <a:latin typeface="Arial"/>
                <a:cs typeface="Arial"/>
              </a:rPr>
              <a:t>Consulter et échanger</a:t>
            </a:r>
            <a:endParaRPr lang="fr-FR" altLang="fr-FR" sz="1800" b="0" i="0" u="none" strike="noStrike" cap="none" normalizeH="0" baseline="0" dirty="0">
              <a:ln>
                <a:noFill/>
              </a:ln>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effectLst/>
                <a:latin typeface="Arial"/>
                <a:cs typeface="Arial"/>
              </a:rPr>
              <a:t>Travailler en équipe pour confronter les points de vue et éviter des décisions basées uniquement sur une perspective individuelle.</a:t>
            </a:r>
            <a:endParaRPr lang="fr-FR" altLang="fr-FR" sz="1800" b="0" i="0" u="none" strike="noStrike" cap="none" normalizeH="0" baseline="0" dirty="0">
              <a:ln>
                <a:noFill/>
              </a:ln>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effectLst/>
                <a:latin typeface="Arial"/>
                <a:cs typeface="Arial"/>
              </a:rPr>
              <a:t>Inclure la personne aidée dans le processus décisionnel autant que possible.</a:t>
            </a:r>
            <a:endParaRPr lang="fr-FR" altLang="fr-FR" sz="1800" b="0" i="0" u="none" strike="noStrike" cap="none" normalizeH="0" baseline="0" dirty="0">
              <a:ln>
                <a:noFill/>
              </a:ln>
              <a:effectLst/>
              <a:latin typeface="Arial"/>
              <a:cs typeface="Arial"/>
            </a:endParaRPr>
          </a:p>
          <a:p>
            <a:pPr marL="0" indent="0" eaLnBrk="0" fontAlgn="base" hangingPunct="0">
              <a:lnSpc>
                <a:spcPct val="100000"/>
              </a:lnSpc>
              <a:spcBef>
                <a:spcPct val="0"/>
              </a:spcBef>
              <a:spcAft>
                <a:spcPct val="0"/>
              </a:spcAft>
              <a:buFontTx/>
              <a:buNone/>
            </a:pPr>
            <a:endParaRPr lang="fr-FR" altLang="fr-FR" sz="1800" b="1" dirty="0">
              <a:latin typeface="Arial"/>
              <a:cs typeface="Arial"/>
            </a:endParaRPr>
          </a:p>
          <a:p>
            <a:pPr marL="0" marR="0" lvl="0" indent="0" algn="l" defTabSz="914400">
              <a:lnSpc>
                <a:spcPct val="100000"/>
              </a:lnSpc>
              <a:spcBef>
                <a:spcPct val="0"/>
              </a:spcBef>
              <a:spcAft>
                <a:spcPct val="0"/>
              </a:spcAft>
              <a:buClrTx/>
              <a:buSzTx/>
              <a:buFontTx/>
              <a:buNone/>
              <a:tabLst/>
            </a:pPr>
            <a:r>
              <a:rPr kumimoji="0" lang="fr-FR" altLang="fr-FR" sz="1800" b="1" i="0" u="none" strike="noStrike" cap="none" normalizeH="0" baseline="0" dirty="0">
                <a:ln>
                  <a:noFill/>
                </a:ln>
                <a:effectLst/>
                <a:latin typeface="Arial"/>
                <a:cs typeface="Arial"/>
              </a:rPr>
              <a:t>Décider en conscience</a:t>
            </a:r>
            <a:endParaRPr lang="fr-FR" altLang="fr-FR" sz="1800" b="0" i="0" u="none" strike="noStrike" cap="none" normalizeH="0" baseline="0" dirty="0">
              <a:ln>
                <a:noFill/>
              </a:ln>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effectLst/>
                <a:latin typeface="Arial"/>
                <a:cs typeface="Arial"/>
              </a:rPr>
              <a:t>Faire un choix éclairé après avoir considéré toutes les options possibles et leurs conséquences.</a:t>
            </a:r>
            <a:endParaRPr lang="fr-FR" altLang="fr-FR" sz="1800" b="0" i="0" u="none" strike="noStrike" cap="none" normalizeH="0" baseline="0" dirty="0">
              <a:ln>
                <a:noFill/>
              </a:ln>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effectLst/>
                <a:latin typeface="Arial"/>
                <a:cs typeface="Arial"/>
              </a:rPr>
              <a:t>Être prêt à justifier sa décision de manière transparente et argumentée.</a:t>
            </a:r>
            <a:endParaRPr lang="fr-FR" altLang="fr-FR" sz="1800" b="0" i="0" u="none" strike="noStrike" cap="none" normalizeH="0" baseline="0" dirty="0">
              <a:ln>
                <a:noFill/>
              </a:ln>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0732682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FCEA157-0312-0478-88F4-1A806168ECDE}"/>
              </a:ext>
            </a:extLst>
          </p:cNvPr>
          <p:cNvSpPr>
            <a:spLocks noGrp="1"/>
          </p:cNvSpPr>
          <p:nvPr>
            <p:ph type="title"/>
          </p:nvPr>
        </p:nvSpPr>
        <p:spPr/>
        <p:txBody>
          <a:bodyPr/>
          <a:lstStyle/>
          <a:p>
            <a:r>
              <a:rPr lang="fr-FR" dirty="0"/>
              <a:t>Cas pratique</a:t>
            </a:r>
          </a:p>
        </p:txBody>
      </p:sp>
      <p:sp>
        <p:nvSpPr>
          <p:cNvPr id="4" name="Rectangle 1">
            <a:extLst>
              <a:ext uri="{FF2B5EF4-FFF2-40B4-BE49-F238E27FC236}">
                <a16:creationId xmlns:a16="http://schemas.microsoft.com/office/drawing/2014/main" id="{D046A478-9C79-310D-485B-808B4FE5F0EB}"/>
              </a:ext>
            </a:extLst>
          </p:cNvPr>
          <p:cNvSpPr>
            <a:spLocks noGrp="1" noChangeArrowheads="1"/>
          </p:cNvSpPr>
          <p:nvPr>
            <p:ph idx="1"/>
          </p:nvPr>
        </p:nvSpPr>
        <p:spPr bwMode="auto">
          <a:xfrm>
            <a:off x="301753" y="2293136"/>
            <a:ext cx="1151229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endParaRPr lang="fr-FR" altLang="fr-FR" sz="1800" b="1" dirty="0">
              <a:latin typeface="Arial"/>
              <a:cs typeface="Arial"/>
            </a:endParaRPr>
          </a:p>
          <a:p>
            <a:pPr marL="0" marR="0" lvl="0" indent="0" algn="l" defTabSz="914400">
              <a:lnSpc>
                <a:spcPct val="100000"/>
              </a:lnSpc>
              <a:spcBef>
                <a:spcPct val="0"/>
              </a:spcBef>
              <a:spcAft>
                <a:spcPct val="0"/>
              </a:spcAft>
              <a:buClrTx/>
              <a:buSzTx/>
              <a:buFontTx/>
              <a:buNone/>
              <a:tabLst/>
            </a:pPr>
            <a:r>
              <a:rPr kumimoji="0" lang="fr-FR" altLang="fr-FR" sz="1800" b="1" i="0" u="none" strike="noStrike" cap="none" normalizeH="0" baseline="0" dirty="0">
                <a:ln>
                  <a:noFill/>
                </a:ln>
                <a:effectLst/>
                <a:latin typeface="Arial"/>
                <a:cs typeface="Arial"/>
              </a:rPr>
              <a:t>Cas 1 :</a:t>
            </a:r>
            <a:r>
              <a:rPr kumimoji="0" lang="fr-FR" altLang="fr-FR" sz="1800" b="0" i="0" u="none" strike="noStrike" cap="none" normalizeH="0" baseline="0" dirty="0">
                <a:ln>
                  <a:noFill/>
                </a:ln>
                <a:effectLst/>
                <a:latin typeface="Arial"/>
                <a:cs typeface="Arial"/>
              </a:rPr>
              <a:t> La personne aidée insiste pour porter des vêtements inadaptés à la météo.</a:t>
            </a:r>
            <a:endParaRPr lang="fr-FR" dirty="0">
              <a:latin typeface="Arial"/>
              <a:cs typeface="Arial"/>
            </a:endParaRPr>
          </a:p>
          <a:p>
            <a:pPr marL="0" indent="0">
              <a:lnSpc>
                <a:spcPct val="100000"/>
              </a:lnSpc>
              <a:spcBef>
                <a:spcPct val="0"/>
              </a:spcBef>
              <a:spcAft>
                <a:spcPct val="0"/>
              </a:spcAft>
              <a:buNone/>
            </a:pPr>
            <a:endParaRPr lang="fr-FR" altLang="fr-FR" sz="1800" dirty="0">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1" i="0" u="none" strike="noStrike" cap="none" normalizeH="0" baseline="0" dirty="0">
                <a:ln>
                  <a:noFill/>
                </a:ln>
                <a:effectLst/>
                <a:latin typeface="Arial"/>
                <a:cs typeface="Arial"/>
              </a:rPr>
              <a:t>Dilemme :</a:t>
            </a:r>
            <a:r>
              <a:rPr kumimoji="0" lang="fr-FR" altLang="fr-FR" sz="1800" b="0" i="0" u="none" strike="noStrike" cap="none" normalizeH="0" baseline="0" dirty="0">
                <a:ln>
                  <a:noFill/>
                </a:ln>
                <a:effectLst/>
                <a:latin typeface="Arial"/>
                <a:cs typeface="Arial"/>
              </a:rPr>
              <a:t> Respecter son choix ou intervenir pour éviter une situation à risque ?</a:t>
            </a:r>
            <a:endParaRPr lang="fr-FR" altLang="fr-FR" sz="1800" b="0" i="0" u="none" strike="noStrike" cap="none" normalizeH="0" baseline="0" dirty="0">
              <a:ln>
                <a:noFill/>
              </a:ln>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1" i="0" u="none" strike="noStrike" cap="none" normalizeH="0" baseline="0" dirty="0">
                <a:ln>
                  <a:noFill/>
                </a:ln>
                <a:effectLst/>
                <a:latin typeface="Arial"/>
                <a:cs typeface="Arial"/>
              </a:rPr>
              <a:t>Réflexion éthique :</a:t>
            </a:r>
            <a:r>
              <a:rPr kumimoji="0" lang="fr-FR" altLang="fr-FR" sz="1800" b="0" i="0" u="none" strike="noStrike" cap="none" normalizeH="0" baseline="0" dirty="0">
                <a:ln>
                  <a:noFill/>
                </a:ln>
                <a:effectLst/>
                <a:latin typeface="Arial"/>
                <a:cs typeface="Arial"/>
              </a:rPr>
              <a:t> Peser entre autonomie (respecter son choix) et bienfaisance (préserver sa santé).</a:t>
            </a:r>
            <a:endParaRPr lang="fr-FR" altLang="fr-FR" sz="1800" b="0" i="0" u="none" strike="noStrike" cap="none" normalizeH="0" baseline="0" dirty="0">
              <a:ln>
                <a:noFill/>
              </a:ln>
              <a:effectLst/>
              <a:latin typeface="Arial"/>
              <a:cs typeface="Arial"/>
            </a:endParaRPr>
          </a:p>
          <a:p>
            <a:pPr marL="0" indent="0" eaLnBrk="0" fontAlgn="base" hangingPunct="0">
              <a:lnSpc>
                <a:spcPct val="100000"/>
              </a:lnSpc>
              <a:spcBef>
                <a:spcPct val="0"/>
              </a:spcBef>
              <a:spcAft>
                <a:spcPct val="0"/>
              </a:spcAft>
              <a:buFontTx/>
              <a:buNone/>
            </a:pPr>
            <a:endParaRPr lang="fr-FR" altLang="fr-FR" sz="1800" b="1" dirty="0">
              <a:latin typeface="Arial"/>
              <a:cs typeface="Arial"/>
            </a:endParaRPr>
          </a:p>
          <a:p>
            <a:pPr marL="0" marR="0" lvl="0" indent="0" algn="l" defTabSz="914400">
              <a:lnSpc>
                <a:spcPct val="100000"/>
              </a:lnSpc>
              <a:spcBef>
                <a:spcPct val="0"/>
              </a:spcBef>
              <a:spcAft>
                <a:spcPct val="0"/>
              </a:spcAft>
              <a:buClrTx/>
              <a:buSzTx/>
              <a:buFontTx/>
              <a:buNone/>
              <a:tabLst/>
            </a:pPr>
            <a:r>
              <a:rPr kumimoji="0" lang="fr-FR" altLang="fr-FR" sz="1800" b="1" i="0" u="none" strike="noStrike" cap="none" normalizeH="0" baseline="0" dirty="0">
                <a:ln>
                  <a:noFill/>
                </a:ln>
                <a:effectLst/>
                <a:latin typeface="Arial"/>
                <a:cs typeface="Arial"/>
              </a:rPr>
              <a:t>Cas 2 : </a:t>
            </a:r>
            <a:r>
              <a:rPr kumimoji="0" lang="fr-FR" altLang="fr-FR" sz="1800" b="0" i="0" u="none" strike="noStrike" cap="none" normalizeH="0" baseline="0" dirty="0">
                <a:ln>
                  <a:noFill/>
                </a:ln>
                <a:effectLst/>
                <a:latin typeface="Arial"/>
                <a:cs typeface="Arial"/>
              </a:rPr>
              <a:t>Une famille demande que l’on fasse des tâches supplémentaires non prévues dans le contrat.</a:t>
            </a:r>
            <a:endParaRPr lang="fr-FR" dirty="0">
              <a:latin typeface="Arial"/>
              <a:cs typeface="Arial"/>
            </a:endParaRPr>
          </a:p>
          <a:p>
            <a:pPr marL="0" indent="0">
              <a:lnSpc>
                <a:spcPct val="100000"/>
              </a:lnSpc>
              <a:spcBef>
                <a:spcPct val="0"/>
              </a:spcBef>
              <a:spcAft>
                <a:spcPct val="0"/>
              </a:spcAft>
              <a:buNone/>
            </a:pPr>
            <a:endParaRPr lang="fr-FR" altLang="fr-FR" sz="1800" dirty="0">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1" i="0" u="none" strike="noStrike" cap="none" normalizeH="0" baseline="0" dirty="0">
                <a:ln>
                  <a:noFill/>
                </a:ln>
                <a:effectLst/>
                <a:latin typeface="Arial"/>
                <a:cs typeface="Arial"/>
              </a:rPr>
              <a:t>Dilemme :</a:t>
            </a:r>
            <a:r>
              <a:rPr kumimoji="0" lang="fr-FR" altLang="fr-FR" sz="1800" b="0" i="0" u="none" strike="noStrike" cap="none" normalizeH="0" baseline="0" dirty="0">
                <a:ln>
                  <a:noFill/>
                </a:ln>
                <a:effectLst/>
                <a:latin typeface="Arial"/>
                <a:cs typeface="Arial"/>
              </a:rPr>
              <a:t> Répondre pour satisfaire la famille ou respecter les limites du rôle défini ?</a:t>
            </a:r>
            <a:endParaRPr lang="fr-FR" altLang="fr-FR" sz="1800" b="0" i="0" u="none" strike="noStrike" cap="none" normalizeH="0" baseline="0" dirty="0">
              <a:ln>
                <a:noFill/>
              </a:ln>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1" i="0" u="none" strike="noStrike" cap="none" normalizeH="0" baseline="0" dirty="0">
                <a:ln>
                  <a:noFill/>
                </a:ln>
                <a:effectLst/>
                <a:latin typeface="Arial"/>
                <a:cs typeface="Arial"/>
              </a:rPr>
              <a:t>Réflexion éthique :</a:t>
            </a:r>
            <a:r>
              <a:rPr kumimoji="0" lang="fr-FR" altLang="fr-FR" sz="1800" b="0" i="0" u="none" strike="noStrike" cap="none" normalizeH="0" baseline="0" dirty="0">
                <a:ln>
                  <a:noFill/>
                </a:ln>
                <a:effectLst/>
                <a:latin typeface="Arial"/>
                <a:cs typeface="Arial"/>
              </a:rPr>
              <a:t> Évaluer l’impact sur votre propre bien-être et votre relation avec la personne aidée.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1463113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4C7C72-2B24-4975-AE96-F91A56938596}"/>
              </a:ext>
            </a:extLst>
          </p:cNvPr>
          <p:cNvSpPr>
            <a:spLocks noGrp="1"/>
          </p:cNvSpPr>
          <p:nvPr>
            <p:ph type="title"/>
          </p:nvPr>
        </p:nvSpPr>
        <p:spPr/>
        <p:txBody>
          <a:bodyPr/>
          <a:lstStyle/>
          <a:p>
            <a:r>
              <a:rPr lang="fr-FR" dirty="0"/>
              <a:t>1)	Développer des pratiques bientraitantes</a:t>
            </a:r>
          </a:p>
        </p:txBody>
      </p:sp>
      <p:sp>
        <p:nvSpPr>
          <p:cNvPr id="3" name="Espace réservé du contenu 2">
            <a:extLst>
              <a:ext uri="{FF2B5EF4-FFF2-40B4-BE49-F238E27FC236}">
                <a16:creationId xmlns:a16="http://schemas.microsoft.com/office/drawing/2014/main" id="{F3BC336D-3D3B-2C56-F3F1-8AE0F994B318}"/>
              </a:ext>
            </a:extLst>
          </p:cNvPr>
          <p:cNvSpPr>
            <a:spLocks noGrp="1"/>
          </p:cNvSpPr>
          <p:nvPr>
            <p:ph idx="1"/>
          </p:nvPr>
        </p:nvSpPr>
        <p:spPr/>
        <p:txBody>
          <a:bodyPr vert="horz" lIns="91440" tIns="45720" rIns="91440" bIns="45720" rtlCol="0" anchor="t">
            <a:normAutofit/>
          </a:bodyPr>
          <a:lstStyle/>
          <a:p>
            <a:pPr marL="0" indent="0">
              <a:buNone/>
            </a:pPr>
            <a:r>
              <a:rPr lang="fr-FR" b="1" dirty="0"/>
              <a:t>1. Introduction : Les objectifs des pratiques de bientraitantes ?</a:t>
            </a:r>
            <a:endParaRPr lang="fr-FR" dirty="0"/>
          </a:p>
          <a:p>
            <a:pPr>
              <a:buFont typeface="Arial" panose="020B0604020202020204" pitchFamily="34" charset="0"/>
              <a:buChar char="•"/>
            </a:pPr>
            <a:endParaRPr lang="fr-FR" b="1" dirty="0"/>
          </a:p>
          <a:p>
            <a:pPr marL="0" indent="0">
              <a:buNone/>
            </a:pPr>
            <a:r>
              <a:rPr lang="fr-FR" b="1" dirty="0"/>
              <a:t>Objectif :</a:t>
            </a:r>
            <a:endParaRPr lang="fr-FR" dirty="0"/>
          </a:p>
          <a:p>
            <a:pPr marL="457200" lvl="1" indent="0">
              <a:buNone/>
            </a:pPr>
            <a:r>
              <a:rPr lang="fr-FR" dirty="0"/>
              <a:t>1 - Renforcer le lien de confiance entre les intervenants et les bénéficiaires.</a:t>
            </a:r>
          </a:p>
          <a:p>
            <a:pPr marL="457200" lvl="1" indent="0">
              <a:buNone/>
            </a:pPr>
            <a:r>
              <a:rPr lang="fr-FR" dirty="0"/>
              <a:t>2 - Prévenir les risques de maltraitance active ou passive en adoptant des postures adaptées et bienveillantes.</a:t>
            </a:r>
          </a:p>
          <a:p>
            <a:pPr marL="457200" lvl="1" indent="0">
              <a:buNone/>
            </a:pPr>
            <a:r>
              <a:rPr lang="fr-FR" dirty="0"/>
              <a:t>3 - Promouvoir un accompagnement personnalisé, respectueux des besoins individuels.</a:t>
            </a:r>
          </a:p>
          <a:p>
            <a:endParaRPr lang="fr-FR" dirty="0"/>
          </a:p>
        </p:txBody>
      </p:sp>
    </p:spTree>
    <p:extLst>
      <p:ext uri="{BB962C8B-B14F-4D97-AF65-F5344CB8AC3E}">
        <p14:creationId xmlns:p14="http://schemas.microsoft.com/office/powerpoint/2010/main" val="48902434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A51B65C0-B255-C7E5-D2E7-0CBDD9BA9647}"/>
              </a:ext>
            </a:extLst>
          </p:cNvPr>
          <p:cNvSpPr>
            <a:spLocks noGrp="1"/>
          </p:cNvSpPr>
          <p:nvPr>
            <p:ph type="title"/>
          </p:nvPr>
        </p:nvSpPr>
        <p:spPr>
          <a:xfrm>
            <a:off x="5297762" y="329184"/>
            <a:ext cx="6251110" cy="1783080"/>
          </a:xfrm>
        </p:spPr>
        <p:txBody>
          <a:bodyPr anchor="b">
            <a:normAutofit/>
          </a:bodyPr>
          <a:lstStyle/>
          <a:p>
            <a:r>
              <a:rPr lang="fr-FR" sz="3800" b="1" kern="100">
                <a:effectLst/>
                <a:latin typeface="Calibri" panose="020F0502020204030204" pitchFamily="34" charset="0"/>
                <a:ea typeface="Calibri" panose="020F0502020204030204" pitchFamily="34" charset="0"/>
                <a:cs typeface="Times New Roman" panose="02020603050405020304" pitchFamily="18" charset="0"/>
              </a:rPr>
              <a:t>La bienveillance et la sollicitude.</a:t>
            </a:r>
            <a:br>
              <a:rPr lang="fr-FR" sz="3800" kern="100">
                <a:effectLst/>
                <a:latin typeface="Calibri" panose="020F0502020204030204" pitchFamily="34" charset="0"/>
                <a:ea typeface="Calibri" panose="020F0502020204030204" pitchFamily="34" charset="0"/>
                <a:cs typeface="Times New Roman" panose="02020603050405020304" pitchFamily="18" charset="0"/>
              </a:rPr>
            </a:br>
            <a:endParaRPr lang="fr-FR" sz="3800"/>
          </a:p>
        </p:txBody>
      </p:sp>
      <p:pic>
        <p:nvPicPr>
          <p:cNvPr id="6" name="Picture 5" descr="Gros plan de mains en train d’applaudir">
            <a:extLst>
              <a:ext uri="{FF2B5EF4-FFF2-40B4-BE49-F238E27FC236}">
                <a16:creationId xmlns:a16="http://schemas.microsoft.com/office/drawing/2014/main" id="{8D255BDF-50FE-0405-1FE7-7337388DC1A6}"/>
              </a:ext>
            </a:extLst>
          </p:cNvPr>
          <p:cNvPicPr>
            <a:picLocks noChangeAspect="1"/>
          </p:cNvPicPr>
          <p:nvPr/>
        </p:nvPicPr>
        <p:blipFill>
          <a:blip r:embed="rId2"/>
          <a:srcRect l="34235" r="20438" b="4"/>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2"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9731F2C9-E5F2-82DB-CD88-92F617CD74A6}"/>
              </a:ext>
            </a:extLst>
          </p:cNvPr>
          <p:cNvSpPr>
            <a:spLocks noGrp="1" noChangeArrowheads="1"/>
          </p:cNvSpPr>
          <p:nvPr>
            <p:ph idx="1"/>
          </p:nvPr>
        </p:nvSpPr>
        <p:spPr bwMode="auto">
          <a:xfrm>
            <a:off x="5297762" y="2706624"/>
            <a:ext cx="6251110" cy="348386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indent="0" eaLnBrk="0" fontAlgn="base" hangingPunct="0">
              <a:spcBef>
                <a:spcPct val="0"/>
              </a:spcBef>
              <a:spcAft>
                <a:spcPts val="600"/>
              </a:spcAft>
              <a:buNone/>
            </a:pPr>
            <a:endParaRPr lang="fr-FR" altLang="fr-FR" sz="1700" b="1">
              <a:latin typeface="Arial"/>
              <a:cs typeface="Arial"/>
            </a:endParaRPr>
          </a:p>
          <a:p>
            <a:pPr marL="0" marR="0" lvl="0" indent="0" defTabSz="914400">
              <a:spcBef>
                <a:spcPct val="0"/>
              </a:spcBef>
              <a:spcAft>
                <a:spcPts val="600"/>
              </a:spcAft>
              <a:buClrTx/>
              <a:buSzTx/>
              <a:buFontTx/>
              <a:buNone/>
              <a:tabLst/>
            </a:pPr>
            <a:r>
              <a:rPr kumimoji="0" lang="fr-FR" altLang="fr-FR" sz="1700" b="1" i="0" u="none" strike="noStrike" cap="none" normalizeH="0" baseline="0">
                <a:ln>
                  <a:noFill/>
                </a:ln>
                <a:effectLst/>
                <a:latin typeface="Arial"/>
                <a:cs typeface="Arial"/>
              </a:rPr>
              <a:t>Bienveillance :</a:t>
            </a:r>
            <a:endParaRPr lang="fr-FR" altLang="fr-FR" sz="1700" b="0" i="0" u="none" strike="noStrike" cap="none" normalizeH="0" baseline="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sz="1700" b="0" i="0" u="none" strike="noStrike" cap="none" normalizeH="0" baseline="0">
                <a:ln>
                  <a:noFill/>
                </a:ln>
                <a:effectLst/>
                <a:latin typeface="Arial"/>
                <a:cs typeface="Arial"/>
              </a:rPr>
              <a:t>Consiste à adopter une attitude positive et respectueuse en toutes circonstances.</a:t>
            </a:r>
            <a:endParaRPr lang="fr-FR" altLang="fr-FR" sz="1700" b="0" i="0" u="none" strike="noStrike" cap="none" normalizeH="0" baseline="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sz="1700" b="0" i="0" u="none" strike="noStrike" cap="none" normalizeH="0" baseline="0">
                <a:ln>
                  <a:noFill/>
                </a:ln>
                <a:effectLst/>
                <a:latin typeface="Arial"/>
                <a:cs typeface="Arial"/>
              </a:rPr>
              <a:t>Exemples : Encourager la personne dans ses efforts, adapter ses gestes pour ne pas brusquer.</a:t>
            </a:r>
            <a:endParaRPr lang="fr-FR" altLang="fr-FR" sz="1700" b="0" i="0" u="none" strike="noStrike" cap="none" normalizeH="0" baseline="0">
              <a:ln>
                <a:noFill/>
              </a:ln>
              <a:effectLst/>
              <a:latin typeface="Arial"/>
              <a:cs typeface="Arial"/>
            </a:endParaRPr>
          </a:p>
          <a:p>
            <a:pPr marL="0" indent="0" eaLnBrk="0" fontAlgn="base" hangingPunct="0">
              <a:spcBef>
                <a:spcPct val="0"/>
              </a:spcBef>
              <a:spcAft>
                <a:spcPts val="600"/>
              </a:spcAft>
              <a:buFontTx/>
              <a:buNone/>
            </a:pPr>
            <a:endParaRPr lang="fr-FR" altLang="fr-FR" sz="1700" b="1">
              <a:latin typeface="Arial"/>
              <a:cs typeface="Arial"/>
            </a:endParaRPr>
          </a:p>
          <a:p>
            <a:pPr marL="0" marR="0" lvl="0" indent="0" defTabSz="914400">
              <a:spcBef>
                <a:spcPct val="0"/>
              </a:spcBef>
              <a:spcAft>
                <a:spcPts val="600"/>
              </a:spcAft>
              <a:buClrTx/>
              <a:buSzTx/>
              <a:buFontTx/>
              <a:buNone/>
              <a:tabLst/>
            </a:pPr>
            <a:r>
              <a:rPr kumimoji="0" lang="fr-FR" altLang="fr-FR" sz="1700" b="1" i="0" u="none" strike="noStrike" cap="none" normalizeH="0" baseline="0">
                <a:ln>
                  <a:noFill/>
                </a:ln>
                <a:effectLst/>
                <a:latin typeface="Arial"/>
                <a:cs typeface="Arial"/>
              </a:rPr>
              <a:t>Sollicitude :</a:t>
            </a:r>
            <a:endParaRPr lang="fr-FR" altLang="fr-FR" sz="1700" b="0" i="0" u="none" strike="noStrike" cap="none" normalizeH="0" baseline="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sz="1700" b="0" i="0" u="none" strike="noStrike" cap="none" normalizeH="0" baseline="0">
                <a:ln>
                  <a:noFill/>
                </a:ln>
                <a:effectLst/>
                <a:latin typeface="Arial"/>
                <a:cs typeface="Arial"/>
              </a:rPr>
              <a:t>Être attentif aux besoins exprimés ou non exprimés.</a:t>
            </a:r>
            <a:endParaRPr lang="fr-FR" altLang="fr-FR" sz="1700" b="0" i="0" u="none" strike="noStrike" cap="none" normalizeH="0" baseline="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sz="1700" b="0" i="0" u="none" strike="noStrike" cap="none" normalizeH="0" baseline="0">
                <a:ln>
                  <a:noFill/>
                </a:ln>
                <a:effectLst/>
                <a:latin typeface="Arial"/>
                <a:cs typeface="Arial"/>
              </a:rPr>
              <a:t>Exemple : Proposer spontanément de l’aide lorsque la personne semble en difficulté.</a:t>
            </a:r>
            <a:endParaRPr lang="fr-FR" altLang="fr-FR" sz="1700" b="0" i="0" u="none" strike="noStrike" cap="none" normalizeH="0" baseline="0">
              <a:ln>
                <a:noFill/>
              </a:ln>
              <a:effectLst/>
              <a:latin typeface="Arial"/>
              <a:cs typeface="Arial"/>
            </a:endParaRPr>
          </a:p>
          <a:p>
            <a:pPr marL="0" marR="0" lvl="0" indent="0" defTabSz="914400" rtl="0" eaLnBrk="0" fontAlgn="base" latinLnBrk="0" hangingPunct="0">
              <a:spcBef>
                <a:spcPct val="0"/>
              </a:spcBef>
              <a:spcAft>
                <a:spcPts val="600"/>
              </a:spcAft>
              <a:buClrTx/>
              <a:buSzTx/>
              <a:buFontTx/>
              <a:buNone/>
              <a:tabLst/>
            </a:pPr>
            <a:endParaRPr kumimoji="0" lang="fr-FR" altLang="fr-FR" sz="1700" b="0" i="0" u="none" strike="noStrike" cap="none" normalizeH="0" baseline="0">
              <a:ln>
                <a:noFill/>
              </a:ln>
              <a:effectLst/>
              <a:latin typeface="Arial" panose="020B0604020202020204" pitchFamily="34" charset="0"/>
            </a:endParaRPr>
          </a:p>
        </p:txBody>
      </p:sp>
    </p:spTree>
    <p:extLst>
      <p:ext uri="{BB962C8B-B14F-4D97-AF65-F5344CB8AC3E}">
        <p14:creationId xmlns:p14="http://schemas.microsoft.com/office/powerpoint/2010/main" val="200376967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686B4393-B629-A3FF-02F2-02767849106F}"/>
              </a:ext>
            </a:extLst>
          </p:cNvPr>
          <p:cNvSpPr>
            <a:spLocks noGrp="1"/>
          </p:cNvSpPr>
          <p:nvPr>
            <p:ph type="title"/>
          </p:nvPr>
        </p:nvSpPr>
        <p:spPr>
          <a:xfrm>
            <a:off x="793662" y="386930"/>
            <a:ext cx="10066122" cy="1298448"/>
          </a:xfrm>
        </p:spPr>
        <p:txBody>
          <a:bodyPr anchor="b">
            <a:normAutofit/>
          </a:bodyPr>
          <a:lstStyle/>
          <a:p>
            <a:r>
              <a:rPr lang="fr-FR" b="1" kern="100">
                <a:effectLst/>
                <a:latin typeface="Calibri" panose="020F0502020204030204" pitchFamily="34" charset="0"/>
                <a:ea typeface="Calibri" panose="020F0502020204030204" pitchFamily="34" charset="0"/>
                <a:cs typeface="Times New Roman" panose="02020603050405020304" pitchFamily="18" charset="0"/>
              </a:rPr>
              <a:t>Le savoir-être.</a:t>
            </a:r>
            <a:br>
              <a:rPr lang="fr-FR" kern="100">
                <a:effectLst/>
                <a:latin typeface="Calibri" panose="020F0502020204030204" pitchFamily="34" charset="0"/>
                <a:ea typeface="Calibri" panose="020F0502020204030204" pitchFamily="34" charset="0"/>
                <a:cs typeface="Times New Roman" panose="02020603050405020304" pitchFamily="18" charset="0"/>
              </a:rPr>
            </a:br>
            <a:endParaRPr lang="fr-FR"/>
          </a:p>
        </p:txBody>
      </p:sp>
      <p:sp>
        <p:nvSpPr>
          <p:cNvPr id="29" name="Rectangle 28">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36D62285-0F6E-7F9B-1FA9-29933E216880}"/>
              </a:ext>
            </a:extLst>
          </p:cNvPr>
          <p:cNvSpPr>
            <a:spLocks noGrp="1" noChangeArrowheads="1"/>
          </p:cNvSpPr>
          <p:nvPr>
            <p:ph idx="1"/>
          </p:nvPr>
        </p:nvSpPr>
        <p:spPr bwMode="auto">
          <a:xfrm>
            <a:off x="793661" y="2599509"/>
            <a:ext cx="4530898" cy="36394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eaLnBrk="0" fontAlgn="base" hangingPunct="0">
              <a:spcBef>
                <a:spcPct val="0"/>
              </a:spcBef>
              <a:spcAft>
                <a:spcPts val="600"/>
              </a:spcAft>
              <a:buClrTx/>
              <a:buSzTx/>
              <a:buFontTx/>
              <a:buNone/>
              <a:tabLst/>
            </a:pPr>
            <a:r>
              <a:rPr kumimoji="0" lang="fr-FR" altLang="fr-FR" sz="2000" b="0" i="0" u="none" strike="noStrike" cap="none" normalizeH="0" baseline="0">
                <a:ln>
                  <a:noFill/>
                </a:ln>
                <a:effectLst/>
                <a:latin typeface="Arial"/>
                <a:cs typeface="Arial"/>
              </a:rPr>
              <a:t>Reflète les qualités humaines essentielles dans l’accompagnement : respect, patience, calme et disponibilité.</a:t>
            </a:r>
            <a:endParaRPr lang="fr-FR" altLang="fr-FR" sz="2000">
              <a:latin typeface="Arial"/>
              <a:cs typeface="Arial"/>
            </a:endParaRPr>
          </a:p>
          <a:p>
            <a:pPr marL="0" indent="0" eaLnBrk="0" fontAlgn="base" hangingPunct="0">
              <a:spcBef>
                <a:spcPct val="0"/>
              </a:spcBef>
              <a:spcAft>
                <a:spcPts val="600"/>
              </a:spcAft>
              <a:buFontTx/>
              <a:buNone/>
            </a:pPr>
            <a:endParaRPr lang="fr-FR" altLang="fr-FR" sz="2000" b="1">
              <a:latin typeface="Arial"/>
              <a:cs typeface="Arial"/>
            </a:endParaRPr>
          </a:p>
          <a:p>
            <a:pPr marL="0" marR="0" lvl="0" indent="0" defTabSz="914400">
              <a:spcBef>
                <a:spcPct val="0"/>
              </a:spcBef>
              <a:spcAft>
                <a:spcPts val="600"/>
              </a:spcAft>
              <a:buClrTx/>
              <a:buSzTx/>
              <a:buFontTx/>
              <a:buNone/>
              <a:tabLst/>
            </a:pPr>
            <a:r>
              <a:rPr kumimoji="0" lang="fr-FR" altLang="fr-FR" sz="2000" b="1" i="0" u="none" strike="noStrike" cap="none" normalizeH="0" baseline="0">
                <a:ln>
                  <a:noFill/>
                </a:ln>
                <a:effectLst/>
                <a:latin typeface="Arial"/>
                <a:cs typeface="Arial"/>
              </a:rPr>
              <a:t>Exemples :</a:t>
            </a:r>
            <a:endParaRPr lang="fr-FR" altLang="fr-FR" sz="2000" b="0" i="0" u="none" strike="noStrike" cap="none" normalizeH="0" baseline="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sz="2000" b="0" i="0" u="none" strike="noStrike" cap="none" normalizeH="0" baseline="0">
                <a:ln>
                  <a:noFill/>
                </a:ln>
                <a:effectLst/>
                <a:latin typeface="Arial"/>
                <a:cs typeface="Arial"/>
              </a:rPr>
              <a:t>Être ponctuel et respecter les engagements pris.</a:t>
            </a:r>
            <a:endParaRPr lang="fr-FR" altLang="fr-FR" sz="2000" b="0" i="0" u="none" strike="noStrike" cap="none" normalizeH="0" baseline="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sz="2000" b="0" i="0" u="none" strike="noStrike" cap="none" normalizeH="0" baseline="0">
                <a:ln>
                  <a:noFill/>
                </a:ln>
                <a:effectLst/>
                <a:latin typeface="Arial"/>
                <a:cs typeface="Arial"/>
              </a:rPr>
              <a:t>Savoir s’adapter aux rythmes et préférences de chaque bénéficiaire.</a:t>
            </a:r>
            <a:endParaRPr lang="fr-FR" altLang="fr-FR" sz="2000" b="0" i="0" u="none" strike="noStrike" cap="none" normalizeH="0" baseline="0">
              <a:ln>
                <a:noFill/>
              </a:ln>
              <a:effectLst/>
              <a:latin typeface="Arial"/>
              <a:cs typeface="Arial"/>
            </a:endParaRPr>
          </a:p>
          <a:p>
            <a:pPr marL="0" marR="0" lvl="0" indent="0" defTabSz="914400" rtl="0" eaLnBrk="0" fontAlgn="base" latinLnBrk="0" hangingPunct="0">
              <a:spcBef>
                <a:spcPct val="0"/>
              </a:spcBef>
              <a:spcAft>
                <a:spcPts val="600"/>
              </a:spcAft>
              <a:buClrTx/>
              <a:buSzTx/>
              <a:buFontTx/>
              <a:buNone/>
              <a:tabLst/>
            </a:pPr>
            <a:endParaRPr kumimoji="0" lang="fr-FR" altLang="fr-FR" sz="2000" b="0" i="0" u="none" strike="noStrike" cap="none" normalizeH="0" baseline="0">
              <a:ln>
                <a:noFill/>
              </a:ln>
              <a:effectLst/>
              <a:latin typeface="Arial" panose="020B0604020202020204" pitchFamily="34" charset="0"/>
            </a:endParaRPr>
          </a:p>
        </p:txBody>
      </p:sp>
      <p:pic>
        <p:nvPicPr>
          <p:cNvPr id="3" name="Image 2" descr="Voici LA tendance bien-être de 2023 - Elle">
            <a:extLst>
              <a:ext uri="{FF2B5EF4-FFF2-40B4-BE49-F238E27FC236}">
                <a16:creationId xmlns:a16="http://schemas.microsoft.com/office/drawing/2014/main" id="{5C2C27CC-F9C5-E6F2-2D20-B165E9CD3A81}"/>
              </a:ext>
            </a:extLst>
          </p:cNvPr>
          <p:cNvPicPr>
            <a:picLocks noChangeAspect="1"/>
          </p:cNvPicPr>
          <p:nvPr/>
        </p:nvPicPr>
        <p:blipFill>
          <a:blip r:embed="rId2"/>
          <a:srcRect l="10043" r="2" b="2"/>
          <a:stretch/>
        </p:blipFill>
        <p:spPr>
          <a:xfrm>
            <a:off x="5911532" y="2484255"/>
            <a:ext cx="5150277" cy="3714244"/>
          </a:xfrm>
          <a:prstGeom prst="rect">
            <a:avLst/>
          </a:prstGeom>
        </p:spPr>
      </p:pic>
      <p:sp>
        <p:nvSpPr>
          <p:cNvPr id="27" name="Rectangle 26">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175295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AA9738-4EF9-EC34-AA43-2A7FBB437CB7}"/>
              </a:ext>
            </a:extLst>
          </p:cNvPr>
          <p:cNvSpPr>
            <a:spLocks noGrp="1"/>
          </p:cNvSpPr>
          <p:nvPr>
            <p:ph type="title"/>
          </p:nvPr>
        </p:nvSpPr>
        <p:spPr>
          <a:xfrm>
            <a:off x="6823878" y="741391"/>
            <a:ext cx="4491821" cy="1616203"/>
          </a:xfrm>
        </p:spPr>
        <p:txBody>
          <a:bodyPr anchor="b">
            <a:normAutofit/>
          </a:bodyPr>
          <a:lstStyle/>
          <a:p>
            <a:r>
              <a:rPr lang="fr-FR" sz="3200" b="1" kern="100">
                <a:effectLst/>
                <a:latin typeface="Calibri" panose="020F0502020204030204" pitchFamily="34" charset="0"/>
                <a:ea typeface="Calibri" panose="020F0502020204030204" pitchFamily="34" charset="0"/>
                <a:cs typeface="Times New Roman" panose="02020603050405020304" pitchFamily="18" charset="0"/>
              </a:rPr>
              <a:t>L’empathie.</a:t>
            </a:r>
            <a:br>
              <a:rPr lang="fr-FR" sz="3200" kern="100">
                <a:effectLst/>
                <a:latin typeface="Calibri" panose="020F0502020204030204" pitchFamily="34" charset="0"/>
                <a:ea typeface="Calibri" panose="020F0502020204030204" pitchFamily="34" charset="0"/>
                <a:cs typeface="Times New Roman" panose="02020603050405020304" pitchFamily="18" charset="0"/>
              </a:rPr>
            </a:br>
            <a:endParaRPr lang="fr-FR" sz="3200"/>
          </a:p>
        </p:txBody>
      </p:sp>
      <p:pic>
        <p:nvPicPr>
          <p:cNvPr id="5" name="Picture 4" descr="Gros plan de mains en train d’applaudir">
            <a:extLst>
              <a:ext uri="{FF2B5EF4-FFF2-40B4-BE49-F238E27FC236}">
                <a16:creationId xmlns:a16="http://schemas.microsoft.com/office/drawing/2014/main" id="{BC01E750-03BC-CB50-1092-A7DD87D7D2FD}"/>
              </a:ext>
            </a:extLst>
          </p:cNvPr>
          <p:cNvPicPr>
            <a:picLocks noChangeAspect="1"/>
          </p:cNvPicPr>
          <p:nvPr/>
        </p:nvPicPr>
        <p:blipFill>
          <a:blip r:embed="rId2"/>
          <a:srcRect l="27234" r="13437" b="4"/>
          <a:stretch/>
        </p:blipFill>
        <p:spPr>
          <a:xfrm>
            <a:off x="20" y="10"/>
            <a:ext cx="6095980" cy="6857990"/>
          </a:xfrm>
          <a:prstGeom prst="rect">
            <a:avLst/>
          </a:prstGeom>
        </p:spPr>
      </p:pic>
      <p:grpSp>
        <p:nvGrpSpPr>
          <p:cNvPr id="9" name="Group 8">
            <a:extLst>
              <a:ext uri="{FF2B5EF4-FFF2-40B4-BE49-F238E27FC236}">
                <a16:creationId xmlns:a16="http://schemas.microsoft.com/office/drawing/2014/main" id="{5EFBDE31-BB3E-6CFC-23CD-B5976DA384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3362" cy="6858000"/>
            <a:chOff x="12068638" y="0"/>
            <a:chExt cx="123362" cy="6858000"/>
          </a:xfrm>
        </p:grpSpPr>
        <p:sp>
          <p:nvSpPr>
            <p:cNvPr id="10" name="Rectangle 9">
              <a:extLst>
                <a:ext uri="{FF2B5EF4-FFF2-40B4-BE49-F238E27FC236}">
                  <a16:creationId xmlns:a16="http://schemas.microsoft.com/office/drawing/2014/main" id="{180A60EC-72BB-121F-556A-E2837FD99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91A2FAE-D41C-FF5D-B0A0-7808248ED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4139706"/>
              <a:ext cx="123362" cy="2718294"/>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Espace réservé du contenu 2">
            <a:extLst>
              <a:ext uri="{FF2B5EF4-FFF2-40B4-BE49-F238E27FC236}">
                <a16:creationId xmlns:a16="http://schemas.microsoft.com/office/drawing/2014/main" id="{5BD0E2E0-E991-5BAA-F242-284A8319C846}"/>
              </a:ext>
            </a:extLst>
          </p:cNvPr>
          <p:cNvSpPr>
            <a:spLocks noGrp="1"/>
          </p:cNvSpPr>
          <p:nvPr>
            <p:ph idx="1"/>
          </p:nvPr>
        </p:nvSpPr>
        <p:spPr>
          <a:xfrm>
            <a:off x="6823878" y="2533476"/>
            <a:ext cx="4491820" cy="3447832"/>
          </a:xfrm>
        </p:spPr>
        <p:txBody>
          <a:bodyPr vert="horz" lIns="91440" tIns="45720" rIns="91440" bIns="45720" rtlCol="0" anchor="t">
            <a:normAutofit/>
          </a:bodyPr>
          <a:lstStyle/>
          <a:p>
            <a:pPr>
              <a:buFont typeface="+mj-lt"/>
              <a:buAutoNum type="arabicPeriod" startAt="3"/>
            </a:pPr>
            <a:endParaRPr lang="fr-FR" sz="1700"/>
          </a:p>
          <a:p>
            <a:pPr marL="742950" lvl="1" indent="-285750">
              <a:buFont typeface="+mj-lt"/>
              <a:buAutoNum type="arabicPeriod" startAt="3"/>
            </a:pPr>
            <a:r>
              <a:rPr lang="fr-FR" sz="1700"/>
              <a:t>Capacité à comprendre et partager les émotions de l’autre sans jugement.</a:t>
            </a:r>
          </a:p>
          <a:p>
            <a:pPr marL="742950" lvl="1" indent="-285750">
              <a:buAutoNum type="arabicPeriod" startAt="3"/>
            </a:pPr>
            <a:endParaRPr lang="fr-FR" sz="1700"/>
          </a:p>
          <a:p>
            <a:pPr marL="742950" lvl="1" indent="-285750">
              <a:buFont typeface="+mj-lt"/>
              <a:buAutoNum type="arabicPeriod" startAt="3"/>
            </a:pPr>
            <a:r>
              <a:rPr lang="fr-FR" sz="1700" b="1"/>
              <a:t>Pratiques :</a:t>
            </a:r>
            <a:endParaRPr lang="fr-FR" sz="1700"/>
          </a:p>
          <a:p>
            <a:pPr marL="1143000" lvl="2" indent="-228600">
              <a:buFont typeface="+mj-lt"/>
              <a:buAutoNum type="arabicPeriod" startAt="3"/>
            </a:pPr>
            <a:r>
              <a:rPr lang="fr-FR" sz="1700"/>
              <a:t>Adopter une écoute attentive et montrer de l’intérêt pour les ressentis de la personne.</a:t>
            </a:r>
          </a:p>
          <a:p>
            <a:pPr marL="1143000" lvl="2" indent="-228600">
              <a:buFont typeface="+mj-lt"/>
              <a:buAutoNum type="arabicPeriod" startAt="3"/>
            </a:pPr>
            <a:r>
              <a:rPr lang="fr-FR" sz="1700"/>
              <a:t>Exemples : « Je comprends que vous vous sentez fatigué(e) aujourd’hui, prenons le temps. »</a:t>
            </a:r>
          </a:p>
          <a:p>
            <a:endParaRPr lang="fr-FR" sz="1700"/>
          </a:p>
        </p:txBody>
      </p:sp>
    </p:spTree>
    <p:extLst>
      <p:ext uri="{BB962C8B-B14F-4D97-AF65-F5344CB8AC3E}">
        <p14:creationId xmlns:p14="http://schemas.microsoft.com/office/powerpoint/2010/main" val="259338918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F9C2C24-9B4F-A90B-09EC-39A5B28E92AF}"/>
              </a:ext>
            </a:extLst>
          </p:cNvPr>
          <p:cNvPicPr>
            <a:picLocks noChangeAspect="1"/>
          </p:cNvPicPr>
          <p:nvPr/>
        </p:nvPicPr>
        <p:blipFill>
          <a:blip r:embed="rId2">
            <a:duotone>
              <a:schemeClr val="bg2">
                <a:shade val="45000"/>
                <a:satMod val="135000"/>
              </a:schemeClr>
              <a:prstClr val="white"/>
            </a:duotone>
          </a:blip>
          <a:srcRect r="9085" b="23384"/>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7C972970-7366-C2D9-DF4A-D5EE94F10985}"/>
              </a:ext>
            </a:extLst>
          </p:cNvPr>
          <p:cNvSpPr>
            <a:spLocks noGrp="1"/>
          </p:cNvSpPr>
          <p:nvPr>
            <p:ph type="title"/>
          </p:nvPr>
        </p:nvSpPr>
        <p:spPr>
          <a:xfrm>
            <a:off x="838200" y="365125"/>
            <a:ext cx="10515600" cy="1325563"/>
          </a:xfrm>
        </p:spPr>
        <p:txBody>
          <a:bodyPr>
            <a:normAutofit/>
          </a:bodyPr>
          <a:lstStyle/>
          <a:p>
            <a:r>
              <a:rPr lang="fr-FR" b="1">
                <a:effectLst/>
                <a:latin typeface="Calibri" panose="020F0502020204030204" pitchFamily="34" charset="0"/>
                <a:ea typeface="Calibri" panose="020F0502020204030204" pitchFamily="34" charset="0"/>
                <a:cs typeface="Times New Roman" panose="02020603050405020304" pitchFamily="18" charset="0"/>
              </a:rPr>
              <a:t>La communication verbale et non-verbale.</a:t>
            </a:r>
            <a:endParaRPr lang="fr-FR" dirty="0"/>
          </a:p>
        </p:txBody>
      </p:sp>
      <p:graphicFrame>
        <p:nvGraphicFramePr>
          <p:cNvPr id="5" name="Espace réservé du contenu 2">
            <a:extLst>
              <a:ext uri="{FF2B5EF4-FFF2-40B4-BE49-F238E27FC236}">
                <a16:creationId xmlns:a16="http://schemas.microsoft.com/office/drawing/2014/main" id="{94B23FB3-4196-6D1D-D6F4-9C48323851C4}"/>
              </a:ext>
            </a:extLst>
          </p:cNvPr>
          <p:cNvGraphicFramePr>
            <a:graphicFrameLocks noGrp="1"/>
          </p:cNvGraphicFramePr>
          <p:nvPr>
            <p:ph idx="1"/>
            <p:extLst>
              <p:ext uri="{D42A27DB-BD31-4B8C-83A1-F6EECF244321}">
                <p14:modId xmlns:p14="http://schemas.microsoft.com/office/powerpoint/2010/main" val="165080027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5844973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69D184B2-2226-4E31-BCCB-444330767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8533" y="918266"/>
            <a:ext cx="706127" cy="5863534"/>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7">
            <a:extLst>
              <a:ext uri="{FF2B5EF4-FFF2-40B4-BE49-F238E27FC236}">
                <a16:creationId xmlns:a16="http://schemas.microsoft.com/office/drawing/2014/main" id="{1AC4D4E3-486A-464A-8EC8-D44881097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7879" y="643467"/>
            <a:ext cx="420307" cy="566891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Rectangle 12">
            <a:extLst>
              <a:ext uri="{FF2B5EF4-FFF2-40B4-BE49-F238E27FC236}">
                <a16:creationId xmlns:a16="http://schemas.microsoft.com/office/drawing/2014/main" id="{864DE13E-58EB-4475-B79C-0D4FC6512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8387" y="643467"/>
            <a:ext cx="10933503" cy="5391944"/>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a:p>
        </p:txBody>
      </p:sp>
      <p:pic>
        <p:nvPicPr>
          <p:cNvPr id="4" name="Espace réservé du contenu 3" descr="Mehrabian : La règle des 3V - Déméter Santé">
            <a:extLst>
              <a:ext uri="{FF2B5EF4-FFF2-40B4-BE49-F238E27FC236}">
                <a16:creationId xmlns:a16="http://schemas.microsoft.com/office/drawing/2014/main" id="{70A6214F-B708-602D-C393-543D65D3454A}"/>
              </a:ext>
            </a:extLst>
          </p:cNvPr>
          <p:cNvPicPr>
            <a:picLocks noGrp="1" noChangeAspect="1"/>
          </p:cNvPicPr>
          <p:nvPr>
            <p:ph idx="1"/>
          </p:nvPr>
        </p:nvPicPr>
        <p:blipFill>
          <a:blip r:embed="rId2"/>
          <a:stretch>
            <a:fillRect/>
          </a:stretch>
        </p:blipFill>
        <p:spPr>
          <a:xfrm>
            <a:off x="1791377" y="1286934"/>
            <a:ext cx="8609247" cy="4105949"/>
          </a:xfrm>
          <a:prstGeom prst="rect">
            <a:avLst/>
          </a:prstGeom>
        </p:spPr>
      </p:pic>
    </p:spTree>
    <p:extLst>
      <p:ext uri="{BB962C8B-B14F-4D97-AF65-F5344CB8AC3E}">
        <p14:creationId xmlns:p14="http://schemas.microsoft.com/office/powerpoint/2010/main" val="233816350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3D17EAA-4358-B5DE-1EFB-4E841E35C489}"/>
              </a:ext>
            </a:extLst>
          </p:cNvPr>
          <p:cNvSpPr>
            <a:spLocks noGrp="1"/>
          </p:cNvSpPr>
          <p:nvPr>
            <p:ph type="title"/>
          </p:nvPr>
        </p:nvSpPr>
        <p:spPr>
          <a:xfrm>
            <a:off x="686834" y="1153572"/>
            <a:ext cx="3200400" cy="4461163"/>
          </a:xfrm>
        </p:spPr>
        <p:txBody>
          <a:bodyPr>
            <a:normAutofit/>
          </a:bodyPr>
          <a:lstStyle/>
          <a:p>
            <a:r>
              <a:rPr lang="fr-FR"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La qualité de la présence et du geste.</a:t>
            </a:r>
            <a:br>
              <a:rPr lang="fr-FR"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br>
            <a:endParaRPr lang="fr-FR">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Espace réservé du contenu 2">
            <a:extLst>
              <a:ext uri="{FF2B5EF4-FFF2-40B4-BE49-F238E27FC236}">
                <a16:creationId xmlns:a16="http://schemas.microsoft.com/office/drawing/2014/main" id="{E8B26EF1-4139-FAD2-4A97-167A8E55EA1E}"/>
              </a:ext>
            </a:extLst>
          </p:cNvPr>
          <p:cNvSpPr>
            <a:spLocks noGrp="1"/>
          </p:cNvSpPr>
          <p:nvPr>
            <p:ph idx="1"/>
          </p:nvPr>
        </p:nvSpPr>
        <p:spPr>
          <a:xfrm>
            <a:off x="4447308" y="591344"/>
            <a:ext cx="6906491" cy="5585619"/>
          </a:xfrm>
        </p:spPr>
        <p:txBody>
          <a:bodyPr vert="horz" lIns="91440" tIns="45720" rIns="91440" bIns="45720" rtlCol="0" anchor="ctr">
            <a:normAutofit/>
          </a:bodyPr>
          <a:lstStyle/>
          <a:p>
            <a:pPr marL="0" indent="0">
              <a:buNone/>
            </a:pPr>
            <a:r>
              <a:rPr lang="fr-FR" b="1" dirty="0"/>
              <a:t>La qualité de la présence et du geste </a:t>
            </a:r>
            <a:br>
              <a:rPr lang="fr-FR" b="1" dirty="0"/>
            </a:br>
            <a:r>
              <a:rPr lang="fr-FR" b="1" dirty="0"/>
              <a:t>- </a:t>
            </a:r>
            <a:r>
              <a:rPr lang="fr-FR" dirty="0"/>
              <a:t>Être pleinement présent et attentif lors des interactions avec la personne.</a:t>
            </a:r>
          </a:p>
          <a:p>
            <a:pPr marL="0" indent="0">
              <a:buNone/>
            </a:pPr>
            <a:r>
              <a:rPr lang="fr-FR" b="1" dirty="0"/>
              <a:t>Pratiques :</a:t>
            </a:r>
          </a:p>
          <a:p>
            <a:pPr>
              <a:buFontTx/>
              <a:buChar char="-"/>
            </a:pPr>
            <a:r>
              <a:rPr lang="fr-FR" dirty="0"/>
              <a:t>Réaliser chaque geste avec douceur et intention, éviter les actions précipitées.</a:t>
            </a:r>
          </a:p>
          <a:p>
            <a:pPr>
              <a:buFontTx/>
              <a:buChar char="-"/>
            </a:pPr>
            <a:r>
              <a:rPr lang="fr-FR" dirty="0"/>
              <a:t>Montrer à la personne qu’elle est au centre de votre attention, même dans les tâches routinières.</a:t>
            </a:r>
          </a:p>
          <a:p>
            <a:endParaRPr lang="fr-FR" dirty="0"/>
          </a:p>
        </p:txBody>
      </p:sp>
    </p:spTree>
    <p:extLst>
      <p:ext uri="{BB962C8B-B14F-4D97-AF65-F5344CB8AC3E}">
        <p14:creationId xmlns:p14="http://schemas.microsoft.com/office/powerpoint/2010/main" val="131087356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C4393E3A-73DD-292F-8629-15A3D87526DE}"/>
              </a:ext>
            </a:extLst>
          </p:cNvPr>
          <p:cNvSpPr>
            <a:spLocks noGrp="1"/>
          </p:cNvSpPr>
          <p:nvPr>
            <p:ph type="title"/>
          </p:nvPr>
        </p:nvSpPr>
        <p:spPr>
          <a:xfrm>
            <a:off x="686834" y="1153572"/>
            <a:ext cx="3200400" cy="4461163"/>
          </a:xfrm>
        </p:spPr>
        <p:txBody>
          <a:bodyPr>
            <a:normAutofit/>
          </a:bodyPr>
          <a:lstStyle/>
          <a:p>
            <a:r>
              <a:rPr lang="fr-FR"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L’écoute.</a:t>
            </a:r>
            <a:br>
              <a:rPr lang="fr-FR"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br>
            <a:endParaRPr lang="fr-FR">
              <a:solidFill>
                <a:srgbClr val="FFFFFF"/>
              </a:solidFill>
            </a:endParaRP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Rectangle 1">
            <a:extLst>
              <a:ext uri="{FF2B5EF4-FFF2-40B4-BE49-F238E27FC236}">
                <a16:creationId xmlns:a16="http://schemas.microsoft.com/office/drawing/2014/main" id="{D864E857-8097-1D9C-3762-C09F25E6AF57}"/>
              </a:ext>
            </a:extLst>
          </p:cNvPr>
          <p:cNvSpPr>
            <a:spLocks noGrp="1" noChangeArrowheads="1"/>
          </p:cNvSpPr>
          <p:nvPr>
            <p:ph idx="1"/>
          </p:nvPr>
        </p:nvSpPr>
        <p:spPr bwMode="auto">
          <a:xfrm>
            <a:off x="4447308" y="591344"/>
            <a:ext cx="7554191" cy="558561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None/>
              <a:tabLst/>
            </a:pPr>
            <a:r>
              <a:rPr kumimoji="0" lang="fr-FR" altLang="fr-FR" b="1" i="0" u="none" strike="noStrike" cap="none" normalizeH="0" baseline="0">
                <a:ln>
                  <a:noFill/>
                </a:ln>
                <a:effectLst/>
                <a:latin typeface="Arial" panose="020B0604020202020204" pitchFamily="34" charset="0"/>
              </a:rPr>
              <a:t>Écoute active :</a:t>
            </a:r>
            <a:endParaRPr lang="fr-FR" altLang="fr-FR" b="0" i="0" u="none" strike="noStrike" cap="none" normalizeH="0" baseline="0">
              <a:ln>
                <a:noFill/>
              </a:ln>
              <a:effectLst/>
              <a:latin typeface="Arial" panose="020B0604020202020204" pitchFamily="34" charset="0"/>
              <a:cs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fr-FR" altLang="fr-FR" b="0" i="0" u="none" strike="noStrike" cap="none" normalizeH="0" baseline="0">
                <a:ln>
                  <a:noFill/>
                </a:ln>
                <a:effectLst/>
                <a:latin typeface="Arial"/>
                <a:cs typeface="Arial"/>
              </a:rPr>
              <a:t>Porter une attention totale à ce que dit la personne, sans interrompre ni juger.</a:t>
            </a:r>
            <a:endParaRPr lang="fr-FR" altLang="fr-FR" b="0" i="0" u="none" strike="noStrike" cap="none" normalizeH="0" baseline="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b="0" i="0" u="none" strike="noStrike" cap="none" normalizeH="0" baseline="0">
                <a:ln>
                  <a:noFill/>
                </a:ln>
                <a:effectLst/>
                <a:latin typeface="Arial"/>
                <a:cs typeface="Arial"/>
              </a:rPr>
              <a:t>Reformuler pour vérifier la compréhension et valoriser l’expression de la personne.</a:t>
            </a:r>
            <a:endParaRPr lang="fr-FR" altLang="fr-FR" b="0" i="0" u="none" strike="noStrike" cap="none" normalizeH="0" baseline="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b="0" i="0" u="none" strike="noStrike" cap="none" normalizeH="0" baseline="0">
                <a:ln>
                  <a:noFill/>
                </a:ln>
                <a:effectLst/>
                <a:latin typeface="Arial"/>
                <a:cs typeface="Arial"/>
              </a:rPr>
              <a:t>Exemple : « Si je comprends bien, vous préférez que nous rangions la chambre après votre repas ? »</a:t>
            </a:r>
            <a:endParaRPr lang="fr-FR" altLang="fr-FR" b="0" i="0" u="none" strike="noStrike" cap="none" normalizeH="0" baseline="0">
              <a:ln>
                <a:noFill/>
              </a:ln>
              <a:effectLst/>
              <a:latin typeface="Arial"/>
              <a:cs typeface="Arial"/>
            </a:endParaRPr>
          </a:p>
          <a:p>
            <a:pPr marL="0" indent="0" eaLnBrk="0" fontAlgn="base" hangingPunct="0">
              <a:spcBef>
                <a:spcPct val="0"/>
              </a:spcBef>
              <a:spcAft>
                <a:spcPts val="600"/>
              </a:spcAft>
              <a:buFontTx/>
              <a:buChar char="•"/>
            </a:pPr>
            <a:endParaRPr lang="fr-FR" altLang="fr-FR" b="1">
              <a:latin typeface="Arial"/>
              <a:cs typeface="Arial"/>
            </a:endParaRPr>
          </a:p>
          <a:p>
            <a:pPr marL="0" marR="0" lvl="0" indent="0" defTabSz="914400">
              <a:spcBef>
                <a:spcPct val="0"/>
              </a:spcBef>
              <a:spcAft>
                <a:spcPts val="600"/>
              </a:spcAft>
              <a:buClrTx/>
              <a:buSzTx/>
              <a:buNone/>
              <a:tabLst/>
            </a:pPr>
            <a:r>
              <a:rPr kumimoji="0" lang="fr-FR" altLang="fr-FR" b="1" i="0" u="none" strike="noStrike" cap="none" normalizeH="0" baseline="0">
                <a:ln>
                  <a:noFill/>
                </a:ln>
                <a:effectLst/>
                <a:latin typeface="Arial"/>
                <a:cs typeface="Arial"/>
              </a:rPr>
              <a:t>Importance :</a:t>
            </a:r>
            <a:r>
              <a:rPr kumimoji="0" lang="fr-FR" altLang="fr-FR" b="0" i="0" u="none" strike="noStrike" cap="none" normalizeH="0" baseline="0">
                <a:ln>
                  <a:noFill/>
                </a:ln>
                <a:effectLst/>
                <a:latin typeface="Arial"/>
                <a:cs typeface="Arial"/>
              </a:rPr>
              <a:t> L’écoute permet de mieux comprendre les attentes, besoins et éventuelles frustrations. </a:t>
            </a:r>
            <a:endParaRPr lang="fr-FR"/>
          </a:p>
        </p:txBody>
      </p:sp>
    </p:spTree>
    <p:extLst>
      <p:ext uri="{BB962C8B-B14F-4D97-AF65-F5344CB8AC3E}">
        <p14:creationId xmlns:p14="http://schemas.microsoft.com/office/powerpoint/2010/main" val="392945624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1F9839E1-C5A0-EF2E-75DF-BF0F45A5C5E7}"/>
              </a:ext>
            </a:extLst>
          </p:cNvPr>
          <p:cNvSpPr>
            <a:spLocks noGrp="1"/>
          </p:cNvSpPr>
          <p:nvPr>
            <p:ph type="title"/>
          </p:nvPr>
        </p:nvSpPr>
        <p:spPr>
          <a:xfrm>
            <a:off x="686834" y="1153572"/>
            <a:ext cx="3200400" cy="4461163"/>
          </a:xfrm>
        </p:spPr>
        <p:txBody>
          <a:bodyPr>
            <a:normAutofit/>
          </a:bodyPr>
          <a:lstStyle/>
          <a:p>
            <a:r>
              <a:rPr lang="fr-FR" sz="41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L’observation.</a:t>
            </a:r>
            <a:br>
              <a:rPr lang="fr-FR" sz="4100"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br>
            <a:endParaRPr lang="fr-FR" sz="4100">
              <a:solidFill>
                <a:srgbClr val="FFFFFF"/>
              </a:solidFill>
            </a:endParaRP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Rectangle 1">
            <a:extLst>
              <a:ext uri="{FF2B5EF4-FFF2-40B4-BE49-F238E27FC236}">
                <a16:creationId xmlns:a16="http://schemas.microsoft.com/office/drawing/2014/main" id="{81AE18F2-FBDE-80EB-AD0B-E7E36A9EA7C6}"/>
              </a:ext>
            </a:extLst>
          </p:cNvPr>
          <p:cNvSpPr>
            <a:spLocks noGrp="1" noChangeArrowheads="1"/>
          </p:cNvSpPr>
          <p:nvPr>
            <p:ph idx="1"/>
          </p:nvPr>
        </p:nvSpPr>
        <p:spPr bwMode="auto">
          <a:xfrm>
            <a:off x="4447308" y="591344"/>
            <a:ext cx="6906491" cy="558561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endParaRPr kumimoji="0" lang="fr-FR" altLang="fr-FR"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fr-FR" altLang="fr-FR" b="0" i="0" u="none" strike="noStrike" cap="none" normalizeH="0" baseline="0">
                <a:ln>
                  <a:noFill/>
                </a:ln>
                <a:effectLst/>
                <a:latin typeface="Arial"/>
                <a:cs typeface="Arial"/>
              </a:rPr>
              <a:t>Être attentif aux signaux physiques et comportementaux pour détecter des besoins non exprimés.</a:t>
            </a:r>
            <a:endParaRPr lang="fr-FR" altLang="fr-FR" b="0" i="0" u="none" strike="noStrike" cap="none" normalizeH="0" baseline="0">
              <a:ln>
                <a:noFill/>
              </a:ln>
              <a:effectLst/>
              <a:latin typeface="Arial"/>
              <a:cs typeface="Arial"/>
            </a:endParaRPr>
          </a:p>
          <a:p>
            <a:pPr marL="0" indent="0" eaLnBrk="0" fontAlgn="base" hangingPunct="0">
              <a:spcBef>
                <a:spcPct val="0"/>
              </a:spcBef>
              <a:spcAft>
                <a:spcPts val="600"/>
              </a:spcAft>
              <a:buFontTx/>
              <a:buNone/>
            </a:pPr>
            <a:endParaRPr lang="fr-FR" altLang="fr-FR" b="1">
              <a:latin typeface="Arial"/>
              <a:cs typeface="Arial"/>
            </a:endParaRPr>
          </a:p>
          <a:p>
            <a:pPr marL="0" marR="0" lvl="0" indent="0" defTabSz="914400">
              <a:spcBef>
                <a:spcPct val="0"/>
              </a:spcBef>
              <a:spcAft>
                <a:spcPts val="600"/>
              </a:spcAft>
              <a:buClrTx/>
              <a:buSzTx/>
              <a:buFontTx/>
              <a:buNone/>
              <a:tabLst/>
            </a:pPr>
            <a:r>
              <a:rPr kumimoji="0" lang="fr-FR" altLang="fr-FR" b="1" i="0" u="none" strike="noStrike" cap="none" normalizeH="0" baseline="0">
                <a:ln>
                  <a:noFill/>
                </a:ln>
                <a:effectLst/>
                <a:latin typeface="Arial"/>
                <a:cs typeface="Arial"/>
              </a:rPr>
              <a:t>Exemples :</a:t>
            </a:r>
            <a:endParaRPr lang="fr-FR" altLang="fr-FR" b="0" i="0" u="none" strike="noStrike" cap="none" normalizeH="0" baseline="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b="0" i="0" u="none" strike="noStrike" cap="none" normalizeH="0" baseline="0">
                <a:ln>
                  <a:noFill/>
                </a:ln>
                <a:effectLst/>
                <a:latin typeface="Arial"/>
                <a:cs typeface="Arial"/>
              </a:rPr>
              <a:t>Noter les changements dans l’attitude ou l’état de santé (fatigue, douleur, isolement).</a:t>
            </a:r>
            <a:endParaRPr lang="fr-FR" altLang="fr-FR" b="0" i="0" u="none" strike="noStrike" cap="none" normalizeH="0" baseline="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b="0" i="0" u="none" strike="noStrike" cap="none" normalizeH="0" baseline="0">
                <a:ln>
                  <a:noFill/>
                </a:ln>
                <a:effectLst/>
                <a:latin typeface="Arial"/>
                <a:cs typeface="Arial"/>
              </a:rPr>
              <a:t>Observer l’environnement pour identifier des risques potentiels (chute, inconfort).</a:t>
            </a:r>
            <a:endParaRPr lang="fr-FR" altLang="fr-FR" b="0" i="0" u="none" strike="noStrike" cap="none" normalizeH="0" baseline="0">
              <a:ln>
                <a:noFill/>
              </a:ln>
              <a:effectLst/>
              <a:latin typeface="Arial"/>
              <a:cs typeface="Arial"/>
            </a:endParaRPr>
          </a:p>
          <a:p>
            <a:pPr marL="0" marR="0" lvl="0" indent="0" defTabSz="914400" rtl="0" eaLnBrk="0" fontAlgn="base" latinLnBrk="0" hangingPunct="0">
              <a:spcBef>
                <a:spcPct val="0"/>
              </a:spcBef>
              <a:spcAft>
                <a:spcPts val="600"/>
              </a:spcAft>
              <a:buClrTx/>
              <a:buSzTx/>
              <a:buFontTx/>
              <a:buNone/>
              <a:tabLst/>
            </a:pPr>
            <a:endParaRPr kumimoji="0" lang="fr-FR" altLang="fr-FR" b="0" i="0" u="none" strike="noStrike" cap="none" normalizeH="0" baseline="0">
              <a:ln>
                <a:noFill/>
              </a:ln>
              <a:effectLst/>
              <a:latin typeface="Arial" panose="020B0604020202020204" pitchFamily="34" charset="0"/>
            </a:endParaRPr>
          </a:p>
        </p:txBody>
      </p:sp>
    </p:spTree>
    <p:extLst>
      <p:ext uri="{BB962C8B-B14F-4D97-AF65-F5344CB8AC3E}">
        <p14:creationId xmlns:p14="http://schemas.microsoft.com/office/powerpoint/2010/main" val="325759508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2FFF4037-ADEE-862B-E350-EEAF01145293}"/>
              </a:ext>
            </a:extLst>
          </p:cNvPr>
          <p:cNvSpPr>
            <a:spLocks noGrp="1"/>
          </p:cNvSpPr>
          <p:nvPr>
            <p:ph type="title"/>
          </p:nvPr>
        </p:nvSpPr>
        <p:spPr>
          <a:xfrm>
            <a:off x="1371597" y="348865"/>
            <a:ext cx="10044023" cy="877729"/>
          </a:xfrm>
        </p:spPr>
        <p:txBody>
          <a:bodyPr anchor="ctr">
            <a:normAutofit/>
          </a:bodyPr>
          <a:lstStyle/>
          <a:p>
            <a:r>
              <a:rPr lang="fr-FR" sz="28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Repérer et savoir réagir face aux situations à risque</a:t>
            </a:r>
            <a:br>
              <a:rPr lang="fr-FR" sz="2800"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br>
            <a:endParaRPr lang="fr-FR" sz="2800">
              <a:solidFill>
                <a:srgbClr val="FFFFFF"/>
              </a:solidFill>
            </a:endParaRPr>
          </a:p>
        </p:txBody>
      </p:sp>
      <p:graphicFrame>
        <p:nvGraphicFramePr>
          <p:cNvPr id="5" name="Espace réservé du contenu 2">
            <a:extLst>
              <a:ext uri="{FF2B5EF4-FFF2-40B4-BE49-F238E27FC236}">
                <a16:creationId xmlns:a16="http://schemas.microsoft.com/office/drawing/2014/main" id="{93378DB1-ED8F-044E-FB4C-AB924B3B06EC}"/>
              </a:ext>
            </a:extLst>
          </p:cNvPr>
          <p:cNvGraphicFramePr>
            <a:graphicFrameLocks noGrp="1"/>
          </p:cNvGraphicFramePr>
          <p:nvPr>
            <p:ph idx="1"/>
            <p:extLst>
              <p:ext uri="{D42A27DB-BD31-4B8C-83A1-F6EECF244321}">
                <p14:modId xmlns:p14="http://schemas.microsoft.com/office/powerpoint/2010/main" val="1884362074"/>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0006744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Un jouet rouge devant deux lignes de chiffres blancs">
            <a:extLst>
              <a:ext uri="{FF2B5EF4-FFF2-40B4-BE49-F238E27FC236}">
                <a16:creationId xmlns:a16="http://schemas.microsoft.com/office/drawing/2014/main" id="{853AD4DE-0161-D58F-38A4-A42C0C3407CC}"/>
              </a:ext>
            </a:extLst>
          </p:cNvPr>
          <p:cNvPicPr>
            <a:picLocks noChangeAspect="1"/>
          </p:cNvPicPr>
          <p:nvPr/>
        </p:nvPicPr>
        <p:blipFill>
          <a:blip r:embed="rId2"/>
          <a:srcRect l="25779" r="22260" b="5"/>
          <a:stretch/>
        </p:blipFill>
        <p:spPr>
          <a:xfrm>
            <a:off x="-1" y="-2"/>
            <a:ext cx="5410198" cy="6858002"/>
          </a:xfrm>
          <a:prstGeom prst="rect">
            <a:avLst/>
          </a:prstGeom>
        </p:spPr>
      </p:pic>
      <p:sp useBgFill="1">
        <p:nvSpPr>
          <p:cNvPr id="12" name="Rectangle 11">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6796A29-0406-2EE3-FF25-BA417C68235B}"/>
              </a:ext>
            </a:extLst>
          </p:cNvPr>
          <p:cNvSpPr>
            <a:spLocks noGrp="1"/>
          </p:cNvSpPr>
          <p:nvPr>
            <p:ph type="title"/>
          </p:nvPr>
        </p:nvSpPr>
        <p:spPr>
          <a:xfrm>
            <a:off x="6115317" y="405685"/>
            <a:ext cx="5464968" cy="1559301"/>
          </a:xfrm>
        </p:spPr>
        <p:txBody>
          <a:bodyPr>
            <a:normAutofit/>
          </a:bodyPr>
          <a:lstStyle/>
          <a:p>
            <a:r>
              <a:rPr lang="fr-FR" sz="2500" b="1" kern="100">
                <a:effectLst/>
                <a:latin typeface="Calibri" panose="020F0502020204030204" pitchFamily="34" charset="0"/>
                <a:ea typeface="Calibri" panose="020F0502020204030204" pitchFamily="34" charset="0"/>
                <a:cs typeface="Times New Roman" panose="02020603050405020304" pitchFamily="18" charset="0"/>
              </a:rPr>
              <a:t>Le professionnel témoin d’une situation : l’aider et le guider dans sa démarche.</a:t>
            </a:r>
            <a:br>
              <a:rPr lang="fr-FR" sz="2500" kern="100">
                <a:effectLst/>
                <a:latin typeface="Calibri" panose="020F0502020204030204" pitchFamily="34" charset="0"/>
                <a:ea typeface="Calibri" panose="020F0502020204030204" pitchFamily="34" charset="0"/>
                <a:cs typeface="Times New Roman" panose="02020603050405020304" pitchFamily="18" charset="0"/>
              </a:rPr>
            </a:br>
            <a:endParaRPr lang="fr-FR" sz="2500"/>
          </a:p>
        </p:txBody>
      </p:sp>
      <p:sp>
        <p:nvSpPr>
          <p:cNvPr id="4" name="Rectangle 1">
            <a:extLst>
              <a:ext uri="{FF2B5EF4-FFF2-40B4-BE49-F238E27FC236}">
                <a16:creationId xmlns:a16="http://schemas.microsoft.com/office/drawing/2014/main" id="{B9F75D97-6F8D-30AC-0B5E-8F1620F9FD1D}"/>
              </a:ext>
            </a:extLst>
          </p:cNvPr>
          <p:cNvSpPr>
            <a:spLocks noGrp="1" noChangeArrowheads="1"/>
          </p:cNvSpPr>
          <p:nvPr>
            <p:ph idx="1"/>
          </p:nvPr>
        </p:nvSpPr>
        <p:spPr bwMode="auto">
          <a:xfrm>
            <a:off x="5410467" y="2743200"/>
            <a:ext cx="6609415" cy="349687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eaLnBrk="0" fontAlgn="base" hangingPunct="0">
              <a:spcBef>
                <a:spcPct val="0"/>
              </a:spcBef>
              <a:spcAft>
                <a:spcPts val="600"/>
              </a:spcAft>
              <a:buClrTx/>
              <a:buSzTx/>
              <a:buNone/>
              <a:tabLst/>
            </a:pPr>
            <a:r>
              <a:rPr kumimoji="0" lang="fr-FR" altLang="fr-FR" sz="1400" b="1" i="0" u="none" strike="noStrike" cap="none" normalizeH="0" baseline="0">
                <a:ln>
                  <a:noFill/>
                </a:ln>
                <a:effectLst/>
                <a:latin typeface="Arial"/>
                <a:cs typeface="Arial"/>
              </a:rPr>
              <a:t>Reconnaître une situation de maltraitance</a:t>
            </a:r>
            <a:endParaRPr lang="fr-FR" altLang="fr-FR" sz="1400" b="0" i="0" u="none" strike="noStrike" cap="none" normalizeH="0" baseline="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sz="1400" b="0" i="0" u="none" strike="noStrike" cap="none" normalizeH="0" baseline="0">
                <a:ln>
                  <a:noFill/>
                </a:ln>
                <a:effectLst/>
                <a:latin typeface="Arial" panose="020B0604020202020204" pitchFamily="34" charset="0"/>
              </a:rPr>
              <a:t>Observer sans préjugés : repérer les signes physiques, comportementaux ou environnementaux.</a:t>
            </a:r>
          </a:p>
          <a:p>
            <a:pPr marL="0" indent="0" eaLnBrk="0" fontAlgn="base" hangingPunct="0">
              <a:spcBef>
                <a:spcPct val="0"/>
              </a:spcBef>
              <a:spcAft>
                <a:spcPts val="600"/>
              </a:spcAft>
              <a:buFontTx/>
              <a:buChar char="•"/>
            </a:pPr>
            <a:r>
              <a:rPr kumimoji="0" lang="fr-FR" altLang="fr-FR" sz="1400" b="0" i="0" u="none" strike="noStrike" cap="none" normalizeH="0" baseline="0">
                <a:ln>
                  <a:noFill/>
                </a:ln>
                <a:effectLst/>
                <a:latin typeface="Arial" panose="020B0604020202020204" pitchFamily="34" charset="0"/>
              </a:rPr>
              <a:t>Se baser sur des faits concrets, pas sur des suppositions.</a:t>
            </a:r>
            <a:endParaRPr lang="fr-FR" altLang="fr-FR" sz="1400">
              <a:latin typeface="Arial" panose="020B0604020202020204" pitchFamily="34" charset="0"/>
            </a:endParaRPr>
          </a:p>
          <a:p>
            <a:pPr marL="0" marR="0" lvl="0" indent="0" defTabSz="914400" rtl="0" eaLnBrk="0" fontAlgn="base" latinLnBrk="0" hangingPunct="0">
              <a:spcBef>
                <a:spcPct val="0"/>
              </a:spcBef>
              <a:spcAft>
                <a:spcPts val="600"/>
              </a:spcAft>
              <a:buClrTx/>
              <a:buSzTx/>
              <a:buNone/>
              <a:tabLst/>
            </a:pPr>
            <a:endParaRPr lang="fr-FR" altLang="fr-FR" sz="1400" b="1" i="0" u="none" strike="noStrike" cap="none" normalizeH="0" baseline="0">
              <a:ln>
                <a:noFill/>
              </a:ln>
              <a:effectLst/>
              <a:latin typeface="Arial" panose="020B0604020202020204" pitchFamily="34" charset="0"/>
              <a:cs typeface="Arial"/>
            </a:endParaRPr>
          </a:p>
          <a:p>
            <a:pPr marL="0" marR="0" lvl="0" indent="0" defTabSz="914400">
              <a:spcBef>
                <a:spcPct val="0"/>
              </a:spcBef>
              <a:spcAft>
                <a:spcPts val="600"/>
              </a:spcAft>
              <a:buClrTx/>
              <a:buSzTx/>
              <a:buNone/>
              <a:tabLst/>
            </a:pPr>
            <a:r>
              <a:rPr kumimoji="0" lang="fr-FR" altLang="fr-FR" sz="1400" b="1" i="0" u="none" strike="noStrike" cap="none" normalizeH="0" baseline="0">
                <a:ln>
                  <a:noFill/>
                </a:ln>
                <a:effectLst/>
                <a:latin typeface="Arial"/>
                <a:cs typeface="Arial"/>
              </a:rPr>
              <a:t>Guider le professionnel témoin</a:t>
            </a:r>
            <a:endParaRPr lang="fr-FR" altLang="fr-FR" sz="1400" b="0" i="0" u="none" strike="noStrike" cap="none" normalizeH="0" baseline="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sz="1400" b="0" i="0" u="none" strike="noStrike" cap="none" normalizeH="0" baseline="0">
                <a:ln>
                  <a:noFill/>
                </a:ln>
                <a:effectLst/>
                <a:latin typeface="Arial" panose="020B0604020202020204" pitchFamily="34" charset="0"/>
              </a:rPr>
              <a:t>Ne pas agir seul ni directement confronter l’auteur présumé de la maltraitance.</a:t>
            </a:r>
          </a:p>
          <a:p>
            <a:pPr marL="0" marR="0" lvl="0" indent="0" defTabSz="914400" rtl="0" eaLnBrk="0" fontAlgn="base" latinLnBrk="0" hangingPunct="0">
              <a:spcBef>
                <a:spcPct val="0"/>
              </a:spcBef>
              <a:spcAft>
                <a:spcPts val="600"/>
              </a:spcAft>
              <a:buClrTx/>
              <a:buSzTx/>
              <a:buFontTx/>
              <a:buChar char="•"/>
              <a:tabLst/>
            </a:pPr>
            <a:r>
              <a:rPr kumimoji="0" lang="fr-FR" altLang="fr-FR" sz="1400" b="0" i="0" u="none" strike="noStrike" cap="none" normalizeH="0" baseline="0">
                <a:ln>
                  <a:noFill/>
                </a:ln>
                <a:effectLst/>
                <a:latin typeface="Arial" panose="020B0604020202020204" pitchFamily="34" charset="0"/>
              </a:rPr>
              <a:t>Suivre les protocoles internes ou externes de l’organisation.</a:t>
            </a:r>
          </a:p>
          <a:p>
            <a:pPr marL="0" marR="0" lvl="0" indent="0" defTabSz="914400" rtl="0" eaLnBrk="0" fontAlgn="base" latinLnBrk="0" hangingPunct="0">
              <a:spcBef>
                <a:spcPct val="0"/>
              </a:spcBef>
              <a:spcAft>
                <a:spcPts val="600"/>
              </a:spcAft>
              <a:buClrTx/>
              <a:buSzTx/>
              <a:buFontTx/>
              <a:buChar char="•"/>
              <a:tabLst/>
            </a:pPr>
            <a:r>
              <a:rPr kumimoji="0" lang="fr-FR" altLang="fr-FR" sz="1400" b="0" i="0" u="none" strike="noStrike" cap="none" normalizeH="0" baseline="0">
                <a:ln>
                  <a:noFill/>
                </a:ln>
                <a:effectLst/>
                <a:latin typeface="Arial" panose="020B0604020202020204" pitchFamily="34" charset="0"/>
              </a:rPr>
              <a:t>En cas d’urgence, contacter les autorités compétentes (SAMU, police).</a:t>
            </a:r>
          </a:p>
          <a:p>
            <a:pPr marL="0" marR="0" lvl="0" indent="0" defTabSz="914400" rtl="0" eaLnBrk="0" fontAlgn="base" latinLnBrk="0" hangingPunct="0">
              <a:spcBef>
                <a:spcPct val="0"/>
              </a:spcBef>
              <a:spcAft>
                <a:spcPts val="600"/>
              </a:spcAft>
              <a:buClrTx/>
              <a:buSzTx/>
              <a:buFontTx/>
              <a:buNone/>
              <a:tabLst/>
            </a:pPr>
            <a:endParaRPr kumimoji="0" lang="fr-FR" altLang="fr-FR" sz="1400" b="0" i="0" u="none" strike="noStrike" cap="none" normalizeH="0" baseline="0">
              <a:ln>
                <a:noFill/>
              </a:ln>
              <a:effectLst/>
              <a:latin typeface="Arial" panose="020B0604020202020204" pitchFamily="34" charset="0"/>
            </a:endParaRPr>
          </a:p>
        </p:txBody>
      </p:sp>
    </p:spTree>
    <p:extLst>
      <p:ext uri="{BB962C8B-B14F-4D97-AF65-F5344CB8AC3E}">
        <p14:creationId xmlns:p14="http://schemas.microsoft.com/office/powerpoint/2010/main" val="404596023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2" name="Rectangle 11">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2F9E20D3-9F26-D38B-C3B2-18F59D8C2A33}"/>
              </a:ext>
            </a:extLst>
          </p:cNvPr>
          <p:cNvSpPr>
            <a:spLocks noGrp="1"/>
          </p:cNvSpPr>
          <p:nvPr>
            <p:ph type="title"/>
          </p:nvPr>
        </p:nvSpPr>
        <p:spPr>
          <a:xfrm>
            <a:off x="761803" y="350196"/>
            <a:ext cx="4646904" cy="1624520"/>
          </a:xfrm>
        </p:spPr>
        <p:txBody>
          <a:bodyPr anchor="ctr">
            <a:normAutofit/>
          </a:bodyPr>
          <a:lstStyle/>
          <a:p>
            <a:r>
              <a:rPr lang="fr-FR" sz="1600" b="1" kern="100">
                <a:effectLst/>
                <a:latin typeface="Calibri" panose="020F0502020204030204" pitchFamily="34" charset="0"/>
                <a:ea typeface="Calibri" panose="020F0502020204030204" pitchFamily="34" charset="0"/>
                <a:cs typeface="Times New Roman" panose="02020603050405020304" pitchFamily="18" charset="0"/>
              </a:rPr>
              <a:t>La connaissance et l’utilisation des obligations et modalités de repérage, d’alerte, de déclaration, de signalement et de traitement des situations de maltraitance.</a:t>
            </a:r>
            <a:br>
              <a:rPr lang="fr-FR" sz="1600" kern="100">
                <a:effectLst/>
                <a:latin typeface="Calibri" panose="020F0502020204030204" pitchFamily="34" charset="0"/>
                <a:ea typeface="Calibri" panose="020F0502020204030204" pitchFamily="34" charset="0"/>
                <a:cs typeface="Times New Roman" panose="02020603050405020304" pitchFamily="18" charset="0"/>
              </a:rPr>
            </a:br>
            <a:endParaRPr lang="fr-FR" sz="1600"/>
          </a:p>
        </p:txBody>
      </p:sp>
      <p:sp>
        <p:nvSpPr>
          <p:cNvPr id="4" name="Rectangle 1">
            <a:extLst>
              <a:ext uri="{FF2B5EF4-FFF2-40B4-BE49-F238E27FC236}">
                <a16:creationId xmlns:a16="http://schemas.microsoft.com/office/drawing/2014/main" id="{073A46D9-513B-E4BF-0E87-1A107D5CCC38}"/>
              </a:ext>
            </a:extLst>
          </p:cNvPr>
          <p:cNvSpPr>
            <a:spLocks noGrp="1" noChangeArrowheads="1"/>
          </p:cNvSpPr>
          <p:nvPr>
            <p:ph idx="1"/>
          </p:nvPr>
        </p:nvSpPr>
        <p:spPr bwMode="auto">
          <a:xfrm>
            <a:off x="761802" y="2743200"/>
            <a:ext cx="4646905" cy="361314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None/>
              <a:tabLst/>
            </a:pPr>
            <a:r>
              <a:rPr kumimoji="0" lang="fr-FR" altLang="fr-FR" sz="1000" b="1" i="0" u="none" strike="noStrike" cap="none" normalizeH="0" baseline="0" dirty="0">
                <a:ln>
                  <a:noFill/>
                </a:ln>
                <a:effectLst/>
                <a:latin typeface="Arial"/>
                <a:cs typeface="Arial"/>
              </a:rPr>
              <a:t>Obligations légales</a:t>
            </a:r>
            <a:endParaRPr lang="fr-FR" altLang="fr-FR" sz="1000" b="0" i="0" u="none" strike="noStrike" cap="none" normalizeH="0" baseline="0" dirty="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sz="1000" b="1" i="0" u="none" strike="noStrike" cap="none" normalizeH="0" baseline="0" dirty="0">
                <a:ln>
                  <a:noFill/>
                </a:ln>
                <a:effectLst/>
                <a:latin typeface="Arial"/>
                <a:cs typeface="Arial"/>
              </a:rPr>
              <a:t>Article 434-3 du Code pénal :</a:t>
            </a:r>
            <a:r>
              <a:rPr kumimoji="0" lang="fr-FR" altLang="fr-FR" sz="1000" b="0" i="0" u="none" strike="noStrike" cap="none" normalizeH="0" baseline="0" dirty="0">
                <a:ln>
                  <a:noFill/>
                </a:ln>
                <a:effectLst/>
                <a:latin typeface="Arial"/>
                <a:cs typeface="Arial"/>
              </a:rPr>
              <a:t> Obligation de signaler les situations de maltraitance auprès des autorités compétentes.</a:t>
            </a:r>
            <a:endParaRPr lang="fr-FR" altLang="fr-FR" sz="1000" b="0" i="0" u="none" strike="noStrike" cap="none" normalizeH="0" baseline="0" dirty="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sz="1000" b="0" i="0" u="none" strike="noStrike" cap="none" normalizeH="0" baseline="0" dirty="0">
                <a:ln>
                  <a:noFill/>
                </a:ln>
                <a:effectLst/>
                <a:latin typeface="Arial"/>
                <a:cs typeface="Arial"/>
              </a:rPr>
              <a:t>Respecter la confidentialité des signalements tout en agissant pour protéger la personne.</a:t>
            </a:r>
            <a:endParaRPr lang="fr-FR" altLang="fr-FR" sz="1000" b="0" i="0" u="none" strike="noStrike" cap="none" normalizeH="0" baseline="0" dirty="0">
              <a:ln>
                <a:noFill/>
              </a:ln>
              <a:effectLst/>
              <a:latin typeface="Arial"/>
              <a:cs typeface="Arial"/>
            </a:endParaRPr>
          </a:p>
          <a:p>
            <a:pPr marL="0" indent="0" eaLnBrk="0" fontAlgn="base" hangingPunct="0">
              <a:spcBef>
                <a:spcPct val="0"/>
              </a:spcBef>
              <a:spcAft>
                <a:spcPts val="600"/>
              </a:spcAft>
              <a:buFontTx/>
              <a:buNone/>
            </a:pPr>
            <a:endParaRPr lang="fr-FR" altLang="fr-FR" sz="1000" b="1" dirty="0">
              <a:latin typeface="Arial"/>
              <a:cs typeface="Arial"/>
            </a:endParaRPr>
          </a:p>
          <a:p>
            <a:pPr marL="0" marR="0" lvl="0" indent="0" defTabSz="914400">
              <a:spcBef>
                <a:spcPct val="0"/>
              </a:spcBef>
              <a:spcAft>
                <a:spcPts val="600"/>
              </a:spcAft>
              <a:buClrTx/>
              <a:buSzTx/>
              <a:buFontTx/>
              <a:buNone/>
              <a:tabLst/>
            </a:pPr>
            <a:r>
              <a:rPr kumimoji="0" lang="fr-FR" altLang="fr-FR" sz="1000" b="1" i="0" u="none" strike="noStrike" cap="none" normalizeH="0" baseline="0" dirty="0">
                <a:ln>
                  <a:noFill/>
                </a:ln>
                <a:effectLst/>
                <a:latin typeface="Arial"/>
                <a:cs typeface="Arial"/>
              </a:rPr>
              <a:t>Étapes du signalement</a:t>
            </a:r>
            <a:endParaRPr lang="fr-FR" altLang="fr-FR" sz="1000" b="0" i="0" u="none" strike="noStrike" cap="none" normalizeH="0" baseline="0" dirty="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sz="1000" b="1" i="0" u="none" strike="noStrike" cap="none" normalizeH="0" baseline="0" dirty="0">
                <a:ln>
                  <a:noFill/>
                </a:ln>
                <a:effectLst/>
                <a:latin typeface="Arial"/>
                <a:cs typeface="Arial"/>
              </a:rPr>
              <a:t>Repérage :</a:t>
            </a:r>
            <a:r>
              <a:rPr kumimoji="0" lang="fr-FR" altLang="fr-FR" sz="1000" b="0" i="0" u="none" strike="noStrike" cap="none" normalizeH="0" baseline="0" dirty="0">
                <a:ln>
                  <a:noFill/>
                </a:ln>
                <a:effectLst/>
                <a:latin typeface="Arial"/>
                <a:cs typeface="Arial"/>
              </a:rPr>
              <a:t> Identifier une situation à risque à partir des observations.</a:t>
            </a:r>
            <a:endParaRPr lang="fr-FR" altLang="fr-FR" sz="1000" b="0" i="0" u="none" strike="noStrike" cap="none" normalizeH="0" baseline="0" dirty="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sz="1000" b="1" i="0" u="none" strike="noStrike" cap="none" normalizeH="0" baseline="0" dirty="0">
                <a:ln>
                  <a:noFill/>
                </a:ln>
                <a:effectLst/>
                <a:latin typeface="Arial"/>
                <a:cs typeface="Arial"/>
              </a:rPr>
              <a:t>Alerte :</a:t>
            </a:r>
            <a:r>
              <a:rPr kumimoji="0" lang="fr-FR" altLang="fr-FR" sz="1000" b="0" i="0" u="none" strike="noStrike" cap="none" normalizeH="0" baseline="0" dirty="0">
                <a:ln>
                  <a:noFill/>
                </a:ln>
                <a:effectLst/>
                <a:latin typeface="Arial"/>
                <a:cs typeface="Arial"/>
              </a:rPr>
              <a:t> Informer un supérieur hiérarchique ou un responsable référent.</a:t>
            </a:r>
            <a:endParaRPr lang="fr-FR" altLang="fr-FR" sz="1000" b="0" i="0" u="none" strike="noStrike" cap="none" normalizeH="0" baseline="0" dirty="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sz="1000" b="1" i="0" u="none" strike="noStrike" cap="none" normalizeH="0" baseline="0" dirty="0">
                <a:ln>
                  <a:noFill/>
                </a:ln>
                <a:effectLst/>
                <a:latin typeface="Arial"/>
                <a:cs typeface="Arial"/>
              </a:rPr>
              <a:t>Déclaration :</a:t>
            </a:r>
            <a:r>
              <a:rPr kumimoji="0" lang="fr-FR" altLang="fr-FR" sz="1000" b="0" i="0" u="none" strike="noStrike" cap="none" normalizeH="0" baseline="0" dirty="0">
                <a:ln>
                  <a:noFill/>
                </a:ln>
                <a:effectLst/>
                <a:latin typeface="Arial"/>
                <a:cs typeface="Arial"/>
              </a:rPr>
              <a:t> Remplir un signalement écrit, documenté et précis.</a:t>
            </a:r>
            <a:endParaRPr lang="fr-FR" altLang="fr-FR" sz="1000" b="0" i="0" u="none" strike="noStrike" cap="none" normalizeH="0" baseline="0" dirty="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sz="1000" b="1" i="0" u="none" strike="noStrike" cap="none" normalizeH="0" baseline="0" dirty="0">
                <a:ln>
                  <a:noFill/>
                </a:ln>
                <a:effectLst/>
                <a:latin typeface="Arial"/>
                <a:cs typeface="Arial"/>
              </a:rPr>
              <a:t>Traitement :</a:t>
            </a:r>
            <a:r>
              <a:rPr kumimoji="0" lang="fr-FR" altLang="fr-FR" sz="1000" b="0" i="0" u="none" strike="noStrike" cap="none" normalizeH="0" baseline="0" dirty="0">
                <a:ln>
                  <a:noFill/>
                </a:ln>
                <a:effectLst/>
                <a:latin typeface="Arial"/>
                <a:cs typeface="Arial"/>
              </a:rPr>
              <a:t> Coopérer avec les autorités ou les services sociaux pour résoudre la situation.</a:t>
            </a:r>
            <a:endParaRPr lang="fr-FR" altLang="fr-FR" sz="1000" b="0" i="0" u="none" strike="noStrike" cap="none" normalizeH="0" baseline="0" dirty="0">
              <a:ln>
                <a:noFill/>
              </a:ln>
              <a:effectLst/>
              <a:latin typeface="Arial"/>
              <a:cs typeface="Arial"/>
            </a:endParaRPr>
          </a:p>
          <a:p>
            <a:pPr marL="0" indent="0" eaLnBrk="0" fontAlgn="base" hangingPunct="0">
              <a:spcBef>
                <a:spcPct val="0"/>
              </a:spcBef>
              <a:spcAft>
                <a:spcPts val="600"/>
              </a:spcAft>
              <a:buNone/>
            </a:pPr>
            <a:endParaRPr lang="fr-FR" altLang="fr-FR" sz="1000" b="1" dirty="0">
              <a:latin typeface="Arial"/>
              <a:cs typeface="Arial"/>
            </a:endParaRPr>
          </a:p>
          <a:p>
            <a:pPr marL="0" marR="0" lvl="0" indent="0" defTabSz="914400">
              <a:spcBef>
                <a:spcPct val="0"/>
              </a:spcBef>
              <a:spcAft>
                <a:spcPts val="600"/>
              </a:spcAft>
              <a:buClrTx/>
              <a:buSzTx/>
              <a:buFontTx/>
              <a:buNone/>
              <a:tabLst/>
            </a:pPr>
            <a:r>
              <a:rPr kumimoji="0" lang="fr-FR" altLang="fr-FR" sz="1000" b="1" i="0" u="none" strike="noStrike" cap="none" normalizeH="0" baseline="0" dirty="0">
                <a:ln>
                  <a:noFill/>
                </a:ln>
                <a:effectLst/>
                <a:latin typeface="Arial"/>
                <a:cs typeface="Arial"/>
              </a:rPr>
              <a:t>Utilisation des outils disponibles</a:t>
            </a:r>
            <a:endParaRPr lang="fr-FR" altLang="fr-FR" sz="1000" b="0" i="0" u="none" strike="noStrike" cap="none" normalizeH="0" baseline="0" dirty="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sz="1000" b="1" i="0" u="none" strike="noStrike" cap="none" normalizeH="0" baseline="0" dirty="0">
                <a:ln>
                  <a:noFill/>
                </a:ln>
                <a:effectLst/>
                <a:latin typeface="Arial"/>
                <a:cs typeface="Arial"/>
              </a:rPr>
              <a:t>Fiche de signalement :</a:t>
            </a:r>
            <a:r>
              <a:rPr kumimoji="0" lang="fr-FR" altLang="fr-FR" sz="1000" b="0" i="0" u="none" strike="noStrike" cap="none" normalizeH="0" baseline="0" dirty="0">
                <a:ln>
                  <a:noFill/>
                </a:ln>
                <a:effectLst/>
                <a:latin typeface="Arial"/>
                <a:cs typeface="Arial"/>
              </a:rPr>
              <a:t> Documenter la situation de manière factuelle.</a:t>
            </a:r>
            <a:endParaRPr lang="fr-FR" altLang="fr-FR" sz="1000" b="0" i="0" u="none" strike="noStrike" cap="none" normalizeH="0" baseline="0" dirty="0">
              <a:ln>
                <a:noFill/>
              </a:ln>
              <a:effectLst/>
              <a:latin typeface="Arial"/>
              <a:cs typeface="Arial"/>
            </a:endParaRPr>
          </a:p>
          <a:p>
            <a:pPr marL="0" marR="0" lvl="0" indent="0" defTabSz="914400" rtl="0" eaLnBrk="0" fontAlgn="base" latinLnBrk="0" hangingPunct="0">
              <a:spcBef>
                <a:spcPct val="0"/>
              </a:spcBef>
              <a:spcAft>
                <a:spcPts val="600"/>
              </a:spcAft>
              <a:buClrTx/>
              <a:buSzTx/>
              <a:buFontTx/>
              <a:buChar char="•"/>
              <a:tabLst/>
            </a:pPr>
            <a:r>
              <a:rPr kumimoji="0" lang="fr-FR" altLang="fr-FR" sz="1000" b="1" i="0" u="none" strike="noStrike" cap="none" normalizeH="0" baseline="0" dirty="0">
                <a:ln>
                  <a:noFill/>
                </a:ln>
                <a:effectLst/>
                <a:latin typeface="Arial"/>
                <a:cs typeface="Arial"/>
              </a:rPr>
              <a:t>Références locales :</a:t>
            </a:r>
            <a:r>
              <a:rPr kumimoji="0" lang="fr-FR" altLang="fr-FR" sz="1000" b="0" i="0" u="none" strike="noStrike" cap="none" normalizeH="0" baseline="0" dirty="0">
                <a:ln>
                  <a:noFill/>
                </a:ln>
                <a:effectLst/>
                <a:latin typeface="Arial"/>
                <a:cs typeface="Arial"/>
              </a:rPr>
              <a:t> Connaître les structures et services compétents (numéro national 3977, Maison des solidarités).</a:t>
            </a:r>
            <a:endParaRPr lang="fr-FR" altLang="fr-FR" sz="1000" b="0" i="0" u="none" strike="noStrike" cap="none" normalizeH="0" baseline="0" dirty="0">
              <a:ln>
                <a:noFill/>
              </a:ln>
              <a:effectLst/>
              <a:latin typeface="Arial"/>
              <a:cs typeface="Arial"/>
            </a:endParaRPr>
          </a:p>
          <a:p>
            <a:pPr marL="0" marR="0" lvl="0" indent="0" defTabSz="914400" rtl="0" eaLnBrk="0" fontAlgn="base" latinLnBrk="0" hangingPunct="0">
              <a:spcBef>
                <a:spcPct val="0"/>
              </a:spcBef>
              <a:spcAft>
                <a:spcPts val="600"/>
              </a:spcAft>
              <a:buClrTx/>
              <a:buSzTx/>
              <a:buFontTx/>
              <a:buNone/>
              <a:tabLst/>
            </a:pPr>
            <a:endParaRPr kumimoji="0" lang="fr-FR" altLang="fr-FR" sz="1000" b="0" i="0" u="none" strike="noStrike" cap="none" normalizeH="0" baseline="0" dirty="0">
              <a:ln>
                <a:noFill/>
              </a:ln>
              <a:effectLst/>
              <a:latin typeface="Arial" panose="020B0604020202020204" pitchFamily="34" charset="0"/>
            </a:endParaRPr>
          </a:p>
        </p:txBody>
      </p:sp>
      <p:pic>
        <p:nvPicPr>
          <p:cNvPr id="6" name="Picture 5" descr="Stylo placé en haut d’une ligne de signature">
            <a:extLst>
              <a:ext uri="{FF2B5EF4-FFF2-40B4-BE49-F238E27FC236}">
                <a16:creationId xmlns:a16="http://schemas.microsoft.com/office/drawing/2014/main" id="{E220B2BA-5394-81C2-E56B-B0677443CAD0}"/>
              </a:ext>
            </a:extLst>
          </p:cNvPr>
          <p:cNvPicPr>
            <a:picLocks noChangeAspect="1"/>
          </p:cNvPicPr>
          <p:nvPr/>
        </p:nvPicPr>
        <p:blipFill>
          <a:blip r:embed="rId2"/>
          <a:srcRect l="40690" r="-3" b="-3"/>
          <a:stretch/>
        </p:blipFill>
        <p:spPr>
          <a:xfrm>
            <a:off x="6096000" y="1"/>
            <a:ext cx="6102825" cy="6858000"/>
          </a:xfrm>
          <a:prstGeom prst="rect">
            <a:avLst/>
          </a:prstGeom>
        </p:spPr>
      </p:pic>
    </p:spTree>
    <p:extLst>
      <p:ext uri="{BB962C8B-B14F-4D97-AF65-F5344CB8AC3E}">
        <p14:creationId xmlns:p14="http://schemas.microsoft.com/office/powerpoint/2010/main" val="345718844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Slide background fill">
            <a:extLst>
              <a:ext uri="{FF2B5EF4-FFF2-40B4-BE49-F238E27FC236}">
                <a16:creationId xmlns:a16="http://schemas.microsoft.com/office/drawing/2014/main" id="{CB49665F-0298-4449-8D2D-209989CB9E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Color 2">
            <a:extLst>
              <a:ext uri="{FF2B5EF4-FFF2-40B4-BE49-F238E27FC236}">
                <a16:creationId xmlns:a16="http://schemas.microsoft.com/office/drawing/2014/main" id="{A71EEC14-174A-46FA-B046-474750457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7" name="Group 12">
            <a:extLst>
              <a:ext uri="{FF2B5EF4-FFF2-40B4-BE49-F238E27FC236}">
                <a16:creationId xmlns:a16="http://schemas.microsoft.com/office/drawing/2014/main" id="{EEB6CB95-E653-4C6C-AE51-62FD848E8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89" y="-2"/>
            <a:ext cx="3468234" cy="6858000"/>
            <a:chOff x="651279" y="598259"/>
            <a:chExt cx="10889442" cy="5680742"/>
          </a:xfrm>
        </p:grpSpPr>
        <p:sp>
          <p:nvSpPr>
            <p:cNvPr id="14" name="Color">
              <a:extLst>
                <a:ext uri="{FF2B5EF4-FFF2-40B4-BE49-F238E27FC236}">
                  <a16:creationId xmlns:a16="http://schemas.microsoft.com/office/drawing/2014/main" id="{BDD3CB8E-ABA7-4F37-BB2C-64FFD19813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Color">
              <a:extLst>
                <a:ext uri="{FF2B5EF4-FFF2-40B4-BE49-F238E27FC236}">
                  <a16:creationId xmlns:a16="http://schemas.microsoft.com/office/drawing/2014/main" id="{C2CA788A-B2FD-494C-BED0-83E31F6DFF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7" name="Group 16">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8" name="Freeform: Shape 17">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re 1">
            <a:extLst>
              <a:ext uri="{FF2B5EF4-FFF2-40B4-BE49-F238E27FC236}">
                <a16:creationId xmlns:a16="http://schemas.microsoft.com/office/drawing/2014/main" id="{C1F9EF9F-CD43-9CE8-C4B9-350D57ED535D}"/>
              </a:ext>
            </a:extLst>
          </p:cNvPr>
          <p:cNvSpPr>
            <a:spLocks noGrp="1"/>
          </p:cNvSpPr>
          <p:nvPr>
            <p:ph type="title"/>
          </p:nvPr>
        </p:nvSpPr>
        <p:spPr>
          <a:xfrm rot="16200000">
            <a:off x="-1325880" y="1947672"/>
            <a:ext cx="5961888" cy="2788920"/>
          </a:xfrm>
        </p:spPr>
        <p:txBody>
          <a:bodyPr anchor="ctr">
            <a:normAutofit/>
          </a:bodyPr>
          <a:lstStyle/>
          <a:p>
            <a:r>
              <a:rPr lang="fr-FR" sz="4800" b="1"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Le positionnement individuel et en équipe.</a:t>
            </a:r>
            <a:br>
              <a:rPr lang="fr-FR" sz="4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br>
            <a:endParaRPr lang="fr-FR" sz="4800">
              <a:solidFill>
                <a:schemeClr val="bg1"/>
              </a:solidFill>
            </a:endParaRPr>
          </a:p>
        </p:txBody>
      </p:sp>
      <p:graphicFrame>
        <p:nvGraphicFramePr>
          <p:cNvPr id="29" name="Espace réservé du contenu 2">
            <a:extLst>
              <a:ext uri="{FF2B5EF4-FFF2-40B4-BE49-F238E27FC236}">
                <a16:creationId xmlns:a16="http://schemas.microsoft.com/office/drawing/2014/main" id="{224111DA-F673-A8D9-92D5-F4ED0B56170E}"/>
              </a:ext>
            </a:extLst>
          </p:cNvPr>
          <p:cNvGraphicFramePr>
            <a:graphicFrameLocks noGrp="1"/>
          </p:cNvGraphicFramePr>
          <p:nvPr>
            <p:ph idx="1"/>
            <p:extLst>
              <p:ext uri="{D42A27DB-BD31-4B8C-83A1-F6EECF244321}">
                <p14:modId xmlns:p14="http://schemas.microsoft.com/office/powerpoint/2010/main" val="3961916361"/>
              </p:ext>
            </p:extLst>
          </p:nvPr>
        </p:nvGraphicFramePr>
        <p:xfrm>
          <a:off x="3794296" y="288758"/>
          <a:ext cx="7559504" cy="62852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1070148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B55C93D-ED18-4C52-8F43-3DA7D352C140}"/>
              </a:ext>
            </a:extLst>
          </p:cNvPr>
          <p:cNvSpPr>
            <a:spLocks noGrp="1"/>
          </p:cNvSpPr>
          <p:nvPr>
            <p:ph type="title"/>
          </p:nvPr>
        </p:nvSpPr>
        <p:spPr>
          <a:xfrm>
            <a:off x="761800" y="762001"/>
            <a:ext cx="5334197" cy="1708242"/>
          </a:xfrm>
        </p:spPr>
        <p:txBody>
          <a:bodyPr anchor="ctr">
            <a:normAutofit/>
          </a:bodyPr>
          <a:lstStyle/>
          <a:p>
            <a:r>
              <a:rPr lang="fr-FR" sz="2800" b="1" kern="100">
                <a:effectLst/>
                <a:latin typeface="Calibri" panose="020F0502020204030204" pitchFamily="34" charset="0"/>
                <a:ea typeface="Calibri" panose="020F0502020204030204" pitchFamily="34" charset="0"/>
                <a:cs typeface="Times New Roman" panose="02020603050405020304" pitchFamily="18" charset="0"/>
              </a:rPr>
              <a:t>Mettre en place l'écoute active dans son action d'accompagnement</a:t>
            </a:r>
            <a:br>
              <a:rPr lang="fr-FR" sz="2800" kern="100">
                <a:effectLst/>
                <a:latin typeface="Calibri" panose="020F0502020204030204" pitchFamily="34" charset="0"/>
                <a:ea typeface="Calibri" panose="020F0502020204030204" pitchFamily="34" charset="0"/>
                <a:cs typeface="Times New Roman" panose="02020603050405020304" pitchFamily="18" charset="0"/>
              </a:rPr>
            </a:br>
            <a:endParaRPr lang="fr-FR" sz="2800"/>
          </a:p>
        </p:txBody>
      </p:sp>
      <p:sp>
        <p:nvSpPr>
          <p:cNvPr id="3" name="Espace réservé du contenu 2">
            <a:extLst>
              <a:ext uri="{FF2B5EF4-FFF2-40B4-BE49-F238E27FC236}">
                <a16:creationId xmlns:a16="http://schemas.microsoft.com/office/drawing/2014/main" id="{DEE614E2-9934-9903-C39F-F07B40728840}"/>
              </a:ext>
            </a:extLst>
          </p:cNvPr>
          <p:cNvSpPr>
            <a:spLocks noGrp="1"/>
          </p:cNvSpPr>
          <p:nvPr>
            <p:ph idx="1"/>
          </p:nvPr>
        </p:nvSpPr>
        <p:spPr>
          <a:xfrm>
            <a:off x="761800" y="2470244"/>
            <a:ext cx="5334197" cy="3769835"/>
          </a:xfrm>
        </p:spPr>
        <p:txBody>
          <a:bodyPr anchor="ctr">
            <a:normAutofit/>
          </a:bodyPr>
          <a:lstStyle/>
          <a:p>
            <a:pPr>
              <a:buFont typeface="Arial" panose="020B0604020202020204" pitchFamily="34" charset="0"/>
              <a:buChar char="•"/>
            </a:pPr>
            <a:r>
              <a:rPr lang="fr-FR" sz="1000" b="1" dirty="0"/>
              <a:t>Importance :</a:t>
            </a:r>
            <a:endParaRPr lang="fr-FR" sz="1000" dirty="0"/>
          </a:p>
          <a:p>
            <a:pPr marL="742950" lvl="1" indent="-285750">
              <a:buFont typeface="Arial" panose="020B0604020202020204" pitchFamily="34" charset="0"/>
              <a:buChar char="•"/>
            </a:pPr>
            <a:r>
              <a:rPr lang="fr-FR" sz="1000" dirty="0"/>
              <a:t>Renforcer le lien de confiance avec la personne accompagnée.</a:t>
            </a:r>
          </a:p>
          <a:p>
            <a:pPr marL="742950" lvl="1" indent="-285750">
              <a:buFont typeface="Arial" panose="020B0604020202020204" pitchFamily="34" charset="0"/>
              <a:buChar char="•"/>
            </a:pPr>
            <a:r>
              <a:rPr lang="fr-FR" sz="1000" dirty="0"/>
              <a:t>Mieux comprendre ses attentes et adapter l’accompagnement.</a:t>
            </a:r>
          </a:p>
          <a:p>
            <a:pPr marL="742950" lvl="1" indent="-285750">
              <a:buFont typeface="Arial" panose="020B0604020202020204" pitchFamily="34" charset="0"/>
              <a:buChar char="•"/>
            </a:pPr>
            <a:r>
              <a:rPr lang="fr-FR" sz="1000" dirty="0"/>
              <a:t>Prévenir les malentendus et désamorcer les situations conflictuelles.</a:t>
            </a:r>
          </a:p>
          <a:p>
            <a:endParaRPr lang="fr-FR" sz="1000" dirty="0">
              <a:effectLst/>
            </a:endParaRPr>
          </a:p>
          <a:p>
            <a:pPr marL="742950" lvl="1" indent="-285750">
              <a:spcAft>
                <a:spcPts val="800"/>
              </a:spcAft>
              <a:buSzPts val="1000"/>
              <a:buFont typeface="Courier New" panose="02070309020205020404" pitchFamily="49" charset="0"/>
              <a:buChar char="o"/>
              <a:tabLst>
                <a:tab pos="914400" algn="l"/>
              </a:tabLst>
            </a:pPr>
            <a:r>
              <a:rPr lang="fr-FR" sz="1000" b="1" kern="100" dirty="0">
                <a:effectLst/>
                <a:latin typeface="Calibri" panose="020F0502020204030204" pitchFamily="34" charset="0"/>
                <a:ea typeface="Calibri" panose="020F0502020204030204" pitchFamily="34" charset="0"/>
                <a:cs typeface="Times New Roman" panose="02020603050405020304" pitchFamily="18" charset="0"/>
              </a:rPr>
              <a:t>Le conseil</a:t>
            </a:r>
            <a:endParaRPr lang="fr-FR"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spcAft>
                <a:spcPts val="800"/>
              </a:spcAft>
              <a:buSzPts val="1000"/>
              <a:buFont typeface="Courier New" panose="02070309020205020404" pitchFamily="49" charset="0"/>
              <a:buChar char="o"/>
              <a:tabLst>
                <a:tab pos="914400" algn="l"/>
              </a:tabLst>
            </a:pPr>
            <a:r>
              <a:rPr lang="fr-FR" sz="1000" b="1" kern="100" dirty="0">
                <a:effectLst/>
                <a:latin typeface="Calibri" panose="020F0502020204030204" pitchFamily="34" charset="0"/>
                <a:ea typeface="Calibri" panose="020F0502020204030204" pitchFamily="34" charset="0"/>
                <a:cs typeface="Times New Roman" panose="02020603050405020304" pitchFamily="18" charset="0"/>
              </a:rPr>
              <a:t>Le jugement</a:t>
            </a:r>
            <a:endParaRPr lang="fr-FR"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spcAft>
                <a:spcPts val="800"/>
              </a:spcAft>
              <a:buSzPts val="1000"/>
              <a:buFont typeface="Courier New" panose="02070309020205020404" pitchFamily="49" charset="0"/>
              <a:buChar char="o"/>
              <a:tabLst>
                <a:tab pos="914400" algn="l"/>
              </a:tabLst>
            </a:pPr>
            <a:r>
              <a:rPr lang="fr-FR" sz="1000" b="1" kern="100" dirty="0">
                <a:effectLst/>
                <a:latin typeface="Calibri" panose="020F0502020204030204" pitchFamily="34" charset="0"/>
                <a:ea typeface="Calibri" panose="020F0502020204030204" pitchFamily="34" charset="0"/>
                <a:cs typeface="Times New Roman" panose="02020603050405020304" pitchFamily="18" charset="0"/>
              </a:rPr>
              <a:t>L'interprétation</a:t>
            </a:r>
            <a:endParaRPr lang="fr-FR"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spcAft>
                <a:spcPts val="800"/>
              </a:spcAft>
              <a:buSzPts val="1000"/>
              <a:buFont typeface="Courier New" panose="02070309020205020404" pitchFamily="49" charset="0"/>
              <a:buChar char="o"/>
              <a:tabLst>
                <a:tab pos="914400" algn="l"/>
              </a:tabLst>
            </a:pPr>
            <a:r>
              <a:rPr lang="fr-FR" sz="1000" b="1" kern="100" dirty="0">
                <a:effectLst/>
                <a:latin typeface="Calibri" panose="020F0502020204030204" pitchFamily="34" charset="0"/>
                <a:ea typeface="Calibri" panose="020F0502020204030204" pitchFamily="34" charset="0"/>
                <a:cs typeface="Times New Roman" panose="02020603050405020304" pitchFamily="18" charset="0"/>
              </a:rPr>
              <a:t>Le support</a:t>
            </a:r>
            <a:endParaRPr lang="fr-FR"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spcAft>
                <a:spcPts val="800"/>
              </a:spcAft>
              <a:buSzPts val="1000"/>
              <a:buFont typeface="Courier New" panose="02070309020205020404" pitchFamily="49" charset="0"/>
              <a:buChar char="o"/>
              <a:tabLst>
                <a:tab pos="914400" algn="l"/>
              </a:tabLst>
            </a:pPr>
            <a:r>
              <a:rPr lang="fr-FR" sz="1000" b="1" kern="100" dirty="0">
                <a:effectLst/>
                <a:latin typeface="Calibri" panose="020F0502020204030204" pitchFamily="34" charset="0"/>
                <a:ea typeface="Calibri" panose="020F0502020204030204" pitchFamily="34" charset="0"/>
                <a:cs typeface="Times New Roman" panose="02020603050405020304" pitchFamily="18" charset="0"/>
              </a:rPr>
              <a:t>L'écoute active </a:t>
            </a:r>
            <a:endParaRPr lang="fr-FR"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Font typeface="Arial" panose="020B0604020202020204" pitchFamily="34" charset="0"/>
              <a:buChar char="•"/>
            </a:pPr>
            <a:endParaRPr lang="fr-FR" sz="1000" dirty="0"/>
          </a:p>
          <a:p>
            <a:endParaRPr lang="fr-FR" sz="1000" dirty="0"/>
          </a:p>
        </p:txBody>
      </p:sp>
      <p:pic>
        <p:nvPicPr>
          <p:cNvPr id="5" name="Picture 4" descr="Une main tendue vers le soleil">
            <a:extLst>
              <a:ext uri="{FF2B5EF4-FFF2-40B4-BE49-F238E27FC236}">
                <a16:creationId xmlns:a16="http://schemas.microsoft.com/office/drawing/2014/main" id="{DEE29580-4CC7-7C62-1A55-EF70867D204F}"/>
              </a:ext>
            </a:extLst>
          </p:cNvPr>
          <p:cNvPicPr>
            <a:picLocks noChangeAspect="1"/>
          </p:cNvPicPr>
          <p:nvPr/>
        </p:nvPicPr>
        <p:blipFill>
          <a:blip r:embed="rId2"/>
          <a:srcRect l="33571" r="14441" b="-3"/>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73307275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838756BD-1B99-FA7D-2D3A-FC0DD0815A54}"/>
              </a:ext>
            </a:extLst>
          </p:cNvPr>
          <p:cNvSpPr>
            <a:spLocks noGrp="1"/>
          </p:cNvSpPr>
          <p:nvPr>
            <p:ph type="title"/>
          </p:nvPr>
        </p:nvSpPr>
        <p:spPr>
          <a:xfrm>
            <a:off x="761800" y="762001"/>
            <a:ext cx="5334197" cy="1708242"/>
          </a:xfrm>
        </p:spPr>
        <p:txBody>
          <a:bodyPr anchor="ctr">
            <a:normAutofit/>
          </a:bodyPr>
          <a:lstStyle/>
          <a:p>
            <a:r>
              <a:rPr lang="fr-FR" sz="4000" b="1"/>
              <a:t>Le conseil</a:t>
            </a:r>
            <a:endParaRPr lang="fr-FR" sz="4000"/>
          </a:p>
        </p:txBody>
      </p:sp>
      <p:sp>
        <p:nvSpPr>
          <p:cNvPr id="3" name="Espace réservé du contenu 2">
            <a:extLst>
              <a:ext uri="{FF2B5EF4-FFF2-40B4-BE49-F238E27FC236}">
                <a16:creationId xmlns:a16="http://schemas.microsoft.com/office/drawing/2014/main" id="{7364779F-96A1-C297-9EFB-B162A60D2034}"/>
              </a:ext>
            </a:extLst>
          </p:cNvPr>
          <p:cNvSpPr>
            <a:spLocks noGrp="1"/>
          </p:cNvSpPr>
          <p:nvPr>
            <p:ph idx="1"/>
          </p:nvPr>
        </p:nvSpPr>
        <p:spPr>
          <a:xfrm>
            <a:off x="761800" y="2470244"/>
            <a:ext cx="5334197" cy="3769835"/>
          </a:xfrm>
        </p:spPr>
        <p:txBody>
          <a:bodyPr anchor="ctr">
            <a:normAutofit/>
          </a:bodyPr>
          <a:lstStyle/>
          <a:p>
            <a:pPr>
              <a:buFont typeface="Arial" panose="020B0604020202020204" pitchFamily="34" charset="0"/>
              <a:buChar char="•"/>
            </a:pPr>
            <a:r>
              <a:rPr lang="fr-FR" sz="1700" b="1"/>
              <a:t>Description :</a:t>
            </a:r>
            <a:r>
              <a:rPr lang="fr-FR" sz="1700"/>
              <a:t> Proposer des solutions ou des recommandations pour résoudre un problème.</a:t>
            </a:r>
          </a:p>
          <a:p>
            <a:pPr>
              <a:buFont typeface="Arial" panose="020B0604020202020204" pitchFamily="34" charset="0"/>
              <a:buChar char="•"/>
            </a:pPr>
            <a:r>
              <a:rPr lang="fr-FR" sz="1700" b="1"/>
              <a:t>Avantages :</a:t>
            </a:r>
            <a:endParaRPr lang="fr-FR" sz="1700"/>
          </a:p>
          <a:p>
            <a:pPr marL="742950" lvl="1" indent="-285750">
              <a:buFont typeface="Arial" panose="020B0604020202020204" pitchFamily="34" charset="0"/>
              <a:buChar char="•"/>
            </a:pPr>
            <a:r>
              <a:rPr lang="fr-FR" sz="1700"/>
              <a:t>Peut être utile dans des situations où la personne demande explicitement de l’aide.</a:t>
            </a:r>
          </a:p>
          <a:p>
            <a:pPr>
              <a:buFont typeface="Arial" panose="020B0604020202020204" pitchFamily="34" charset="0"/>
              <a:buChar char="•"/>
            </a:pPr>
            <a:r>
              <a:rPr lang="fr-FR" sz="1700" b="1"/>
              <a:t>Risques :</a:t>
            </a:r>
            <a:endParaRPr lang="fr-FR" sz="1700"/>
          </a:p>
          <a:p>
            <a:pPr marL="742950" lvl="1" indent="-285750">
              <a:buFont typeface="Arial" panose="020B0604020202020204" pitchFamily="34" charset="0"/>
              <a:buChar char="•"/>
            </a:pPr>
            <a:r>
              <a:rPr lang="fr-FR" sz="1700"/>
              <a:t>Risque de ne pas laisser la personne s’exprimer pleinement ou d’imposer une solution.</a:t>
            </a:r>
          </a:p>
          <a:p>
            <a:pPr>
              <a:buFont typeface="Arial" panose="020B0604020202020204" pitchFamily="34" charset="0"/>
              <a:buChar char="•"/>
            </a:pPr>
            <a:r>
              <a:rPr lang="fr-FR" sz="1700" b="1"/>
              <a:t>Exemple pratique :</a:t>
            </a:r>
            <a:endParaRPr lang="fr-FR" sz="1700"/>
          </a:p>
          <a:p>
            <a:pPr marL="742950" lvl="1" indent="-285750">
              <a:buFont typeface="Arial" panose="020B0604020202020204" pitchFamily="34" charset="0"/>
              <a:buChar char="•"/>
            </a:pPr>
            <a:r>
              <a:rPr lang="fr-FR" sz="1700"/>
              <a:t>"Je pense que vous pourriez essayer de procéder de cette manière."</a:t>
            </a:r>
          </a:p>
          <a:p>
            <a:endParaRPr lang="fr-FR" sz="1700"/>
          </a:p>
        </p:txBody>
      </p:sp>
      <p:pic>
        <p:nvPicPr>
          <p:cNvPr id="5" name="Picture 4" descr="Personne tenant une pièce de puzzle">
            <a:extLst>
              <a:ext uri="{FF2B5EF4-FFF2-40B4-BE49-F238E27FC236}">
                <a16:creationId xmlns:a16="http://schemas.microsoft.com/office/drawing/2014/main" id="{998DADA1-7B92-317F-E891-B8A12744A8FB}"/>
              </a:ext>
            </a:extLst>
          </p:cNvPr>
          <p:cNvPicPr>
            <a:picLocks noChangeAspect="1"/>
          </p:cNvPicPr>
          <p:nvPr/>
        </p:nvPicPr>
        <p:blipFill>
          <a:blip r:embed="rId2"/>
          <a:srcRect l="23855" r="23622" b="-10"/>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280291989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8262C49-BC54-31FD-AA4F-C5B01D157C1A}"/>
              </a:ext>
            </a:extLst>
          </p:cNvPr>
          <p:cNvSpPr>
            <a:spLocks noGrp="1"/>
          </p:cNvSpPr>
          <p:nvPr>
            <p:ph type="title"/>
          </p:nvPr>
        </p:nvSpPr>
        <p:spPr>
          <a:xfrm>
            <a:off x="876693" y="741391"/>
            <a:ext cx="5219307" cy="1616203"/>
          </a:xfrm>
        </p:spPr>
        <p:txBody>
          <a:bodyPr anchor="b">
            <a:normAutofit/>
          </a:bodyPr>
          <a:lstStyle/>
          <a:p>
            <a:r>
              <a:rPr lang="fr-FR" sz="3200"/>
              <a:t>Le jugement</a:t>
            </a:r>
          </a:p>
        </p:txBody>
      </p:sp>
      <p:sp>
        <p:nvSpPr>
          <p:cNvPr id="3" name="Espace réservé du contenu 2">
            <a:extLst>
              <a:ext uri="{FF2B5EF4-FFF2-40B4-BE49-F238E27FC236}">
                <a16:creationId xmlns:a16="http://schemas.microsoft.com/office/drawing/2014/main" id="{DD067A08-9EDA-4516-7959-165662306DE0}"/>
              </a:ext>
            </a:extLst>
          </p:cNvPr>
          <p:cNvSpPr>
            <a:spLocks noGrp="1"/>
          </p:cNvSpPr>
          <p:nvPr>
            <p:ph idx="1"/>
          </p:nvPr>
        </p:nvSpPr>
        <p:spPr>
          <a:xfrm>
            <a:off x="876692" y="2533476"/>
            <a:ext cx="5219307" cy="3447832"/>
          </a:xfrm>
        </p:spPr>
        <p:txBody>
          <a:bodyPr anchor="t">
            <a:normAutofit/>
          </a:bodyPr>
          <a:lstStyle/>
          <a:p>
            <a:pPr>
              <a:buFont typeface="Arial" panose="020B0604020202020204" pitchFamily="34" charset="0"/>
              <a:buChar char="•"/>
            </a:pPr>
            <a:r>
              <a:rPr lang="fr-FR" sz="1700" b="1"/>
              <a:t>Description :</a:t>
            </a:r>
            <a:r>
              <a:rPr lang="fr-FR" sz="1700"/>
              <a:t> Évaluer ou critiquer les propos ou comportements de la personne.</a:t>
            </a:r>
          </a:p>
          <a:p>
            <a:pPr>
              <a:buFont typeface="Arial" panose="020B0604020202020204" pitchFamily="34" charset="0"/>
              <a:buChar char="•"/>
            </a:pPr>
            <a:r>
              <a:rPr lang="fr-FR" sz="1700" b="1"/>
              <a:t>Avantages :</a:t>
            </a:r>
            <a:endParaRPr lang="fr-FR" sz="1700"/>
          </a:p>
          <a:p>
            <a:pPr marL="742950" lvl="1" indent="-285750">
              <a:buFont typeface="Arial" panose="020B0604020202020204" pitchFamily="34" charset="0"/>
              <a:buChar char="•"/>
            </a:pPr>
            <a:r>
              <a:rPr lang="fr-FR" sz="1700"/>
              <a:t>Aucun dans une démarche d’écoute active, car le jugement peut fermer la communication.</a:t>
            </a:r>
          </a:p>
          <a:p>
            <a:pPr>
              <a:buFont typeface="Arial" panose="020B0604020202020204" pitchFamily="34" charset="0"/>
              <a:buChar char="•"/>
            </a:pPr>
            <a:r>
              <a:rPr lang="fr-FR" sz="1700" b="1"/>
              <a:t>Risques :</a:t>
            </a:r>
            <a:endParaRPr lang="fr-FR" sz="1700"/>
          </a:p>
          <a:p>
            <a:pPr marL="742950" lvl="1" indent="-285750">
              <a:buFont typeface="Arial" panose="020B0604020202020204" pitchFamily="34" charset="0"/>
              <a:buChar char="•"/>
            </a:pPr>
            <a:r>
              <a:rPr lang="fr-FR" sz="1700"/>
              <a:t>Génère des sentiments de rejet ou d’incompréhension chez la personne.</a:t>
            </a:r>
          </a:p>
          <a:p>
            <a:pPr>
              <a:buFont typeface="Arial" panose="020B0604020202020204" pitchFamily="34" charset="0"/>
              <a:buChar char="•"/>
            </a:pPr>
            <a:r>
              <a:rPr lang="fr-FR" sz="1700" b="1"/>
              <a:t>Exemple à éviter :</a:t>
            </a:r>
            <a:endParaRPr lang="fr-FR" sz="1700"/>
          </a:p>
          <a:p>
            <a:pPr marL="742950" lvl="1" indent="-285750">
              <a:buFont typeface="Arial" panose="020B0604020202020204" pitchFamily="34" charset="0"/>
              <a:buChar char="•"/>
            </a:pPr>
            <a:r>
              <a:rPr lang="fr-FR" sz="1700"/>
              <a:t>"Vous n’auriez pas dû agir de cette façon."</a:t>
            </a:r>
          </a:p>
          <a:p>
            <a:endParaRPr lang="fr-FR" sz="1700"/>
          </a:p>
        </p:txBody>
      </p:sp>
      <p:pic>
        <p:nvPicPr>
          <p:cNvPr id="4" name="Image 3" descr="Le jugement des autres… ça vous dérange? - Nancy Lehoux Coach-e">
            <a:extLst>
              <a:ext uri="{FF2B5EF4-FFF2-40B4-BE49-F238E27FC236}">
                <a16:creationId xmlns:a16="http://schemas.microsoft.com/office/drawing/2014/main" id="{7076A0BE-D73E-8A21-473A-5A1646800BE4}"/>
              </a:ext>
            </a:extLst>
          </p:cNvPr>
          <p:cNvPicPr>
            <a:picLocks noChangeAspect="1"/>
          </p:cNvPicPr>
          <p:nvPr/>
        </p:nvPicPr>
        <p:blipFill>
          <a:blip r:embed="rId2"/>
          <a:srcRect l="27039" r="13140"/>
          <a:stretch/>
        </p:blipFill>
        <p:spPr>
          <a:xfrm>
            <a:off x="7015163" y="877413"/>
            <a:ext cx="4300543" cy="5043096"/>
          </a:xfrm>
          <a:prstGeom prst="rect">
            <a:avLst/>
          </a:prstGeom>
        </p:spPr>
      </p:pic>
      <p:grpSp>
        <p:nvGrpSpPr>
          <p:cNvPr id="9" name="Group 8">
            <a:extLst>
              <a:ext uri="{FF2B5EF4-FFF2-40B4-BE49-F238E27FC236}">
                <a16:creationId xmlns:a16="http://schemas.microsoft.com/office/drawing/2014/main" id="{442598CC-934A-7BCD-C691-B2FE74CEDE6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015162" y="5858828"/>
            <a:ext cx="4300544" cy="123363"/>
            <a:chOff x="7015162" y="5858828"/>
            <a:chExt cx="4300544" cy="123363"/>
          </a:xfrm>
        </p:grpSpPr>
        <p:sp>
          <p:nvSpPr>
            <p:cNvPr id="10" name="Rectangle 9">
              <a:extLst>
                <a:ext uri="{FF2B5EF4-FFF2-40B4-BE49-F238E27FC236}">
                  <a16:creationId xmlns:a16="http://schemas.microsoft.com/office/drawing/2014/main" id="{AACD0983-348C-E24F-6839-EA2014B9D1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03753" y="3770237"/>
              <a:ext cx="123362" cy="4300544"/>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1174876-930F-4902-5A02-2742055662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09789" y="4876274"/>
              <a:ext cx="123362" cy="2088471"/>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4172206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CDB30A7A-17B3-72AC-9774-78D7C6E30B00}"/>
              </a:ext>
            </a:extLst>
          </p:cNvPr>
          <p:cNvSpPr>
            <a:spLocks noGrp="1"/>
          </p:cNvSpPr>
          <p:nvPr>
            <p:ph type="title"/>
          </p:nvPr>
        </p:nvSpPr>
        <p:spPr>
          <a:xfrm>
            <a:off x="761800" y="762001"/>
            <a:ext cx="5334197" cy="1708242"/>
          </a:xfrm>
        </p:spPr>
        <p:txBody>
          <a:bodyPr anchor="ctr">
            <a:normAutofit/>
          </a:bodyPr>
          <a:lstStyle/>
          <a:p>
            <a:r>
              <a:rPr lang="fr-FR" sz="4000"/>
              <a:t>L’interprétation</a:t>
            </a:r>
          </a:p>
        </p:txBody>
      </p:sp>
      <p:sp>
        <p:nvSpPr>
          <p:cNvPr id="5" name="Rectangle 2">
            <a:extLst>
              <a:ext uri="{FF2B5EF4-FFF2-40B4-BE49-F238E27FC236}">
                <a16:creationId xmlns:a16="http://schemas.microsoft.com/office/drawing/2014/main" id="{4E98F4EC-948D-CBE2-4B60-74BFB96C9945}"/>
              </a:ext>
            </a:extLst>
          </p:cNvPr>
          <p:cNvSpPr>
            <a:spLocks noGrp="1" noChangeArrowheads="1"/>
          </p:cNvSpPr>
          <p:nvPr>
            <p:ph idx="1"/>
          </p:nvPr>
        </p:nvSpPr>
        <p:spPr bwMode="auto">
          <a:xfrm>
            <a:off x="761800" y="2470244"/>
            <a:ext cx="5334197" cy="376983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fr-FR" altLang="fr-FR" sz="1700" b="1" i="0" u="none" strike="noStrike" cap="none" normalizeH="0" baseline="0">
                <a:ln>
                  <a:noFill/>
                </a:ln>
                <a:effectLst/>
                <a:latin typeface="Arial" panose="020B0604020202020204" pitchFamily="34" charset="0"/>
              </a:rPr>
              <a:t>Description :</a:t>
            </a:r>
            <a:r>
              <a:rPr kumimoji="0" lang="fr-FR" altLang="fr-FR" sz="1700" b="0" i="0" u="none" strike="noStrike" cap="none" normalizeH="0" baseline="0">
                <a:ln>
                  <a:noFill/>
                </a:ln>
                <a:effectLst/>
                <a:latin typeface="Arial" panose="020B0604020202020204" pitchFamily="34" charset="0"/>
              </a:rPr>
              <a:t> Donner son point de vue sur ce que la personne exprime, en cherchant à deviner ses intentions ou ses pensées sous-jacentes.</a:t>
            </a:r>
          </a:p>
          <a:p>
            <a:pPr marL="0" marR="0" lvl="0" indent="0" defTabSz="914400" rtl="0" eaLnBrk="0" fontAlgn="base" latinLnBrk="0" hangingPunct="0">
              <a:spcBef>
                <a:spcPct val="0"/>
              </a:spcBef>
              <a:spcAft>
                <a:spcPts val="600"/>
              </a:spcAft>
              <a:buClrTx/>
              <a:buSzTx/>
              <a:buFontTx/>
              <a:buChar char="•"/>
              <a:tabLst/>
            </a:pPr>
            <a:r>
              <a:rPr kumimoji="0" lang="fr-FR" altLang="fr-FR" sz="1700" b="1" i="0" u="none" strike="noStrike" cap="none" normalizeH="0" baseline="0">
                <a:ln>
                  <a:noFill/>
                </a:ln>
                <a:effectLst/>
                <a:latin typeface="Arial" panose="020B0604020202020204" pitchFamily="34" charset="0"/>
              </a:rPr>
              <a:t>Avantages :</a:t>
            </a:r>
            <a:endParaRPr kumimoji="0" lang="fr-FR" altLang="fr-FR" sz="17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fr-FR" altLang="fr-FR" sz="1700" b="0" i="0" u="none" strike="noStrike" cap="none" normalizeH="0" baseline="0">
                <a:ln>
                  <a:noFill/>
                </a:ln>
                <a:effectLst/>
                <a:latin typeface="Arial" panose="020B0604020202020204" pitchFamily="34" charset="0"/>
              </a:rPr>
              <a:t>Peut montrer que l’on s’intéresse à ce que la personne ressent.</a:t>
            </a:r>
          </a:p>
          <a:p>
            <a:pPr marL="0" marR="0" lvl="0" indent="0" defTabSz="914400" rtl="0" eaLnBrk="0" fontAlgn="base" latinLnBrk="0" hangingPunct="0">
              <a:spcBef>
                <a:spcPct val="0"/>
              </a:spcBef>
              <a:spcAft>
                <a:spcPts val="600"/>
              </a:spcAft>
              <a:buClrTx/>
              <a:buSzTx/>
              <a:buFontTx/>
              <a:buChar char="•"/>
              <a:tabLst/>
            </a:pPr>
            <a:r>
              <a:rPr kumimoji="0" lang="fr-FR" altLang="fr-FR" sz="1700" b="1" i="0" u="none" strike="noStrike" cap="none" normalizeH="0" baseline="0">
                <a:ln>
                  <a:noFill/>
                </a:ln>
                <a:effectLst/>
                <a:latin typeface="Arial" panose="020B0604020202020204" pitchFamily="34" charset="0"/>
              </a:rPr>
              <a:t>Risques :</a:t>
            </a:r>
            <a:endParaRPr kumimoji="0" lang="fr-FR" altLang="fr-FR" sz="17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fr-FR" altLang="fr-FR" sz="1700" b="0" i="0" u="none" strike="noStrike" cap="none" normalizeH="0" baseline="0">
                <a:ln>
                  <a:noFill/>
                </a:ln>
                <a:effectLst/>
                <a:latin typeface="Arial" panose="020B0604020202020204" pitchFamily="34" charset="0"/>
              </a:rPr>
              <a:t>Risque de mal interpréter et de détourner le sens réel des propos.</a:t>
            </a:r>
          </a:p>
          <a:p>
            <a:pPr marL="0" marR="0" lvl="0" indent="0" defTabSz="914400" rtl="0" eaLnBrk="0" fontAlgn="base" latinLnBrk="0" hangingPunct="0">
              <a:spcBef>
                <a:spcPct val="0"/>
              </a:spcBef>
              <a:spcAft>
                <a:spcPts val="600"/>
              </a:spcAft>
              <a:buClrTx/>
              <a:buSzTx/>
              <a:buFontTx/>
              <a:buChar char="•"/>
              <a:tabLst/>
            </a:pPr>
            <a:r>
              <a:rPr kumimoji="0" lang="fr-FR" altLang="fr-FR" sz="1700" b="1" i="0" u="none" strike="noStrike" cap="none" normalizeH="0" baseline="0">
                <a:ln>
                  <a:noFill/>
                </a:ln>
                <a:effectLst/>
                <a:latin typeface="Arial" panose="020B0604020202020204" pitchFamily="34" charset="0"/>
              </a:rPr>
              <a:t>Exemple pratique :</a:t>
            </a:r>
            <a:endParaRPr kumimoji="0" lang="fr-FR" altLang="fr-FR" sz="17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fr-FR" altLang="fr-FR" sz="1700" b="0" i="0" u="none" strike="noStrike" cap="none" normalizeH="0" baseline="0">
                <a:ln>
                  <a:noFill/>
                </a:ln>
                <a:effectLst/>
                <a:latin typeface="Arial" panose="020B0604020202020204" pitchFamily="34" charset="0"/>
              </a:rPr>
              <a:t>"Je pense que vous avez peut-être réagi ainsi parce que vous vous sentiez frustré(e)."</a:t>
            </a:r>
          </a:p>
          <a:p>
            <a:pPr marL="0" marR="0" lvl="0" indent="0" defTabSz="914400" rtl="0" eaLnBrk="0" fontAlgn="base" latinLnBrk="0" hangingPunct="0">
              <a:spcBef>
                <a:spcPct val="0"/>
              </a:spcBef>
              <a:spcAft>
                <a:spcPts val="600"/>
              </a:spcAft>
              <a:buClrTx/>
              <a:buSzTx/>
              <a:buFontTx/>
              <a:buNone/>
              <a:tabLst/>
            </a:pPr>
            <a:endParaRPr kumimoji="0" lang="fr-FR" altLang="fr-FR" sz="1700" b="0" i="0" u="none" strike="noStrike" cap="none" normalizeH="0" baseline="0">
              <a:ln>
                <a:noFill/>
              </a:ln>
              <a:effectLst/>
              <a:latin typeface="Arial" panose="020B0604020202020204" pitchFamily="34" charset="0"/>
            </a:endParaRPr>
          </a:p>
        </p:txBody>
      </p:sp>
      <p:pic>
        <p:nvPicPr>
          <p:cNvPr id="7" name="Picture 6" descr="Une main tendue vers le soleil">
            <a:extLst>
              <a:ext uri="{FF2B5EF4-FFF2-40B4-BE49-F238E27FC236}">
                <a16:creationId xmlns:a16="http://schemas.microsoft.com/office/drawing/2014/main" id="{8C97AE75-D4C7-E171-6392-DA81A7517217}"/>
              </a:ext>
            </a:extLst>
          </p:cNvPr>
          <p:cNvPicPr>
            <a:picLocks noChangeAspect="1"/>
          </p:cNvPicPr>
          <p:nvPr/>
        </p:nvPicPr>
        <p:blipFill>
          <a:blip r:embed="rId2"/>
          <a:srcRect l="33571" r="14441" b="-3"/>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282296459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293923B8-FE29-7163-D860-EEE227933DBB}"/>
              </a:ext>
            </a:extLst>
          </p:cNvPr>
          <p:cNvSpPr>
            <a:spLocks noGrp="1"/>
          </p:cNvSpPr>
          <p:nvPr>
            <p:ph type="title"/>
          </p:nvPr>
        </p:nvSpPr>
        <p:spPr>
          <a:xfrm>
            <a:off x="761800" y="762001"/>
            <a:ext cx="5334197" cy="1708242"/>
          </a:xfrm>
        </p:spPr>
        <p:txBody>
          <a:bodyPr anchor="ctr">
            <a:normAutofit/>
          </a:bodyPr>
          <a:lstStyle/>
          <a:p>
            <a:r>
              <a:rPr lang="fr-FR" sz="4000" b="1"/>
              <a:t>Le support (ou le soutien</a:t>
            </a:r>
            <a:endParaRPr lang="fr-FR" sz="4000"/>
          </a:p>
        </p:txBody>
      </p:sp>
      <p:sp>
        <p:nvSpPr>
          <p:cNvPr id="3" name="Espace réservé du contenu 2">
            <a:extLst>
              <a:ext uri="{FF2B5EF4-FFF2-40B4-BE49-F238E27FC236}">
                <a16:creationId xmlns:a16="http://schemas.microsoft.com/office/drawing/2014/main" id="{B4C23D11-616F-4D02-60C0-7AE584F9740B}"/>
              </a:ext>
            </a:extLst>
          </p:cNvPr>
          <p:cNvSpPr>
            <a:spLocks noGrp="1"/>
          </p:cNvSpPr>
          <p:nvPr>
            <p:ph idx="1"/>
          </p:nvPr>
        </p:nvSpPr>
        <p:spPr>
          <a:xfrm>
            <a:off x="761800" y="2470244"/>
            <a:ext cx="5334197" cy="3769835"/>
          </a:xfrm>
        </p:spPr>
        <p:txBody>
          <a:bodyPr anchor="ctr">
            <a:normAutofit/>
          </a:bodyPr>
          <a:lstStyle/>
          <a:p>
            <a:pPr marL="0" indent="0">
              <a:buNone/>
            </a:pPr>
            <a:r>
              <a:rPr lang="fr-FR" sz="1900" b="1"/>
              <a:t>Description :</a:t>
            </a:r>
            <a:r>
              <a:rPr lang="fr-FR" sz="1900"/>
              <a:t> Montrer du soutien et de la compréhension face à la situation exprimée.</a:t>
            </a:r>
          </a:p>
          <a:p>
            <a:pPr>
              <a:buFont typeface="Arial" panose="020B0604020202020204" pitchFamily="34" charset="0"/>
              <a:buChar char="•"/>
            </a:pPr>
            <a:r>
              <a:rPr lang="fr-FR" sz="1900" b="1"/>
              <a:t>Avantages :</a:t>
            </a:r>
            <a:endParaRPr lang="fr-FR" sz="1900"/>
          </a:p>
          <a:p>
            <a:pPr marL="742950" lvl="1" indent="-285750">
              <a:buFont typeface="Arial" panose="020B0604020202020204" pitchFamily="34" charset="0"/>
              <a:buChar char="•"/>
            </a:pPr>
            <a:r>
              <a:rPr lang="fr-FR" sz="1900"/>
              <a:t>Aide la personne à se sentir écoutée et soutenue.</a:t>
            </a:r>
          </a:p>
          <a:p>
            <a:pPr>
              <a:buFont typeface="Arial" panose="020B0604020202020204" pitchFamily="34" charset="0"/>
              <a:buChar char="•"/>
            </a:pPr>
            <a:r>
              <a:rPr lang="fr-FR" sz="1900" b="1"/>
              <a:t>Risques :</a:t>
            </a:r>
            <a:endParaRPr lang="fr-FR" sz="1900"/>
          </a:p>
          <a:p>
            <a:pPr marL="742950" lvl="1" indent="-285750">
              <a:buFont typeface="Arial" panose="020B0604020202020204" pitchFamily="34" charset="0"/>
              <a:buChar char="•"/>
            </a:pPr>
            <a:r>
              <a:rPr lang="fr-FR" sz="1900"/>
              <a:t>Peut donner l’impression que l’on minimise ou que l’on détourne l’attention des faits.</a:t>
            </a:r>
          </a:p>
          <a:p>
            <a:pPr>
              <a:buFont typeface="Arial" panose="020B0604020202020204" pitchFamily="34" charset="0"/>
              <a:buChar char="•"/>
            </a:pPr>
            <a:r>
              <a:rPr lang="fr-FR" sz="1900" b="1"/>
              <a:t>Exemple pratique :</a:t>
            </a:r>
            <a:endParaRPr lang="fr-FR" sz="1900"/>
          </a:p>
          <a:p>
            <a:pPr marL="742950" lvl="1" indent="-285750">
              <a:buFont typeface="Arial" panose="020B0604020202020204" pitchFamily="34" charset="0"/>
              <a:buChar char="•"/>
            </a:pPr>
            <a:r>
              <a:rPr lang="fr-FR" sz="1900"/>
              <a:t>"Je comprends que cela a été difficile pour vous. Je suis là pour vous aider."</a:t>
            </a:r>
          </a:p>
          <a:p>
            <a:endParaRPr lang="fr-FR" sz="1900"/>
          </a:p>
        </p:txBody>
      </p:sp>
      <p:pic>
        <p:nvPicPr>
          <p:cNvPr id="5" name="Picture 4" descr="Dessins sur du papier en couleur">
            <a:extLst>
              <a:ext uri="{FF2B5EF4-FFF2-40B4-BE49-F238E27FC236}">
                <a16:creationId xmlns:a16="http://schemas.microsoft.com/office/drawing/2014/main" id="{1BC7D4FF-905D-8C10-B8E8-0B819D9E4B85}"/>
              </a:ext>
            </a:extLst>
          </p:cNvPr>
          <p:cNvPicPr>
            <a:picLocks noChangeAspect="1"/>
          </p:cNvPicPr>
          <p:nvPr/>
        </p:nvPicPr>
        <p:blipFill>
          <a:blip r:embed="rId2"/>
          <a:srcRect l="11128" r="37112" b="-3"/>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4890295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AD4FD4-DD55-2C0B-4045-506E44BD4FFE}"/>
              </a:ext>
            </a:extLst>
          </p:cNvPr>
          <p:cNvSpPr>
            <a:spLocks noGrp="1"/>
          </p:cNvSpPr>
          <p:nvPr>
            <p:ph type="title"/>
          </p:nvPr>
        </p:nvSpPr>
        <p:spPr>
          <a:xfrm>
            <a:off x="876693" y="741391"/>
            <a:ext cx="5219307" cy="1616203"/>
          </a:xfrm>
        </p:spPr>
        <p:txBody>
          <a:bodyPr anchor="b">
            <a:normAutofit/>
          </a:bodyPr>
          <a:lstStyle/>
          <a:p>
            <a:r>
              <a:rPr lang="fr-FR" sz="3200" b="1"/>
              <a:t>L’écoute active</a:t>
            </a:r>
            <a:endParaRPr lang="fr-FR" sz="3200"/>
          </a:p>
        </p:txBody>
      </p:sp>
      <p:sp>
        <p:nvSpPr>
          <p:cNvPr id="3" name="Espace réservé du contenu 2">
            <a:extLst>
              <a:ext uri="{FF2B5EF4-FFF2-40B4-BE49-F238E27FC236}">
                <a16:creationId xmlns:a16="http://schemas.microsoft.com/office/drawing/2014/main" id="{FFCEFE32-0B57-D534-FD46-15396D637F68}"/>
              </a:ext>
            </a:extLst>
          </p:cNvPr>
          <p:cNvSpPr>
            <a:spLocks noGrp="1"/>
          </p:cNvSpPr>
          <p:nvPr>
            <p:ph idx="1"/>
          </p:nvPr>
        </p:nvSpPr>
        <p:spPr>
          <a:xfrm>
            <a:off x="876692" y="2533476"/>
            <a:ext cx="5219307" cy="3447832"/>
          </a:xfrm>
        </p:spPr>
        <p:txBody>
          <a:bodyPr anchor="t">
            <a:normAutofit lnSpcReduction="10000"/>
          </a:bodyPr>
          <a:lstStyle/>
          <a:p>
            <a:pPr>
              <a:buFont typeface="Arial" panose="020B0604020202020204" pitchFamily="34" charset="0"/>
              <a:buChar char="•"/>
            </a:pPr>
            <a:r>
              <a:rPr lang="fr-FR" sz="1400" b="1" dirty="0"/>
              <a:t>Description :</a:t>
            </a:r>
            <a:r>
              <a:rPr lang="fr-FR" sz="1400" dirty="0"/>
              <a:t> Se concentrer pleinement sur ce que la personne dit, en reformulant ses propos pour montrer que l’on a compris.</a:t>
            </a:r>
          </a:p>
          <a:p>
            <a:pPr>
              <a:buFont typeface="Arial" panose="020B0604020202020204" pitchFamily="34" charset="0"/>
              <a:buChar char="•"/>
            </a:pPr>
            <a:r>
              <a:rPr lang="fr-FR" sz="1400" b="1" dirty="0"/>
              <a:t>Avantages :</a:t>
            </a:r>
            <a:endParaRPr lang="fr-FR" sz="1400" dirty="0"/>
          </a:p>
          <a:p>
            <a:pPr marL="742950" lvl="1" indent="-285750">
              <a:buFont typeface="Arial" panose="020B0604020202020204" pitchFamily="34" charset="0"/>
              <a:buChar char="•"/>
            </a:pPr>
            <a:r>
              <a:rPr lang="fr-FR" sz="1400" dirty="0"/>
              <a:t>Favorise une communication ouverte et respectueuse.</a:t>
            </a:r>
          </a:p>
          <a:p>
            <a:pPr marL="742950" lvl="1" indent="-285750">
              <a:buFont typeface="Arial" panose="020B0604020202020204" pitchFamily="34" charset="0"/>
              <a:buChar char="•"/>
            </a:pPr>
            <a:r>
              <a:rPr lang="fr-FR" sz="1400" dirty="0"/>
              <a:t>Permet à la personne de se sentir réellement entendue.</a:t>
            </a:r>
          </a:p>
          <a:p>
            <a:pPr>
              <a:buFont typeface="Arial" panose="020B0604020202020204" pitchFamily="34" charset="0"/>
              <a:buChar char="•"/>
            </a:pPr>
            <a:r>
              <a:rPr lang="fr-FR" sz="1400" b="1" dirty="0"/>
              <a:t>Techniques :</a:t>
            </a:r>
            <a:endParaRPr lang="fr-FR" sz="1400" dirty="0"/>
          </a:p>
          <a:p>
            <a:pPr marL="742950" lvl="1" indent="-285750">
              <a:buFont typeface="Arial" panose="020B0604020202020204" pitchFamily="34" charset="0"/>
              <a:buChar char="•"/>
            </a:pPr>
            <a:r>
              <a:rPr lang="fr-FR" sz="1400" dirty="0"/>
              <a:t>Reformulation : "Si je comprends bien, vous vous sentez…"</a:t>
            </a:r>
          </a:p>
          <a:p>
            <a:pPr marL="742950" lvl="1" indent="-285750">
              <a:buFont typeface="Arial" panose="020B0604020202020204" pitchFamily="34" charset="0"/>
              <a:buChar char="•"/>
            </a:pPr>
            <a:r>
              <a:rPr lang="fr-FR" sz="1400" dirty="0"/>
              <a:t>Validation : "C’est important pour vous que..."</a:t>
            </a:r>
          </a:p>
          <a:p>
            <a:pPr marL="742950" lvl="1" indent="-285750">
              <a:buFont typeface="Arial" panose="020B0604020202020204" pitchFamily="34" charset="0"/>
              <a:buChar char="•"/>
            </a:pPr>
            <a:r>
              <a:rPr lang="fr-FR" sz="1400" dirty="0"/>
              <a:t>Silences : Laisser des moments de pause pour que la personne s’exprime davantage.</a:t>
            </a:r>
          </a:p>
          <a:p>
            <a:pPr>
              <a:buFont typeface="Arial" panose="020B0604020202020204" pitchFamily="34" charset="0"/>
              <a:buChar char="•"/>
            </a:pPr>
            <a:r>
              <a:rPr lang="fr-FR" sz="1400" b="1" dirty="0"/>
              <a:t>Exemple pratique :</a:t>
            </a:r>
            <a:endParaRPr lang="fr-FR" sz="1400" dirty="0"/>
          </a:p>
          <a:p>
            <a:pPr marL="742950" lvl="1" indent="-285750">
              <a:buFont typeface="Arial" panose="020B0604020202020204" pitchFamily="34" charset="0"/>
              <a:buChar char="•"/>
            </a:pPr>
            <a:r>
              <a:rPr lang="fr-FR" sz="1400" dirty="0"/>
              <a:t>"Vous semblez préoccupé(e) par cette situation, pouvez-vous m’en dire plus ?"</a:t>
            </a:r>
          </a:p>
          <a:p>
            <a:r>
              <a:rPr lang="fr-FR" sz="1400" dirty="0">
                <a:hlinkClick r:id="rId2"/>
              </a:rPr>
              <a:t>https://www.youtube.com/watch?v=2sNYdEz4BP4</a:t>
            </a:r>
            <a:endParaRPr lang="fr-FR" sz="1400" dirty="0"/>
          </a:p>
          <a:p>
            <a:endParaRPr lang="fr-FR" sz="1400" dirty="0"/>
          </a:p>
        </p:txBody>
      </p:sp>
      <p:pic>
        <p:nvPicPr>
          <p:cNvPr id="4" name="Image 3" descr="L'écoute active, c'est être proactif dans sa relation avec l'autre » |  Entrepreneurs">
            <a:extLst>
              <a:ext uri="{FF2B5EF4-FFF2-40B4-BE49-F238E27FC236}">
                <a16:creationId xmlns:a16="http://schemas.microsoft.com/office/drawing/2014/main" id="{A079B8C3-70F1-A7A1-DC6A-69FBF3E0D22C}"/>
              </a:ext>
            </a:extLst>
          </p:cNvPr>
          <p:cNvPicPr>
            <a:picLocks noChangeAspect="1"/>
          </p:cNvPicPr>
          <p:nvPr/>
        </p:nvPicPr>
        <p:blipFill>
          <a:blip r:embed="rId3"/>
          <a:srcRect l="48250" r="3995" b="-1"/>
          <a:stretch/>
        </p:blipFill>
        <p:spPr>
          <a:xfrm>
            <a:off x="7015163" y="14772"/>
            <a:ext cx="5177562" cy="6840265"/>
          </a:xfrm>
          <a:prstGeom prst="rect">
            <a:avLst/>
          </a:prstGeom>
        </p:spPr>
      </p:pic>
      <p:grpSp>
        <p:nvGrpSpPr>
          <p:cNvPr id="9" name="Group 8">
            <a:extLst>
              <a:ext uri="{FF2B5EF4-FFF2-40B4-BE49-F238E27FC236}">
                <a16:creationId xmlns:a16="http://schemas.microsoft.com/office/drawing/2014/main" id="{442598CC-934A-7BCD-C691-B2FE74CEDE6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015162" y="5858828"/>
            <a:ext cx="4300544" cy="123363"/>
            <a:chOff x="7015162" y="5858828"/>
            <a:chExt cx="4300544" cy="123363"/>
          </a:xfrm>
        </p:grpSpPr>
        <p:sp>
          <p:nvSpPr>
            <p:cNvPr id="10" name="Rectangle 9">
              <a:extLst>
                <a:ext uri="{FF2B5EF4-FFF2-40B4-BE49-F238E27FC236}">
                  <a16:creationId xmlns:a16="http://schemas.microsoft.com/office/drawing/2014/main" id="{AACD0983-348C-E24F-6839-EA2014B9D1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03753" y="3770237"/>
              <a:ext cx="123362" cy="4300544"/>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1174876-930F-4902-5A02-2742055662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09789" y="4876274"/>
              <a:ext cx="123362" cy="2088471"/>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4634607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22FD291F-D16F-C1A5-FA8A-D401B43BD80C}"/>
              </a:ext>
            </a:extLst>
          </p:cNvPr>
          <p:cNvSpPr>
            <a:spLocks noGrp="1"/>
          </p:cNvSpPr>
          <p:nvPr>
            <p:ph type="title"/>
          </p:nvPr>
        </p:nvSpPr>
        <p:spPr>
          <a:xfrm>
            <a:off x="761803" y="350196"/>
            <a:ext cx="4646904" cy="1624520"/>
          </a:xfrm>
        </p:spPr>
        <p:txBody>
          <a:bodyPr anchor="ctr">
            <a:normAutofit/>
          </a:bodyPr>
          <a:lstStyle/>
          <a:p>
            <a:r>
              <a:rPr lang="fr-FR" sz="2800" b="1"/>
              <a:t>Comment intégrer ces attitudes dans l’accompagnement ?</a:t>
            </a:r>
            <a:br>
              <a:rPr lang="fr-FR" sz="2800" b="1"/>
            </a:br>
            <a:endParaRPr lang="fr-FR" sz="2800"/>
          </a:p>
        </p:txBody>
      </p:sp>
      <p:sp>
        <p:nvSpPr>
          <p:cNvPr id="3" name="Espace réservé du contenu 2">
            <a:extLst>
              <a:ext uri="{FF2B5EF4-FFF2-40B4-BE49-F238E27FC236}">
                <a16:creationId xmlns:a16="http://schemas.microsoft.com/office/drawing/2014/main" id="{B529EA60-CEBA-1DD6-8024-3715BBA92B55}"/>
              </a:ext>
            </a:extLst>
          </p:cNvPr>
          <p:cNvSpPr>
            <a:spLocks noGrp="1"/>
          </p:cNvSpPr>
          <p:nvPr>
            <p:ph idx="1"/>
          </p:nvPr>
        </p:nvSpPr>
        <p:spPr>
          <a:xfrm>
            <a:off x="761802" y="2743200"/>
            <a:ext cx="4646905" cy="3613149"/>
          </a:xfrm>
        </p:spPr>
        <p:txBody>
          <a:bodyPr anchor="ctr">
            <a:normAutofit/>
          </a:bodyPr>
          <a:lstStyle/>
          <a:p>
            <a:pPr marL="0" indent="0">
              <a:buNone/>
            </a:pPr>
            <a:endParaRPr lang="fr-FR" sz="1100" b="1"/>
          </a:p>
          <a:p>
            <a:pPr>
              <a:buFont typeface="+mj-lt"/>
              <a:buAutoNum type="arabicPeriod"/>
            </a:pPr>
            <a:r>
              <a:rPr lang="fr-FR" sz="1100" b="1"/>
              <a:t>Adapter l’attitude à la situation</a:t>
            </a:r>
            <a:endParaRPr lang="fr-FR" sz="1100"/>
          </a:p>
          <a:p>
            <a:pPr marL="742950" lvl="1" indent="-285750">
              <a:buFont typeface="+mj-lt"/>
              <a:buAutoNum type="arabicPeriod"/>
            </a:pPr>
            <a:r>
              <a:rPr lang="fr-FR" sz="1100"/>
              <a:t>Choisir l’attitude la plus appropriée en fonction des besoins de la personne :</a:t>
            </a:r>
          </a:p>
          <a:p>
            <a:pPr marL="1143000" lvl="2" indent="-228600">
              <a:buFont typeface="+mj-lt"/>
              <a:buAutoNum type="arabicPeriod"/>
            </a:pPr>
            <a:r>
              <a:rPr lang="fr-FR" sz="1100" b="1"/>
              <a:t>Enquête :</a:t>
            </a:r>
            <a:r>
              <a:rPr lang="fr-FR" sz="1100"/>
              <a:t> Si la personne n’a pas donné assez d’informations.</a:t>
            </a:r>
          </a:p>
          <a:p>
            <a:pPr marL="1143000" lvl="2" indent="-228600">
              <a:buFont typeface="+mj-lt"/>
              <a:buAutoNum type="arabicPeriod"/>
            </a:pPr>
            <a:r>
              <a:rPr lang="fr-FR" sz="1100" b="1"/>
              <a:t>Support :</a:t>
            </a:r>
            <a:r>
              <a:rPr lang="fr-FR" sz="1100"/>
              <a:t> Si la personne a besoin d’un soutien moral.</a:t>
            </a:r>
          </a:p>
          <a:p>
            <a:pPr marL="1143000" lvl="2" indent="-228600">
              <a:buFont typeface="+mj-lt"/>
              <a:buAutoNum type="arabicPeriod"/>
            </a:pPr>
            <a:r>
              <a:rPr lang="fr-FR" sz="1100" b="1"/>
              <a:t>Écoute active :</a:t>
            </a:r>
            <a:r>
              <a:rPr lang="fr-FR" sz="1100"/>
              <a:t> Pour comprendre profondément les ressentis.</a:t>
            </a:r>
          </a:p>
          <a:p>
            <a:pPr>
              <a:buFont typeface="+mj-lt"/>
              <a:buAutoNum type="arabicPeriod"/>
            </a:pPr>
            <a:r>
              <a:rPr lang="fr-FR" sz="1100" b="1"/>
              <a:t>Éviter les attitudes fermant la communication</a:t>
            </a:r>
            <a:endParaRPr lang="fr-FR" sz="1100"/>
          </a:p>
          <a:p>
            <a:pPr marL="742950" lvl="1" indent="-285750">
              <a:buFont typeface="+mj-lt"/>
              <a:buAutoNum type="arabicPeriod"/>
            </a:pPr>
            <a:r>
              <a:rPr lang="fr-FR" sz="1100"/>
              <a:t>Réduire le jugement et les interprétations non fondées.</a:t>
            </a:r>
          </a:p>
          <a:p>
            <a:pPr marL="742950" lvl="1" indent="-285750">
              <a:buFont typeface="+mj-lt"/>
              <a:buAutoNum type="arabicPeriod"/>
            </a:pPr>
            <a:r>
              <a:rPr lang="fr-FR" sz="1100"/>
              <a:t>Préférer une posture neutre et bienveillante.</a:t>
            </a:r>
          </a:p>
          <a:p>
            <a:pPr>
              <a:buFont typeface="+mj-lt"/>
              <a:buAutoNum type="arabicPeriod"/>
            </a:pPr>
            <a:r>
              <a:rPr lang="fr-FR" sz="1100" b="1"/>
              <a:t>S’entraîner régulièrement</a:t>
            </a:r>
            <a:endParaRPr lang="fr-FR" sz="1100"/>
          </a:p>
          <a:p>
            <a:pPr marL="742950" lvl="1" indent="-285750">
              <a:buFont typeface="+mj-lt"/>
              <a:buAutoNum type="arabicPeriod"/>
            </a:pPr>
            <a:r>
              <a:rPr lang="fr-FR" sz="1100"/>
              <a:t>Participer à des exercices pratiques (jeux de rôle) pour améliorer ses compétences en écoute.</a:t>
            </a:r>
          </a:p>
          <a:p>
            <a:pPr marL="742950" lvl="1" indent="-285750">
              <a:buFont typeface="+mj-lt"/>
              <a:buAutoNum type="arabicPeriod"/>
            </a:pPr>
            <a:r>
              <a:rPr lang="fr-FR" sz="1100"/>
              <a:t>Demander des retours de l’équipe sur sa posture d’écoute.</a:t>
            </a:r>
          </a:p>
          <a:p>
            <a:endParaRPr lang="fr-FR" sz="1100"/>
          </a:p>
        </p:txBody>
      </p:sp>
      <p:pic>
        <p:nvPicPr>
          <p:cNvPr id="5" name="Picture 4" descr="Figures sculptées en couleur d’humains">
            <a:extLst>
              <a:ext uri="{FF2B5EF4-FFF2-40B4-BE49-F238E27FC236}">
                <a16:creationId xmlns:a16="http://schemas.microsoft.com/office/drawing/2014/main" id="{1734F2FA-B700-BA8E-1304-8BA293487422}"/>
              </a:ext>
            </a:extLst>
          </p:cNvPr>
          <p:cNvPicPr>
            <a:picLocks noChangeAspect="1"/>
          </p:cNvPicPr>
          <p:nvPr/>
        </p:nvPicPr>
        <p:blipFill>
          <a:blip r:embed="rId2"/>
          <a:srcRect l="18705" r="17893" b="-10"/>
          <a:stretch/>
        </p:blipFill>
        <p:spPr>
          <a:xfrm>
            <a:off x="6096000" y="1"/>
            <a:ext cx="6102825" cy="6858000"/>
          </a:xfrm>
          <a:prstGeom prst="rect">
            <a:avLst/>
          </a:prstGeom>
        </p:spPr>
      </p:pic>
    </p:spTree>
    <p:extLst>
      <p:ext uri="{BB962C8B-B14F-4D97-AF65-F5344CB8AC3E}">
        <p14:creationId xmlns:p14="http://schemas.microsoft.com/office/powerpoint/2010/main" val="32121787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48326F3-E9AC-6D90-B6D4-580CFB35851D}"/>
              </a:ext>
            </a:extLst>
          </p:cNvPr>
          <p:cNvSpPr>
            <a:spLocks noGrp="1"/>
          </p:cNvSpPr>
          <p:nvPr>
            <p:ph type="title"/>
          </p:nvPr>
        </p:nvSpPr>
        <p:spPr>
          <a:xfrm>
            <a:off x="761800" y="762001"/>
            <a:ext cx="5334197" cy="1708242"/>
          </a:xfrm>
        </p:spPr>
        <p:txBody>
          <a:bodyPr anchor="ctr">
            <a:normAutofit/>
          </a:bodyPr>
          <a:lstStyle/>
          <a:p>
            <a:r>
              <a:rPr lang="fr-FR" sz="3700" b="1"/>
              <a:t>4. Exemples pratiques pour aides ménagères et AVS</a:t>
            </a:r>
            <a:br>
              <a:rPr lang="fr-FR" sz="3700" b="1"/>
            </a:br>
            <a:endParaRPr lang="fr-FR" sz="3700"/>
          </a:p>
        </p:txBody>
      </p:sp>
      <p:sp>
        <p:nvSpPr>
          <p:cNvPr id="3" name="Espace réservé du contenu 2">
            <a:extLst>
              <a:ext uri="{FF2B5EF4-FFF2-40B4-BE49-F238E27FC236}">
                <a16:creationId xmlns:a16="http://schemas.microsoft.com/office/drawing/2014/main" id="{2C00075D-CEB7-B191-86AB-E326CECF3960}"/>
              </a:ext>
            </a:extLst>
          </p:cNvPr>
          <p:cNvSpPr>
            <a:spLocks noGrp="1"/>
          </p:cNvSpPr>
          <p:nvPr>
            <p:ph idx="1"/>
          </p:nvPr>
        </p:nvSpPr>
        <p:spPr>
          <a:xfrm>
            <a:off x="761800" y="2470244"/>
            <a:ext cx="5334197" cy="3769835"/>
          </a:xfrm>
        </p:spPr>
        <p:txBody>
          <a:bodyPr anchor="ctr">
            <a:normAutofit/>
          </a:bodyPr>
          <a:lstStyle/>
          <a:p>
            <a:pPr>
              <a:buFont typeface="+mj-lt"/>
              <a:buAutoNum type="arabicPeriod"/>
            </a:pPr>
            <a:r>
              <a:rPr lang="fr-FR" sz="1100" b="1"/>
              <a:t>Cas pratique 1 : Une personne exprime son mécontentement</a:t>
            </a:r>
            <a:endParaRPr lang="fr-FR" sz="1100"/>
          </a:p>
          <a:p>
            <a:pPr marL="742950" lvl="1" indent="-285750">
              <a:buFont typeface="+mj-lt"/>
              <a:buAutoNum type="arabicPeriod"/>
            </a:pPr>
            <a:r>
              <a:rPr lang="fr-FR" sz="1100"/>
              <a:t>Situation : Une bénéficiaire se plaint que sa routine n’est pas respectée.</a:t>
            </a:r>
          </a:p>
          <a:p>
            <a:pPr marL="742950" lvl="1" indent="-285750">
              <a:buFont typeface="+mj-lt"/>
              <a:buAutoNum type="arabicPeriod"/>
            </a:pPr>
            <a:r>
              <a:rPr lang="fr-FR" sz="1100"/>
              <a:t>Attitude : Utiliser l’écoute active.</a:t>
            </a:r>
          </a:p>
          <a:p>
            <a:pPr marL="1143000" lvl="2" indent="-228600">
              <a:buFont typeface="+mj-lt"/>
              <a:buAutoNum type="arabicPeriod"/>
            </a:pPr>
            <a:r>
              <a:rPr lang="fr-FR" sz="1100"/>
              <a:t>"Vous êtes contrarié(e) parce que je n’ai pas respecté votre habitude du matin, c’est bien cela ?"</a:t>
            </a:r>
          </a:p>
          <a:p>
            <a:pPr>
              <a:buFont typeface="+mj-lt"/>
              <a:buAutoNum type="arabicPeriod"/>
            </a:pPr>
            <a:r>
              <a:rPr lang="fr-FR" sz="1100" b="1"/>
              <a:t>Cas pratique 2 : Une personne semble triste sans l’exprimer clairement</a:t>
            </a:r>
            <a:endParaRPr lang="fr-FR" sz="1100"/>
          </a:p>
          <a:p>
            <a:pPr marL="742950" lvl="1" indent="-285750">
              <a:buFont typeface="+mj-lt"/>
              <a:buAutoNum type="arabicPeriod"/>
            </a:pPr>
            <a:r>
              <a:rPr lang="fr-FR" sz="1100"/>
              <a:t>Situation : Un bénéficiaire reste silencieux et abattu.</a:t>
            </a:r>
          </a:p>
          <a:p>
            <a:pPr marL="742950" lvl="1" indent="-285750">
              <a:buFont typeface="+mj-lt"/>
              <a:buAutoNum type="arabicPeriod"/>
            </a:pPr>
            <a:r>
              <a:rPr lang="fr-FR" sz="1100"/>
              <a:t>Attitude : Associer le support et l’écoute active.</a:t>
            </a:r>
          </a:p>
          <a:p>
            <a:pPr marL="1143000" lvl="2" indent="-228600">
              <a:buFont typeface="+mj-lt"/>
              <a:buAutoNum type="arabicPeriod"/>
            </a:pPr>
            <a:r>
              <a:rPr lang="fr-FR" sz="1100"/>
              <a:t>"Vous semblez préoccupé(e) aujourd’hui. Souhaitez-vous en parler ?"</a:t>
            </a:r>
          </a:p>
          <a:p>
            <a:pPr>
              <a:buFont typeface="+mj-lt"/>
              <a:buAutoNum type="arabicPeriod"/>
            </a:pPr>
            <a:r>
              <a:rPr lang="fr-FR" sz="1100" b="1"/>
              <a:t>Cas pratique 3 : Une demande complexe de la part de l’entourage</a:t>
            </a:r>
            <a:endParaRPr lang="fr-FR" sz="1100"/>
          </a:p>
          <a:p>
            <a:pPr marL="742950" lvl="1" indent="-285750">
              <a:buFont typeface="+mj-lt"/>
              <a:buAutoNum type="arabicPeriod"/>
            </a:pPr>
            <a:r>
              <a:rPr lang="fr-FR" sz="1100"/>
              <a:t>Situation : La famille demande un changement dans les horaires d’intervention.</a:t>
            </a:r>
          </a:p>
          <a:p>
            <a:pPr marL="742950" lvl="1" indent="-285750">
              <a:buFont typeface="+mj-lt"/>
              <a:buAutoNum type="arabicPeriod"/>
            </a:pPr>
            <a:r>
              <a:rPr lang="fr-FR" sz="1100"/>
              <a:t>Attitude : Enquête et support.</a:t>
            </a:r>
          </a:p>
          <a:p>
            <a:pPr marL="1143000" lvl="2" indent="-228600">
              <a:buFont typeface="+mj-lt"/>
              <a:buAutoNum type="arabicPeriod"/>
            </a:pPr>
            <a:r>
              <a:rPr lang="fr-FR" sz="1100"/>
              <a:t>"Pouvez-vous m’expliquer pourquoi ce changement est important pour vous ?"</a:t>
            </a:r>
          </a:p>
          <a:p>
            <a:endParaRPr lang="fr-FR" sz="1100"/>
          </a:p>
        </p:txBody>
      </p:sp>
      <p:pic>
        <p:nvPicPr>
          <p:cNvPr id="5" name="Picture 4" descr="Gros plan de mains en train d’applaudir">
            <a:extLst>
              <a:ext uri="{FF2B5EF4-FFF2-40B4-BE49-F238E27FC236}">
                <a16:creationId xmlns:a16="http://schemas.microsoft.com/office/drawing/2014/main" id="{3C7C884E-F3E3-5CB6-BC0A-5FF3BBA38B4E}"/>
              </a:ext>
            </a:extLst>
          </p:cNvPr>
          <p:cNvPicPr>
            <a:picLocks noChangeAspect="1"/>
          </p:cNvPicPr>
          <p:nvPr/>
        </p:nvPicPr>
        <p:blipFill>
          <a:blip r:embed="rId2"/>
          <a:srcRect l="30982" r="17185" b="4"/>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63066219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7B95E8-B34E-AE31-F028-752EB3ACBA6F}"/>
              </a:ext>
            </a:extLst>
          </p:cNvPr>
          <p:cNvSpPr>
            <a:spLocks noGrp="1"/>
          </p:cNvSpPr>
          <p:nvPr>
            <p:ph type="title"/>
          </p:nvPr>
        </p:nvSpPr>
        <p:spPr>
          <a:xfrm>
            <a:off x="876693" y="741391"/>
            <a:ext cx="5219307" cy="1616203"/>
          </a:xfrm>
        </p:spPr>
        <p:txBody>
          <a:bodyPr anchor="b">
            <a:normAutofit/>
          </a:bodyPr>
          <a:lstStyle/>
          <a:p>
            <a:r>
              <a:rPr lang="fr-FR" sz="2700" b="1" kern="100">
                <a:effectLst/>
                <a:latin typeface="Calibri" panose="020F0502020204030204" pitchFamily="34" charset="0"/>
                <a:ea typeface="Calibri" panose="020F0502020204030204" pitchFamily="34" charset="0"/>
                <a:cs typeface="Times New Roman" panose="02020603050405020304" pitchFamily="18" charset="0"/>
              </a:rPr>
              <a:t>Comprendre ce qui empêche l'empathie et et savoir comment acquérir une attitude d'écoute</a:t>
            </a:r>
            <a:br>
              <a:rPr lang="fr-FR" sz="2700" kern="100">
                <a:effectLst/>
                <a:latin typeface="Calibri" panose="020F0502020204030204" pitchFamily="34" charset="0"/>
                <a:ea typeface="Calibri" panose="020F0502020204030204" pitchFamily="34" charset="0"/>
                <a:cs typeface="Times New Roman" panose="02020603050405020304" pitchFamily="18" charset="0"/>
              </a:rPr>
            </a:br>
            <a:endParaRPr lang="fr-FR" sz="2700"/>
          </a:p>
        </p:txBody>
      </p:sp>
      <p:sp>
        <p:nvSpPr>
          <p:cNvPr id="3" name="Espace réservé du contenu 2">
            <a:extLst>
              <a:ext uri="{FF2B5EF4-FFF2-40B4-BE49-F238E27FC236}">
                <a16:creationId xmlns:a16="http://schemas.microsoft.com/office/drawing/2014/main" id="{24130168-D892-D602-08EA-46E51BC9CDA5}"/>
              </a:ext>
            </a:extLst>
          </p:cNvPr>
          <p:cNvSpPr>
            <a:spLocks noGrp="1"/>
          </p:cNvSpPr>
          <p:nvPr>
            <p:ph idx="1"/>
          </p:nvPr>
        </p:nvSpPr>
        <p:spPr>
          <a:xfrm>
            <a:off x="876692" y="2533476"/>
            <a:ext cx="5219307" cy="3447832"/>
          </a:xfrm>
        </p:spPr>
        <p:txBody>
          <a:bodyPr anchor="t">
            <a:normAutofit/>
          </a:bodyPr>
          <a:lstStyle/>
          <a:p>
            <a:r>
              <a:rPr lang="fr-FR" sz="2000" b="1"/>
              <a:t>Objectif :</a:t>
            </a:r>
            <a:r>
              <a:rPr lang="fr-FR" sz="2000"/>
              <a:t> Identifier les obstacles à l’empathie et apprendre à développer une attitude d’écoute bienveillante et professionnelle.</a:t>
            </a:r>
          </a:p>
        </p:txBody>
      </p:sp>
      <p:pic>
        <p:nvPicPr>
          <p:cNvPr id="4" name="Image 3" descr="Comprendre l'empathie : signes, importance et comment la développer">
            <a:extLst>
              <a:ext uri="{FF2B5EF4-FFF2-40B4-BE49-F238E27FC236}">
                <a16:creationId xmlns:a16="http://schemas.microsoft.com/office/drawing/2014/main" id="{073F4152-7281-C7DF-E85C-B85252B0E72D}"/>
              </a:ext>
            </a:extLst>
          </p:cNvPr>
          <p:cNvPicPr>
            <a:picLocks noChangeAspect="1"/>
          </p:cNvPicPr>
          <p:nvPr/>
        </p:nvPicPr>
        <p:blipFill>
          <a:blip r:embed="rId2"/>
          <a:srcRect l="34670" r="19776" b="1"/>
          <a:stretch/>
        </p:blipFill>
        <p:spPr>
          <a:xfrm>
            <a:off x="7015163" y="877413"/>
            <a:ext cx="4300543" cy="5043096"/>
          </a:xfrm>
          <a:prstGeom prst="rect">
            <a:avLst/>
          </a:prstGeom>
        </p:spPr>
      </p:pic>
      <p:grpSp>
        <p:nvGrpSpPr>
          <p:cNvPr id="9" name="Group 8">
            <a:extLst>
              <a:ext uri="{FF2B5EF4-FFF2-40B4-BE49-F238E27FC236}">
                <a16:creationId xmlns:a16="http://schemas.microsoft.com/office/drawing/2014/main" id="{442598CC-934A-7BCD-C691-B2FE74CEDE6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015162" y="5858828"/>
            <a:ext cx="4300544" cy="123363"/>
            <a:chOff x="7015162" y="5858828"/>
            <a:chExt cx="4300544" cy="123363"/>
          </a:xfrm>
        </p:grpSpPr>
        <p:sp>
          <p:nvSpPr>
            <p:cNvPr id="10" name="Rectangle 9">
              <a:extLst>
                <a:ext uri="{FF2B5EF4-FFF2-40B4-BE49-F238E27FC236}">
                  <a16:creationId xmlns:a16="http://schemas.microsoft.com/office/drawing/2014/main" id="{AACD0983-348C-E24F-6839-EA2014B9D1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03753" y="3770237"/>
              <a:ext cx="123362" cy="4300544"/>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1174876-930F-4902-5A02-2742055662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09789" y="4876274"/>
              <a:ext cx="123362" cy="2088471"/>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7590122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AF6CB648-9554-488A-B457-99CAAD1DA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 3" descr="L'empathie : l'art de la communication | épanouisdanslavie">
            <a:extLst>
              <a:ext uri="{FF2B5EF4-FFF2-40B4-BE49-F238E27FC236}">
                <a16:creationId xmlns:a16="http://schemas.microsoft.com/office/drawing/2014/main" id="{A466080C-5793-E1CE-C3E2-038D4A141CF3}"/>
              </a:ext>
            </a:extLst>
          </p:cNvPr>
          <p:cNvPicPr>
            <a:picLocks noChangeAspect="1"/>
          </p:cNvPicPr>
          <p:nvPr/>
        </p:nvPicPr>
        <p:blipFill>
          <a:blip r:embed="rId2"/>
          <a:srcRect l="14236" r="15769" b="2"/>
          <a:stretch/>
        </p:blipFill>
        <p:spPr>
          <a:xfrm>
            <a:off x="6781799" y="1714500"/>
            <a:ext cx="5410201" cy="5143500"/>
          </a:xfrm>
          <a:prstGeom prst="rect">
            <a:avLst/>
          </a:prstGeom>
        </p:spPr>
      </p:pic>
      <p:sp useBgFill="1">
        <p:nvSpPr>
          <p:cNvPr id="11" name="Rectangle 10">
            <a:extLst>
              <a:ext uri="{FF2B5EF4-FFF2-40B4-BE49-F238E27FC236}">
                <a16:creationId xmlns:a16="http://schemas.microsoft.com/office/drawing/2014/main" id="{E1ED8A68-A582-AC62-104E-E319E9DB34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1729117"/>
          </a:xfrm>
          <a:prstGeom prst="rect">
            <a:avLst/>
          </a:prstGeom>
          <a:ln>
            <a:noFill/>
          </a:ln>
          <a:effectLst>
            <a:outerShdw blurRad="368300" dist="101600" dir="546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5602141-6B6B-560E-7CA1-67BFC54CDCC0}"/>
              </a:ext>
            </a:extLst>
          </p:cNvPr>
          <p:cNvSpPr>
            <a:spLocks noGrp="1"/>
          </p:cNvSpPr>
          <p:nvPr>
            <p:ph type="title"/>
          </p:nvPr>
        </p:nvSpPr>
        <p:spPr>
          <a:xfrm>
            <a:off x="761801" y="250409"/>
            <a:ext cx="10222952" cy="1228299"/>
          </a:xfrm>
        </p:spPr>
        <p:txBody>
          <a:bodyPr>
            <a:normAutofit/>
          </a:bodyPr>
          <a:lstStyle/>
          <a:p>
            <a:r>
              <a:rPr lang="fr-FR" sz="4000"/>
              <a:t>2. Les obstacles à l’empathie</a:t>
            </a:r>
          </a:p>
        </p:txBody>
      </p:sp>
      <p:sp>
        <p:nvSpPr>
          <p:cNvPr id="3" name="Espace réservé du contenu 2">
            <a:extLst>
              <a:ext uri="{FF2B5EF4-FFF2-40B4-BE49-F238E27FC236}">
                <a16:creationId xmlns:a16="http://schemas.microsoft.com/office/drawing/2014/main" id="{C5A9CB27-E1E1-51E9-86FF-54987EB6C138}"/>
              </a:ext>
            </a:extLst>
          </p:cNvPr>
          <p:cNvSpPr>
            <a:spLocks noGrp="1"/>
          </p:cNvSpPr>
          <p:nvPr>
            <p:ph idx="1"/>
          </p:nvPr>
        </p:nvSpPr>
        <p:spPr>
          <a:xfrm>
            <a:off x="761801" y="2183642"/>
            <a:ext cx="5334199" cy="4115018"/>
          </a:xfrm>
        </p:spPr>
        <p:txBody>
          <a:bodyPr vert="horz" lIns="91440" tIns="45720" rIns="91440" bIns="45720" rtlCol="0" anchor="ctr">
            <a:normAutofit/>
          </a:bodyPr>
          <a:lstStyle/>
          <a:p>
            <a:pPr marL="0" indent="0">
              <a:buNone/>
            </a:pPr>
            <a:r>
              <a:rPr lang="fr-FR" sz="1400" b="1" dirty="0"/>
              <a:t>Les jugements et préjugés</a:t>
            </a:r>
            <a:endParaRPr lang="fr-FR" sz="1400" dirty="0">
              <a:ea typeface="Calibri" panose="020F0502020204030204"/>
              <a:cs typeface="Calibri" panose="020F0502020204030204"/>
            </a:endParaRPr>
          </a:p>
          <a:p>
            <a:pPr>
              <a:buFont typeface="Arial" panose="020B0604020202020204" pitchFamily="34" charset="0"/>
              <a:buChar char="•"/>
            </a:pPr>
            <a:r>
              <a:rPr lang="fr-FR" sz="1400" b="1" dirty="0"/>
              <a:t>Problème :</a:t>
            </a:r>
            <a:r>
              <a:rPr lang="fr-FR" sz="1400" dirty="0"/>
              <a:t> Juger les choix ou comportements d’une personne empêche de la comprendre pleinement.</a:t>
            </a:r>
          </a:p>
          <a:p>
            <a:pPr>
              <a:buFont typeface="Arial" panose="020B0604020202020204" pitchFamily="34" charset="0"/>
              <a:buChar char="•"/>
            </a:pPr>
            <a:r>
              <a:rPr lang="fr-FR" sz="1400" b="1" dirty="0"/>
              <a:t>Exemple :</a:t>
            </a:r>
            <a:r>
              <a:rPr lang="fr-FR" sz="1400" dirty="0"/>
              <a:t> Penser qu’une personne est "difficile" sans chercher à comprendre les causes de son comportement.</a:t>
            </a:r>
          </a:p>
          <a:p>
            <a:pPr>
              <a:buFont typeface="Arial" panose="020B0604020202020204" pitchFamily="34" charset="0"/>
              <a:buChar char="•"/>
            </a:pPr>
            <a:r>
              <a:rPr lang="fr-FR" sz="1400" b="1" dirty="0"/>
              <a:t>Solution :</a:t>
            </a:r>
            <a:r>
              <a:rPr lang="fr-FR" sz="1400" dirty="0"/>
              <a:t> Adopter une posture neutre et bienveillante en mettant de côté ses propres opinions.</a:t>
            </a:r>
          </a:p>
          <a:p>
            <a:pPr marL="0" indent="0">
              <a:buNone/>
            </a:pPr>
            <a:endParaRPr lang="fr-FR" sz="1400" b="1" dirty="0"/>
          </a:p>
          <a:p>
            <a:pPr marL="0" indent="0">
              <a:buNone/>
            </a:pPr>
            <a:r>
              <a:rPr lang="fr-FR" sz="1400" b="1" dirty="0"/>
              <a:t>Les distractions</a:t>
            </a:r>
            <a:endParaRPr lang="fr-FR" sz="1400" dirty="0">
              <a:ea typeface="Calibri" panose="020F0502020204030204"/>
              <a:cs typeface="Calibri" panose="020F0502020204030204"/>
            </a:endParaRPr>
          </a:p>
          <a:p>
            <a:pPr>
              <a:buFont typeface="Arial" panose="020B0604020202020204" pitchFamily="34" charset="0"/>
              <a:buChar char="•"/>
            </a:pPr>
            <a:r>
              <a:rPr lang="fr-FR" sz="1400" b="1" dirty="0"/>
              <a:t>Problème :</a:t>
            </a:r>
            <a:r>
              <a:rPr lang="fr-FR" sz="1400" dirty="0"/>
              <a:t> Être préoccupé par ses propres pensées ou des tâches à accomplir réduit la capacité à écouter pleinement.</a:t>
            </a:r>
          </a:p>
          <a:p>
            <a:pPr>
              <a:buFont typeface="Arial" panose="020B0604020202020204" pitchFamily="34" charset="0"/>
              <a:buChar char="•"/>
            </a:pPr>
            <a:r>
              <a:rPr lang="fr-FR" sz="1400" b="1" dirty="0"/>
              <a:t>Exemple :</a:t>
            </a:r>
            <a:r>
              <a:rPr lang="fr-FR" sz="1400" dirty="0"/>
              <a:t> Penser à la prochaine intervention pendant qu’une personne parle.</a:t>
            </a:r>
          </a:p>
          <a:p>
            <a:pPr>
              <a:buFont typeface="Arial" panose="020B0604020202020204" pitchFamily="34" charset="0"/>
              <a:buChar char="•"/>
            </a:pPr>
            <a:r>
              <a:rPr lang="fr-FR" sz="1400" b="1" dirty="0"/>
              <a:t>Solution :</a:t>
            </a:r>
            <a:r>
              <a:rPr lang="fr-FR" sz="1400" dirty="0"/>
              <a:t> Se recentrer sur l’instant présent et pratiquer une écoute consciente.</a:t>
            </a:r>
          </a:p>
          <a:p>
            <a:pPr>
              <a:buFont typeface="Arial" panose="020B0604020202020204" pitchFamily="34" charset="0"/>
              <a:buChar char="•"/>
            </a:pPr>
            <a:endParaRPr lang="fr-FR" sz="1400" dirty="0"/>
          </a:p>
        </p:txBody>
      </p:sp>
    </p:spTree>
    <p:extLst>
      <p:ext uri="{BB962C8B-B14F-4D97-AF65-F5344CB8AC3E}">
        <p14:creationId xmlns:p14="http://schemas.microsoft.com/office/powerpoint/2010/main" val="323638561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754594-7105-F216-4EE2-09FA51B30D83}"/>
            </a:ext>
          </a:extLst>
        </p:cNvPr>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270C458-F55B-250F-2E9A-9FA6080D1C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 3" descr="L'empathie : l'art de la communication | épanouisdanslavie">
            <a:extLst>
              <a:ext uri="{FF2B5EF4-FFF2-40B4-BE49-F238E27FC236}">
                <a16:creationId xmlns:a16="http://schemas.microsoft.com/office/drawing/2014/main" id="{FCDA0CDA-3ADC-E570-4509-DDCFBC9D724A}"/>
              </a:ext>
            </a:extLst>
          </p:cNvPr>
          <p:cNvPicPr>
            <a:picLocks noChangeAspect="1"/>
          </p:cNvPicPr>
          <p:nvPr/>
        </p:nvPicPr>
        <p:blipFill>
          <a:blip r:embed="rId2"/>
          <a:srcRect l="14236" r="15769" b="2"/>
          <a:stretch/>
        </p:blipFill>
        <p:spPr>
          <a:xfrm>
            <a:off x="6781799" y="1714500"/>
            <a:ext cx="5410201" cy="5143500"/>
          </a:xfrm>
          <a:prstGeom prst="rect">
            <a:avLst/>
          </a:prstGeom>
        </p:spPr>
      </p:pic>
      <p:sp useBgFill="1">
        <p:nvSpPr>
          <p:cNvPr id="11" name="Rectangle 10">
            <a:extLst>
              <a:ext uri="{FF2B5EF4-FFF2-40B4-BE49-F238E27FC236}">
                <a16:creationId xmlns:a16="http://schemas.microsoft.com/office/drawing/2014/main" id="{23675D69-4698-2EF6-2B38-9B93FC3064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1729117"/>
          </a:xfrm>
          <a:prstGeom prst="rect">
            <a:avLst/>
          </a:prstGeom>
          <a:ln>
            <a:noFill/>
          </a:ln>
          <a:effectLst>
            <a:outerShdw blurRad="368300" dist="101600" dir="546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1C10373-A518-035D-F8E3-805077E613F4}"/>
              </a:ext>
            </a:extLst>
          </p:cNvPr>
          <p:cNvSpPr>
            <a:spLocks noGrp="1"/>
          </p:cNvSpPr>
          <p:nvPr>
            <p:ph type="title"/>
          </p:nvPr>
        </p:nvSpPr>
        <p:spPr>
          <a:xfrm>
            <a:off x="761801" y="250409"/>
            <a:ext cx="10222952" cy="1228299"/>
          </a:xfrm>
        </p:spPr>
        <p:txBody>
          <a:bodyPr>
            <a:normAutofit/>
          </a:bodyPr>
          <a:lstStyle/>
          <a:p>
            <a:r>
              <a:rPr lang="fr-FR" sz="4000"/>
              <a:t>2. Les obstacles à l’empathie</a:t>
            </a:r>
          </a:p>
        </p:txBody>
      </p:sp>
      <p:sp>
        <p:nvSpPr>
          <p:cNvPr id="3" name="Espace réservé du contenu 2">
            <a:extLst>
              <a:ext uri="{FF2B5EF4-FFF2-40B4-BE49-F238E27FC236}">
                <a16:creationId xmlns:a16="http://schemas.microsoft.com/office/drawing/2014/main" id="{8DB10007-5F92-C7AB-FDEF-0066212677DD}"/>
              </a:ext>
            </a:extLst>
          </p:cNvPr>
          <p:cNvSpPr>
            <a:spLocks noGrp="1"/>
          </p:cNvSpPr>
          <p:nvPr>
            <p:ph idx="1"/>
          </p:nvPr>
        </p:nvSpPr>
        <p:spPr>
          <a:xfrm>
            <a:off x="761801" y="2183642"/>
            <a:ext cx="5334199" cy="4115018"/>
          </a:xfrm>
        </p:spPr>
        <p:txBody>
          <a:bodyPr vert="horz" lIns="91440" tIns="45720" rIns="91440" bIns="45720" rtlCol="0" anchor="ctr">
            <a:norm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fr-FR" altLang="fr-FR" sz="1400" b="1" i="0" u="none" strike="noStrike" cap="none" normalizeH="0" baseline="0" dirty="0">
                <a:ln>
                  <a:noFill/>
                </a:ln>
                <a:solidFill>
                  <a:schemeClr val="tx1"/>
                </a:solidFill>
                <a:effectLst/>
                <a:latin typeface="Calibri (corps)"/>
                <a:cs typeface="Arial" panose="020B0604020202020204" pitchFamily="34" charset="0"/>
              </a:rPr>
              <a:t>Le manque de temps ou la pression professionnelle</a:t>
            </a:r>
          </a:p>
          <a:p>
            <a:pPr marL="0" marR="0" lvl="0" indent="0" algn="l" defTabSz="914400" rtl="0" eaLnBrk="0" fontAlgn="base" latinLnBrk="0" hangingPunct="0">
              <a:lnSpc>
                <a:spcPct val="100000"/>
              </a:lnSpc>
              <a:spcBef>
                <a:spcPct val="0"/>
              </a:spcBef>
              <a:spcAft>
                <a:spcPct val="0"/>
              </a:spcAft>
              <a:buClrTx/>
              <a:buSzTx/>
              <a:buNone/>
              <a:tabLst/>
            </a:pPr>
            <a:endParaRPr kumimoji="0" lang="fr-FR" altLang="fr-FR" sz="1400" b="0" i="0" u="none" strike="noStrike" cap="none" normalizeH="0" baseline="0" dirty="0">
              <a:ln>
                <a:noFill/>
              </a:ln>
              <a:solidFill>
                <a:schemeClr val="tx1"/>
              </a:solidFill>
              <a:effectLst/>
              <a:latin typeface="Calibri (corps)"/>
              <a:cs typeface="Arial" panose="020B0604020202020204" pitchFamily="34" charset="0"/>
            </a:endParaRPr>
          </a:p>
          <a:p>
            <a:pPr eaLnBrk="0" fontAlgn="base" hangingPunct="0">
              <a:lnSpc>
                <a:spcPct val="100000"/>
              </a:lnSpc>
              <a:spcBef>
                <a:spcPct val="0"/>
              </a:spcBef>
              <a:spcAft>
                <a:spcPct val="0"/>
              </a:spcAft>
            </a:pPr>
            <a:r>
              <a:rPr kumimoji="0" lang="fr-FR" altLang="fr-FR" sz="1400" b="1" i="0" u="none" strike="noStrike" cap="none" normalizeH="0" baseline="0" dirty="0">
                <a:ln>
                  <a:noFill/>
                </a:ln>
                <a:solidFill>
                  <a:schemeClr val="tx1"/>
                </a:solidFill>
                <a:effectLst/>
                <a:latin typeface="Calibri (corps)"/>
                <a:cs typeface="Arial" panose="020B0604020202020204" pitchFamily="34" charset="0"/>
              </a:rPr>
              <a:t>Problème :</a:t>
            </a:r>
            <a:r>
              <a:rPr kumimoji="0" lang="fr-FR" altLang="fr-FR" sz="1400" b="0" i="0" u="none" strike="noStrike" cap="none" normalizeH="0" baseline="0" dirty="0">
                <a:ln>
                  <a:noFill/>
                </a:ln>
                <a:solidFill>
                  <a:schemeClr val="tx1"/>
                </a:solidFill>
                <a:effectLst/>
                <a:latin typeface="Calibri (corps)"/>
                <a:cs typeface="Arial" panose="020B0604020202020204" pitchFamily="34" charset="0"/>
              </a:rPr>
              <a:t> Travailler sous contrainte de temps peut conduire à minimiser l’importance de l’écoute.</a:t>
            </a:r>
          </a:p>
          <a:p>
            <a:pPr eaLnBrk="0" fontAlgn="base" hangingPunct="0">
              <a:lnSpc>
                <a:spcPct val="100000"/>
              </a:lnSpc>
              <a:spcBef>
                <a:spcPct val="0"/>
              </a:spcBef>
              <a:spcAft>
                <a:spcPct val="0"/>
              </a:spcAft>
            </a:pPr>
            <a:r>
              <a:rPr kumimoji="0" lang="fr-FR" altLang="fr-FR" sz="1400" b="1" i="0" u="none" strike="noStrike" cap="none" normalizeH="0" baseline="0" dirty="0">
                <a:ln>
                  <a:noFill/>
                </a:ln>
                <a:solidFill>
                  <a:schemeClr val="tx1"/>
                </a:solidFill>
                <a:effectLst/>
                <a:latin typeface="Calibri (corps)"/>
                <a:cs typeface="Arial" panose="020B0604020202020204" pitchFamily="34" charset="0"/>
              </a:rPr>
              <a:t>Exemple :</a:t>
            </a:r>
            <a:r>
              <a:rPr kumimoji="0" lang="fr-FR" altLang="fr-FR" sz="1400" b="0" i="0" u="none" strike="noStrike" cap="none" normalizeH="0" baseline="0" dirty="0">
                <a:ln>
                  <a:noFill/>
                </a:ln>
                <a:solidFill>
                  <a:schemeClr val="tx1"/>
                </a:solidFill>
                <a:effectLst/>
                <a:latin typeface="Calibri (corps)"/>
                <a:cs typeface="Arial" panose="020B0604020202020204" pitchFamily="34" charset="0"/>
              </a:rPr>
              <a:t> Raccourcir une conversation pour passer à une autre tâche.</a:t>
            </a:r>
          </a:p>
          <a:p>
            <a:pPr eaLnBrk="0" fontAlgn="base" hangingPunct="0">
              <a:lnSpc>
                <a:spcPct val="100000"/>
              </a:lnSpc>
              <a:spcBef>
                <a:spcPct val="0"/>
              </a:spcBef>
              <a:spcAft>
                <a:spcPct val="0"/>
              </a:spcAft>
            </a:pPr>
            <a:r>
              <a:rPr kumimoji="0" lang="fr-FR" altLang="fr-FR" sz="1400" b="1" i="0" u="none" strike="noStrike" cap="none" normalizeH="0" baseline="0" dirty="0">
                <a:ln>
                  <a:noFill/>
                </a:ln>
                <a:solidFill>
                  <a:schemeClr val="tx1"/>
                </a:solidFill>
                <a:effectLst/>
                <a:latin typeface="Calibri (corps)"/>
                <a:cs typeface="Arial" panose="020B0604020202020204" pitchFamily="34" charset="0"/>
              </a:rPr>
              <a:t>Solution :</a:t>
            </a:r>
            <a:r>
              <a:rPr kumimoji="0" lang="fr-FR" altLang="fr-FR" sz="1400" b="0" i="0" u="none" strike="noStrike" cap="none" normalizeH="0" baseline="0" dirty="0">
                <a:ln>
                  <a:noFill/>
                </a:ln>
                <a:solidFill>
                  <a:schemeClr val="tx1"/>
                </a:solidFill>
                <a:effectLst/>
                <a:latin typeface="Calibri (corps)"/>
                <a:cs typeface="Arial" panose="020B0604020202020204" pitchFamily="34" charset="0"/>
              </a:rPr>
              <a:t> Intégrer des moments d’écoute dans la planification des tâches.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400" b="0" i="0" u="none" strike="noStrike" cap="none" normalizeH="0" baseline="0" dirty="0">
              <a:ln>
                <a:noFill/>
              </a:ln>
              <a:solidFill>
                <a:schemeClr val="tx1"/>
              </a:solidFill>
              <a:effectLst/>
              <a:latin typeface="Calibri (corps)"/>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fr-FR" altLang="fr-FR" sz="1400" b="1" i="0" u="none" strike="noStrike" cap="none" normalizeH="0" baseline="0" dirty="0">
                <a:ln>
                  <a:noFill/>
                </a:ln>
                <a:solidFill>
                  <a:schemeClr val="tx1"/>
                </a:solidFill>
                <a:effectLst/>
                <a:latin typeface="Calibri (corps)"/>
                <a:cs typeface="Arial" panose="020B0604020202020204" pitchFamily="34" charset="0"/>
              </a:rPr>
              <a:t>Les émotions personnelles</a:t>
            </a:r>
          </a:p>
          <a:p>
            <a:pPr marL="0" marR="0" lvl="0" indent="0" algn="l" defTabSz="914400" rtl="0" eaLnBrk="0" fontAlgn="base" latinLnBrk="0" hangingPunct="0">
              <a:lnSpc>
                <a:spcPct val="100000"/>
              </a:lnSpc>
              <a:spcBef>
                <a:spcPct val="0"/>
              </a:spcBef>
              <a:spcAft>
                <a:spcPct val="0"/>
              </a:spcAft>
              <a:buClrTx/>
              <a:buSzTx/>
              <a:buNone/>
              <a:tabLst/>
            </a:pPr>
            <a:endParaRPr kumimoji="0" lang="fr-FR" altLang="fr-FR" sz="1400" b="0" i="0" u="none" strike="noStrike" cap="none" normalizeH="0" baseline="0" dirty="0">
              <a:ln>
                <a:noFill/>
              </a:ln>
              <a:solidFill>
                <a:schemeClr val="tx1"/>
              </a:solidFill>
              <a:effectLst/>
              <a:latin typeface="Calibri (corps)"/>
              <a:cs typeface="Arial" panose="020B0604020202020204" pitchFamily="34" charset="0"/>
            </a:endParaRPr>
          </a:p>
          <a:p>
            <a:pPr eaLnBrk="0" fontAlgn="base" hangingPunct="0">
              <a:lnSpc>
                <a:spcPct val="100000"/>
              </a:lnSpc>
              <a:spcBef>
                <a:spcPct val="0"/>
              </a:spcBef>
              <a:spcAft>
                <a:spcPct val="0"/>
              </a:spcAft>
            </a:pPr>
            <a:r>
              <a:rPr kumimoji="0" lang="fr-FR" altLang="fr-FR" sz="1400" b="1" i="0" u="none" strike="noStrike" cap="none" normalizeH="0" baseline="0" dirty="0">
                <a:ln>
                  <a:noFill/>
                </a:ln>
                <a:solidFill>
                  <a:schemeClr val="tx1"/>
                </a:solidFill>
                <a:effectLst/>
                <a:latin typeface="Calibri (corps)"/>
                <a:cs typeface="Arial" panose="020B0604020202020204" pitchFamily="34" charset="0"/>
              </a:rPr>
              <a:t>Problème :</a:t>
            </a:r>
            <a:r>
              <a:rPr kumimoji="0" lang="fr-FR" altLang="fr-FR" sz="1400" b="0" i="0" u="none" strike="noStrike" cap="none" normalizeH="0" baseline="0" dirty="0">
                <a:ln>
                  <a:noFill/>
                </a:ln>
                <a:solidFill>
                  <a:schemeClr val="tx1"/>
                </a:solidFill>
                <a:effectLst/>
                <a:latin typeface="Calibri (corps)"/>
                <a:cs typeface="Arial" panose="020B0604020202020204" pitchFamily="34" charset="0"/>
              </a:rPr>
              <a:t> Être fatigué, stressé ou contrarié affecte la capacité à se montrer empathique.</a:t>
            </a:r>
          </a:p>
          <a:p>
            <a:pPr eaLnBrk="0" fontAlgn="base" hangingPunct="0">
              <a:lnSpc>
                <a:spcPct val="100000"/>
              </a:lnSpc>
              <a:spcBef>
                <a:spcPct val="0"/>
              </a:spcBef>
              <a:spcAft>
                <a:spcPct val="0"/>
              </a:spcAft>
            </a:pPr>
            <a:r>
              <a:rPr kumimoji="0" lang="fr-FR" altLang="fr-FR" sz="1400" b="1" i="0" u="none" strike="noStrike" cap="none" normalizeH="0" baseline="0" dirty="0">
                <a:ln>
                  <a:noFill/>
                </a:ln>
                <a:solidFill>
                  <a:schemeClr val="tx1"/>
                </a:solidFill>
                <a:effectLst/>
                <a:latin typeface="Calibri (corps)"/>
                <a:cs typeface="Arial" panose="020B0604020202020204" pitchFamily="34" charset="0"/>
              </a:rPr>
              <a:t>Exemple :</a:t>
            </a:r>
            <a:r>
              <a:rPr kumimoji="0" lang="fr-FR" altLang="fr-FR" sz="1400" b="0" i="0" u="none" strike="noStrike" cap="none" normalizeH="0" baseline="0" dirty="0">
                <a:ln>
                  <a:noFill/>
                </a:ln>
                <a:solidFill>
                  <a:schemeClr val="tx1"/>
                </a:solidFill>
                <a:effectLst/>
                <a:latin typeface="Calibri (corps)"/>
                <a:cs typeface="Arial" panose="020B0604020202020204" pitchFamily="34" charset="0"/>
              </a:rPr>
              <a:t> Répondre avec impatience à une demande répétée.</a:t>
            </a:r>
          </a:p>
          <a:p>
            <a:pPr eaLnBrk="0" fontAlgn="base" hangingPunct="0">
              <a:lnSpc>
                <a:spcPct val="100000"/>
              </a:lnSpc>
              <a:spcBef>
                <a:spcPct val="0"/>
              </a:spcBef>
              <a:spcAft>
                <a:spcPct val="0"/>
              </a:spcAft>
            </a:pPr>
            <a:r>
              <a:rPr kumimoji="0" lang="fr-FR" altLang="fr-FR" sz="1400" b="1" i="0" u="none" strike="noStrike" cap="none" normalizeH="0" baseline="0" dirty="0">
                <a:ln>
                  <a:noFill/>
                </a:ln>
                <a:solidFill>
                  <a:schemeClr val="tx1"/>
                </a:solidFill>
                <a:effectLst/>
                <a:latin typeface="Calibri (corps)"/>
                <a:cs typeface="Arial" panose="020B0604020202020204" pitchFamily="34" charset="0"/>
              </a:rPr>
              <a:t>Solution :</a:t>
            </a:r>
            <a:r>
              <a:rPr kumimoji="0" lang="fr-FR" altLang="fr-FR" sz="1400" b="0" i="0" u="none" strike="noStrike" cap="none" normalizeH="0" baseline="0" dirty="0">
                <a:ln>
                  <a:noFill/>
                </a:ln>
                <a:solidFill>
                  <a:schemeClr val="tx1"/>
                </a:solidFill>
                <a:effectLst/>
                <a:latin typeface="Calibri (corps)"/>
                <a:cs typeface="Arial" panose="020B0604020202020204" pitchFamily="34" charset="0"/>
              </a:rPr>
              <a:t> Apprendre à identifier et à gérer ses propres émotions avant d’intervenir.</a:t>
            </a:r>
            <a:r>
              <a:rPr lang="fr-FR" sz="1400" dirty="0">
                <a:latin typeface="Calibri (corps)"/>
                <a:cs typeface="Arial" panose="020B0604020202020204" pitchFamily="34" charset="0"/>
              </a:rPr>
              <a:t>.</a:t>
            </a:r>
          </a:p>
          <a:p>
            <a:pPr>
              <a:buFont typeface="Arial" panose="020B0604020202020204" pitchFamily="34" charset="0"/>
              <a:buChar char="•"/>
            </a:pPr>
            <a:endParaRPr lang="fr-FR" sz="1400" dirty="0"/>
          </a:p>
        </p:txBody>
      </p:sp>
    </p:spTree>
    <p:extLst>
      <p:ext uri="{BB962C8B-B14F-4D97-AF65-F5344CB8AC3E}">
        <p14:creationId xmlns:p14="http://schemas.microsoft.com/office/powerpoint/2010/main" val="222077531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24B2814-3C72-5629-0D7F-5285693F2A0B}"/>
              </a:ext>
            </a:extLst>
          </p:cNvPr>
          <p:cNvSpPr>
            <a:spLocks noGrp="1"/>
          </p:cNvSpPr>
          <p:nvPr>
            <p:ph type="title"/>
          </p:nvPr>
        </p:nvSpPr>
        <p:spPr>
          <a:xfrm>
            <a:off x="686834" y="1153572"/>
            <a:ext cx="3200400" cy="4461163"/>
          </a:xfrm>
        </p:spPr>
        <p:txBody>
          <a:bodyPr>
            <a:normAutofit/>
          </a:bodyPr>
          <a:lstStyle/>
          <a:p>
            <a:r>
              <a:rPr lang="fr-FR" b="1" dirty="0">
                <a:solidFill>
                  <a:srgbClr val="FFFFFF"/>
                </a:solidFill>
              </a:rPr>
              <a:t>3. Comment acquérir une attitude d’écoute ?</a:t>
            </a:r>
            <a:br>
              <a:rPr lang="fr-FR" b="1" dirty="0">
                <a:solidFill>
                  <a:srgbClr val="FFFFFF"/>
                </a:solidFill>
              </a:rPr>
            </a:br>
            <a:endParaRPr lang="fr-FR" dirty="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Espace réservé du contenu 2">
            <a:extLst>
              <a:ext uri="{FF2B5EF4-FFF2-40B4-BE49-F238E27FC236}">
                <a16:creationId xmlns:a16="http://schemas.microsoft.com/office/drawing/2014/main" id="{07A51694-F556-0E24-3CFB-E812BEAB2A4E}"/>
              </a:ext>
            </a:extLst>
          </p:cNvPr>
          <p:cNvSpPr>
            <a:spLocks noGrp="1"/>
          </p:cNvSpPr>
          <p:nvPr>
            <p:ph idx="1"/>
          </p:nvPr>
        </p:nvSpPr>
        <p:spPr>
          <a:xfrm>
            <a:off x="4447308" y="591344"/>
            <a:ext cx="6906491" cy="5585619"/>
          </a:xfrm>
        </p:spPr>
        <p:txBody>
          <a:bodyPr anchor="ctr">
            <a:normAutofit/>
          </a:bodyPr>
          <a:lstStyle/>
          <a:p>
            <a:pPr>
              <a:buFont typeface="+mj-lt"/>
              <a:buAutoNum type="arabicPeriod"/>
            </a:pPr>
            <a:r>
              <a:rPr lang="fr-FR" b="1" dirty="0"/>
              <a:t>Développer l’écoute active</a:t>
            </a:r>
            <a:endParaRPr lang="fr-FR" dirty="0"/>
          </a:p>
          <a:p>
            <a:pPr marL="742950" lvl="1" indent="-285750">
              <a:buFont typeface="+mj-lt"/>
              <a:buAutoNum type="arabicPeriod"/>
            </a:pPr>
            <a:r>
              <a:rPr lang="fr-FR" b="1" dirty="0"/>
              <a:t>Techniques clés :</a:t>
            </a:r>
            <a:endParaRPr lang="fr-FR" dirty="0"/>
          </a:p>
          <a:p>
            <a:pPr marL="1143000" lvl="2" indent="-228600">
              <a:buFont typeface="+mj-lt"/>
              <a:buAutoNum type="arabicPeriod"/>
            </a:pPr>
            <a:r>
              <a:rPr lang="fr-FR" b="1" dirty="0"/>
              <a:t>Reformulation :</a:t>
            </a:r>
            <a:r>
              <a:rPr lang="fr-FR" dirty="0"/>
              <a:t> Répéter avec ses propres mots ce que la personne a exprimé.</a:t>
            </a:r>
          </a:p>
          <a:p>
            <a:pPr marL="1600200" lvl="3" indent="-228600">
              <a:buFont typeface="+mj-lt"/>
              <a:buAutoNum type="arabicPeriod"/>
            </a:pPr>
            <a:r>
              <a:rPr lang="fr-FR" dirty="0"/>
              <a:t>Exemple : "Si je comprends bien, vous vous sentez fatigué(e) à cause de cette nouvelle routine ?"</a:t>
            </a:r>
          </a:p>
          <a:p>
            <a:pPr marL="1143000" lvl="2" indent="-228600">
              <a:buFont typeface="+mj-lt"/>
              <a:buAutoNum type="arabicPeriod"/>
            </a:pPr>
            <a:r>
              <a:rPr lang="fr-FR" b="1" dirty="0"/>
              <a:t>Validation :</a:t>
            </a:r>
            <a:r>
              <a:rPr lang="fr-FR" dirty="0"/>
              <a:t> Montrer que l’on prend au sérieux ce qui est dit.</a:t>
            </a:r>
          </a:p>
          <a:p>
            <a:pPr marL="1600200" lvl="3" indent="-228600">
              <a:buFont typeface="+mj-lt"/>
              <a:buAutoNum type="arabicPeriod"/>
            </a:pPr>
            <a:r>
              <a:rPr lang="fr-FR" dirty="0"/>
              <a:t>Exemple : "Je comprends que cette situation puisse être difficile pour vous."</a:t>
            </a:r>
          </a:p>
          <a:p>
            <a:pPr marL="1143000" lvl="2" indent="-228600">
              <a:buFont typeface="+mj-lt"/>
              <a:buAutoNum type="arabicPeriod"/>
            </a:pPr>
            <a:r>
              <a:rPr lang="fr-FR" b="1" dirty="0"/>
              <a:t>Silence actif :</a:t>
            </a:r>
            <a:r>
              <a:rPr lang="fr-FR" dirty="0"/>
              <a:t> Laisser des pauses pour permettre à la personne d’exprimer pleinement ses pensées.</a:t>
            </a:r>
          </a:p>
          <a:p>
            <a:pPr marL="742950" lvl="1" indent="-285750">
              <a:buFont typeface="+mj-lt"/>
              <a:buAutoNum type="arabicPeriod"/>
            </a:pPr>
            <a:r>
              <a:rPr lang="fr-FR" b="1" dirty="0"/>
              <a:t>Bénéfices :</a:t>
            </a:r>
            <a:r>
              <a:rPr lang="fr-FR" dirty="0"/>
              <a:t> Renforce la confiance, encourage l’expression et prévient les malentendus.</a:t>
            </a:r>
          </a:p>
          <a:p>
            <a:endParaRPr lang="fr-FR" dirty="0"/>
          </a:p>
        </p:txBody>
      </p:sp>
    </p:spTree>
    <p:extLst>
      <p:ext uri="{BB962C8B-B14F-4D97-AF65-F5344CB8AC3E}">
        <p14:creationId xmlns:p14="http://schemas.microsoft.com/office/powerpoint/2010/main" val="407926523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FF750C7-FE5A-BD7A-25D2-B01712CC1729}"/>
              </a:ext>
            </a:extLst>
          </p:cNvPr>
          <p:cNvSpPr>
            <a:spLocks noGrp="1"/>
          </p:cNvSpPr>
          <p:nvPr>
            <p:ph type="title"/>
          </p:nvPr>
        </p:nvSpPr>
        <p:spPr>
          <a:xfrm>
            <a:off x="686834" y="1153572"/>
            <a:ext cx="3200400" cy="4461163"/>
          </a:xfrm>
        </p:spPr>
        <p:txBody>
          <a:bodyPr>
            <a:normAutofit/>
          </a:bodyPr>
          <a:lstStyle/>
          <a:p>
            <a:r>
              <a:rPr lang="fr-FR" b="1">
                <a:solidFill>
                  <a:srgbClr val="FFFFFF"/>
                </a:solidFill>
              </a:rPr>
              <a:t>Pratiquer l’auto-régulation émotionnelle</a:t>
            </a:r>
            <a:br>
              <a:rPr lang="fr-FR">
                <a:solidFill>
                  <a:srgbClr val="FFFFFF"/>
                </a:solidFill>
              </a:rPr>
            </a:br>
            <a:endParaRPr lang="fr-FR">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Espace réservé du contenu 2">
            <a:extLst>
              <a:ext uri="{FF2B5EF4-FFF2-40B4-BE49-F238E27FC236}">
                <a16:creationId xmlns:a16="http://schemas.microsoft.com/office/drawing/2014/main" id="{8588C8EC-D37D-53A8-EC69-5EC0904A4F3E}"/>
              </a:ext>
            </a:extLst>
          </p:cNvPr>
          <p:cNvSpPr>
            <a:spLocks noGrp="1"/>
          </p:cNvSpPr>
          <p:nvPr>
            <p:ph idx="1"/>
          </p:nvPr>
        </p:nvSpPr>
        <p:spPr>
          <a:xfrm>
            <a:off x="4447308" y="591344"/>
            <a:ext cx="6906491" cy="5585619"/>
          </a:xfrm>
        </p:spPr>
        <p:txBody>
          <a:bodyPr anchor="ctr">
            <a:normAutofit/>
          </a:bodyPr>
          <a:lstStyle/>
          <a:p>
            <a:pPr>
              <a:buFont typeface="Arial" panose="020B0604020202020204" pitchFamily="34" charset="0"/>
              <a:buChar char="•"/>
            </a:pPr>
            <a:r>
              <a:rPr lang="fr-FR" b="1" dirty="0"/>
              <a:t>Stratégies :</a:t>
            </a:r>
            <a:endParaRPr lang="fr-FR" dirty="0"/>
          </a:p>
          <a:p>
            <a:pPr marL="742950" lvl="1" indent="-285750">
              <a:buFont typeface="Arial" panose="020B0604020202020204" pitchFamily="34" charset="0"/>
              <a:buChar char="•"/>
            </a:pPr>
            <a:r>
              <a:rPr lang="fr-FR" dirty="0"/>
              <a:t>Prendre quelques secondes pour respirer profondément avant d’entamer une conversation.</a:t>
            </a:r>
          </a:p>
          <a:p>
            <a:pPr marL="742950" lvl="1" indent="-285750">
              <a:buFont typeface="Arial" panose="020B0604020202020204" pitchFamily="34" charset="0"/>
              <a:buChar char="•"/>
            </a:pPr>
            <a:r>
              <a:rPr lang="fr-FR" dirty="0"/>
              <a:t>Identifier ses propres émotions pour éviter qu’elles interfèrent avec l’écoute.</a:t>
            </a:r>
          </a:p>
          <a:p>
            <a:pPr marL="742950" lvl="1" indent="-285750">
              <a:buFont typeface="Arial" panose="020B0604020202020204" pitchFamily="34" charset="0"/>
              <a:buChar char="•"/>
            </a:pPr>
            <a:r>
              <a:rPr lang="fr-FR" dirty="0"/>
              <a:t>Faire appel à un collègue ou un superviseur en cas de surcharge émotionnelle.</a:t>
            </a:r>
          </a:p>
          <a:p>
            <a:endParaRPr lang="fr-FR" dirty="0"/>
          </a:p>
        </p:txBody>
      </p:sp>
    </p:spTree>
    <p:extLst>
      <p:ext uri="{BB962C8B-B14F-4D97-AF65-F5344CB8AC3E}">
        <p14:creationId xmlns:p14="http://schemas.microsoft.com/office/powerpoint/2010/main" val="292137081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66C466E9-8396-1FC8-EE61-23395BDF8966}"/>
              </a:ext>
            </a:extLst>
          </p:cNvPr>
          <p:cNvSpPr>
            <a:spLocks noGrp="1"/>
          </p:cNvSpPr>
          <p:nvPr>
            <p:ph type="title"/>
          </p:nvPr>
        </p:nvSpPr>
        <p:spPr>
          <a:xfrm>
            <a:off x="686834" y="1153572"/>
            <a:ext cx="3200400" cy="4461163"/>
          </a:xfrm>
        </p:spPr>
        <p:txBody>
          <a:bodyPr>
            <a:normAutofit/>
          </a:bodyPr>
          <a:lstStyle/>
          <a:p>
            <a:r>
              <a:rPr lang="fr-FR" b="1">
                <a:solidFill>
                  <a:srgbClr val="FFFFFF"/>
                </a:solidFill>
              </a:rPr>
              <a:t>Apprendre à poser des questions ouvertes</a:t>
            </a:r>
            <a:br>
              <a:rPr lang="fr-FR">
                <a:solidFill>
                  <a:srgbClr val="FFFFFF"/>
                </a:solidFill>
              </a:rPr>
            </a:br>
            <a:endParaRPr lang="fr-FR">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Espace réservé du contenu 2">
            <a:extLst>
              <a:ext uri="{FF2B5EF4-FFF2-40B4-BE49-F238E27FC236}">
                <a16:creationId xmlns:a16="http://schemas.microsoft.com/office/drawing/2014/main" id="{E0385049-00DA-9B1D-A429-544B9DDB0164}"/>
              </a:ext>
            </a:extLst>
          </p:cNvPr>
          <p:cNvSpPr>
            <a:spLocks noGrp="1"/>
          </p:cNvSpPr>
          <p:nvPr>
            <p:ph idx="1"/>
          </p:nvPr>
        </p:nvSpPr>
        <p:spPr>
          <a:xfrm>
            <a:off x="4447308" y="591344"/>
            <a:ext cx="6906491" cy="5585619"/>
          </a:xfrm>
        </p:spPr>
        <p:txBody>
          <a:bodyPr anchor="ctr">
            <a:normAutofit/>
          </a:bodyPr>
          <a:lstStyle/>
          <a:p>
            <a:pPr>
              <a:buFont typeface="Arial" panose="020B0604020202020204" pitchFamily="34" charset="0"/>
              <a:buChar char="•"/>
            </a:pPr>
            <a:r>
              <a:rPr lang="fr-FR" b="1" dirty="0"/>
              <a:t>Pourquoi ?</a:t>
            </a:r>
            <a:r>
              <a:rPr lang="fr-FR" dirty="0"/>
              <a:t> Les questions ouvertes encouragent la personne à s’exprimer plus librement.</a:t>
            </a:r>
          </a:p>
          <a:p>
            <a:pPr>
              <a:buFont typeface="Arial" panose="020B0604020202020204" pitchFamily="34" charset="0"/>
              <a:buChar char="•"/>
            </a:pPr>
            <a:r>
              <a:rPr lang="fr-FR" b="1" dirty="0"/>
              <a:t>Exemples :</a:t>
            </a:r>
            <a:endParaRPr lang="fr-FR" dirty="0"/>
          </a:p>
          <a:p>
            <a:pPr marL="742950" lvl="1" indent="-285750">
              <a:buFont typeface="Arial" panose="020B0604020202020204" pitchFamily="34" charset="0"/>
              <a:buChar char="•"/>
            </a:pPr>
            <a:r>
              <a:rPr lang="fr-FR" dirty="0"/>
              <a:t>Mauvaise question : "Ça va ?" (question fermée).</a:t>
            </a:r>
          </a:p>
          <a:p>
            <a:pPr marL="742950" lvl="1" indent="-285750">
              <a:buFont typeface="Arial" panose="020B0604020202020204" pitchFamily="34" charset="0"/>
              <a:buChar char="•"/>
            </a:pPr>
            <a:r>
              <a:rPr lang="fr-FR" dirty="0"/>
              <a:t>Bonne question : "Pouvez-vous me parler de ce qui vous préoccupe aujourd’hui ?"</a:t>
            </a:r>
          </a:p>
          <a:p>
            <a:endParaRPr lang="fr-FR" dirty="0"/>
          </a:p>
        </p:txBody>
      </p:sp>
    </p:spTree>
    <p:extLst>
      <p:ext uri="{BB962C8B-B14F-4D97-AF65-F5344CB8AC3E}">
        <p14:creationId xmlns:p14="http://schemas.microsoft.com/office/powerpoint/2010/main" val="383018653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E5F77AD-EA79-F3AA-12D9-C33751459AEE}"/>
              </a:ext>
            </a:extLst>
          </p:cNvPr>
          <p:cNvSpPr>
            <a:spLocks noGrp="1"/>
          </p:cNvSpPr>
          <p:nvPr>
            <p:ph type="title"/>
          </p:nvPr>
        </p:nvSpPr>
        <p:spPr>
          <a:xfrm>
            <a:off x="686834" y="1153572"/>
            <a:ext cx="3200400" cy="4461163"/>
          </a:xfrm>
        </p:spPr>
        <p:txBody>
          <a:bodyPr>
            <a:normAutofit/>
          </a:bodyPr>
          <a:lstStyle/>
          <a:p>
            <a:r>
              <a:rPr lang="fr-FR" b="1">
                <a:solidFill>
                  <a:srgbClr val="FFFFFF"/>
                </a:solidFill>
              </a:rPr>
              <a:t>Développer la pleine attention</a:t>
            </a:r>
            <a:br>
              <a:rPr lang="fr-FR">
                <a:solidFill>
                  <a:srgbClr val="FFFFFF"/>
                </a:solidFill>
              </a:rPr>
            </a:br>
            <a:endParaRPr lang="fr-FR">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Espace réservé du contenu 2">
            <a:extLst>
              <a:ext uri="{FF2B5EF4-FFF2-40B4-BE49-F238E27FC236}">
                <a16:creationId xmlns:a16="http://schemas.microsoft.com/office/drawing/2014/main" id="{550A6840-5EE2-84F2-4E5A-C301D5465EC6}"/>
              </a:ext>
            </a:extLst>
          </p:cNvPr>
          <p:cNvSpPr>
            <a:spLocks noGrp="1"/>
          </p:cNvSpPr>
          <p:nvPr>
            <p:ph idx="1"/>
          </p:nvPr>
        </p:nvSpPr>
        <p:spPr>
          <a:xfrm>
            <a:off x="4447308" y="591344"/>
            <a:ext cx="6906491" cy="5585619"/>
          </a:xfrm>
        </p:spPr>
        <p:txBody>
          <a:bodyPr anchor="ctr">
            <a:normAutofit/>
          </a:bodyPr>
          <a:lstStyle/>
          <a:p>
            <a:r>
              <a:rPr lang="fr-FR" b="1" dirty="0"/>
              <a:t>Développer la pleine attention</a:t>
            </a:r>
            <a:endParaRPr lang="fr-FR" dirty="0"/>
          </a:p>
          <a:p>
            <a:pPr>
              <a:buFont typeface="Arial" panose="020B0604020202020204" pitchFamily="34" charset="0"/>
              <a:buChar char="•"/>
            </a:pPr>
            <a:r>
              <a:rPr lang="fr-FR" b="1" dirty="0"/>
              <a:t>Exercice pratique :</a:t>
            </a:r>
            <a:endParaRPr lang="fr-FR" dirty="0"/>
          </a:p>
          <a:p>
            <a:pPr marL="742950" lvl="1" indent="-285750">
              <a:buFont typeface="Arial" panose="020B0604020202020204" pitchFamily="34" charset="0"/>
              <a:buChar char="•"/>
            </a:pPr>
            <a:r>
              <a:rPr lang="fr-FR" dirty="0"/>
              <a:t>Pendant une conversation, se concentrer uniquement sur les paroles et les expressions non-verbales de l’interlocuteur.</a:t>
            </a:r>
          </a:p>
          <a:p>
            <a:pPr marL="742950" lvl="1" indent="-285750">
              <a:buFont typeface="Arial" panose="020B0604020202020204" pitchFamily="34" charset="0"/>
              <a:buChar char="•"/>
            </a:pPr>
            <a:r>
              <a:rPr lang="fr-FR" dirty="0"/>
              <a:t>Éviter les distractions comme regarder son téléphone ou penser à autre chose.</a:t>
            </a:r>
          </a:p>
          <a:p>
            <a:pPr marL="742950" lvl="1" indent="-285750">
              <a:buFont typeface="Arial" panose="020B0604020202020204" pitchFamily="34" charset="0"/>
              <a:buChar char="•"/>
            </a:pPr>
            <a:r>
              <a:rPr lang="fr-FR" b="1" dirty="0"/>
              <a:t>Objectif :</a:t>
            </a:r>
            <a:r>
              <a:rPr lang="fr-FR" dirty="0"/>
              <a:t> Rester totalement présent et engagé dans l’échange.</a:t>
            </a:r>
          </a:p>
          <a:p>
            <a:endParaRPr lang="fr-FR" dirty="0"/>
          </a:p>
        </p:txBody>
      </p:sp>
    </p:spTree>
    <p:extLst>
      <p:ext uri="{BB962C8B-B14F-4D97-AF65-F5344CB8AC3E}">
        <p14:creationId xmlns:p14="http://schemas.microsoft.com/office/powerpoint/2010/main" val="333041845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A58E0E62-7DDF-4EB7-E73D-4BDE87679B9E}"/>
              </a:ext>
            </a:extLst>
          </p:cNvPr>
          <p:cNvSpPr>
            <a:spLocks noGrp="1"/>
          </p:cNvSpPr>
          <p:nvPr>
            <p:ph type="title"/>
          </p:nvPr>
        </p:nvSpPr>
        <p:spPr>
          <a:xfrm>
            <a:off x="1371597" y="348865"/>
            <a:ext cx="10044023" cy="877729"/>
          </a:xfrm>
        </p:spPr>
        <p:txBody>
          <a:bodyPr anchor="ctr">
            <a:normAutofit/>
          </a:bodyPr>
          <a:lstStyle/>
          <a:p>
            <a:r>
              <a:rPr lang="fr-FR" sz="2800" b="1">
                <a:solidFill>
                  <a:srgbClr val="FFFFFF"/>
                </a:solidFill>
              </a:rPr>
              <a:t>Principes clés :</a:t>
            </a:r>
            <a:br>
              <a:rPr lang="fr-FR" sz="2800">
                <a:solidFill>
                  <a:srgbClr val="FFFFFF"/>
                </a:solidFill>
              </a:rPr>
            </a:br>
            <a:endParaRPr lang="fr-FR" sz="2800">
              <a:solidFill>
                <a:srgbClr val="FFFFFF"/>
              </a:solidFill>
            </a:endParaRPr>
          </a:p>
        </p:txBody>
      </p:sp>
      <p:graphicFrame>
        <p:nvGraphicFramePr>
          <p:cNvPr id="5" name="Espace réservé du contenu 2">
            <a:extLst>
              <a:ext uri="{FF2B5EF4-FFF2-40B4-BE49-F238E27FC236}">
                <a16:creationId xmlns:a16="http://schemas.microsoft.com/office/drawing/2014/main" id="{2A987F1D-7EAD-1A86-5089-620FA3B43721}"/>
              </a:ext>
            </a:extLst>
          </p:cNvPr>
          <p:cNvGraphicFramePr>
            <a:graphicFrameLocks noGrp="1"/>
          </p:cNvGraphicFramePr>
          <p:nvPr>
            <p:ph idx="1"/>
            <p:extLst>
              <p:ext uri="{D42A27DB-BD31-4B8C-83A1-F6EECF244321}">
                <p14:modId xmlns:p14="http://schemas.microsoft.com/office/powerpoint/2010/main" val="1704560397"/>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5152409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339F7A42-4637-550B-3E70-DBFA1A706F3D}"/>
              </a:ext>
            </a:extLst>
          </p:cNvPr>
          <p:cNvSpPr>
            <a:spLocks noGrp="1"/>
          </p:cNvSpPr>
          <p:nvPr>
            <p:ph type="title"/>
          </p:nvPr>
        </p:nvSpPr>
        <p:spPr>
          <a:xfrm>
            <a:off x="1371597" y="348865"/>
            <a:ext cx="10044023" cy="877729"/>
          </a:xfrm>
        </p:spPr>
        <p:txBody>
          <a:bodyPr anchor="ctr">
            <a:normAutofit/>
          </a:bodyPr>
          <a:lstStyle/>
          <a:p>
            <a:r>
              <a:rPr lang="fr-FR" sz="2800" b="1">
                <a:solidFill>
                  <a:srgbClr val="FFFFFF"/>
                </a:solidFill>
              </a:rPr>
              <a:t>Exemples pratiques :</a:t>
            </a:r>
            <a:br>
              <a:rPr lang="fr-FR" sz="2800">
                <a:solidFill>
                  <a:srgbClr val="FFFFFF"/>
                </a:solidFill>
              </a:rPr>
            </a:br>
            <a:endParaRPr lang="fr-FR" sz="2800">
              <a:solidFill>
                <a:srgbClr val="FFFFFF"/>
              </a:solidFill>
            </a:endParaRPr>
          </a:p>
        </p:txBody>
      </p:sp>
      <p:graphicFrame>
        <p:nvGraphicFramePr>
          <p:cNvPr id="5" name="Espace réservé du contenu 2">
            <a:extLst>
              <a:ext uri="{FF2B5EF4-FFF2-40B4-BE49-F238E27FC236}">
                <a16:creationId xmlns:a16="http://schemas.microsoft.com/office/drawing/2014/main" id="{DA64C986-F691-A6D2-4F2E-325CA771E0DD}"/>
              </a:ext>
            </a:extLst>
          </p:cNvPr>
          <p:cNvGraphicFramePr>
            <a:graphicFrameLocks noGrp="1"/>
          </p:cNvGraphicFramePr>
          <p:nvPr>
            <p:ph idx="1"/>
            <p:extLst>
              <p:ext uri="{D42A27DB-BD31-4B8C-83A1-F6EECF244321}">
                <p14:modId xmlns:p14="http://schemas.microsoft.com/office/powerpoint/2010/main" val="693152891"/>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6306600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37B2F3-F314-1B6B-E68A-3F530E22E85A}"/>
              </a:ext>
            </a:extLst>
          </p:cNvPr>
          <p:cNvSpPr>
            <a:spLocks noGrp="1"/>
          </p:cNvSpPr>
          <p:nvPr>
            <p:ph type="title"/>
          </p:nvPr>
        </p:nvSpPr>
        <p:spPr/>
        <p:txBody>
          <a:bodyPr/>
          <a:lstStyle/>
          <a:p>
            <a:r>
              <a:rPr lang="fr-FR" dirty="0"/>
              <a:t>DIAPO EVALUATION !</a:t>
            </a:r>
          </a:p>
        </p:txBody>
      </p:sp>
      <p:sp>
        <p:nvSpPr>
          <p:cNvPr id="3" name="Espace réservé du contenu 2">
            <a:extLst>
              <a:ext uri="{FF2B5EF4-FFF2-40B4-BE49-F238E27FC236}">
                <a16:creationId xmlns:a16="http://schemas.microsoft.com/office/drawing/2014/main" id="{D67DD18A-D1FD-FE95-BB2F-37C2896B7D77}"/>
              </a:ext>
            </a:extLst>
          </p:cNvPr>
          <p:cNvSpPr>
            <a:spLocks noGrp="1"/>
          </p:cNvSpPr>
          <p:nvPr>
            <p:ph idx="1"/>
          </p:nvPr>
        </p:nvSpPr>
        <p:spPr/>
        <p:txBody>
          <a:bodyPr/>
          <a:lstStyle/>
          <a:p>
            <a:r>
              <a:rPr lang="fr-FR" dirty="0"/>
              <a:t>Cas 1 à 10. – VOIR FEUILLE </a:t>
            </a:r>
          </a:p>
          <a:p>
            <a:r>
              <a:rPr lang="fr-FR" dirty="0"/>
              <a:t>COUPER EN MORCEAU POUR CHAQUE CAS : </a:t>
            </a:r>
          </a:p>
          <a:p>
            <a:r>
              <a:rPr lang="fr-FR" dirty="0"/>
              <a:t>Prépare 1 diapo par cas (</a:t>
            </a:r>
            <a:r>
              <a:rPr lang="fr-FR" dirty="0" err="1"/>
              <a:t>role</a:t>
            </a:r>
            <a:r>
              <a:rPr lang="fr-FR" dirty="0"/>
              <a:t> de </a:t>
            </a:r>
            <a:r>
              <a:rPr lang="fr-FR" dirty="0" err="1"/>
              <a:t>chaucn</a:t>
            </a:r>
            <a:r>
              <a:rPr lang="fr-FR" dirty="0"/>
              <a:t> + situation) </a:t>
            </a:r>
          </a:p>
          <a:p>
            <a:r>
              <a:rPr lang="fr-FR" dirty="0"/>
              <a:t>Préciser que tout les intervenants ne sont pas obliger d’intervenir (famille, responsable, </a:t>
            </a:r>
            <a:r>
              <a:rPr lang="fr-FR" dirty="0" err="1"/>
              <a:t>medecin</a:t>
            </a:r>
            <a:r>
              <a:rPr lang="fr-FR" dirty="0"/>
              <a:t> </a:t>
            </a:r>
            <a:r>
              <a:rPr lang="fr-FR" dirty="0" err="1"/>
              <a:t>psycologue</a:t>
            </a:r>
            <a:r>
              <a:rPr lang="fr-FR" dirty="0"/>
              <a:t> , </a:t>
            </a:r>
            <a:r>
              <a:rPr lang="fr-FR" dirty="0" err="1"/>
              <a:t>secour</a:t>
            </a:r>
            <a:r>
              <a:rPr lang="fr-FR" dirty="0"/>
              <a:t> 15/18) </a:t>
            </a:r>
          </a:p>
        </p:txBody>
      </p:sp>
    </p:spTree>
    <p:extLst>
      <p:ext uri="{BB962C8B-B14F-4D97-AF65-F5344CB8AC3E}">
        <p14:creationId xmlns:p14="http://schemas.microsoft.com/office/powerpoint/2010/main" val="67819201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816D899-5807-48DD-AFE8-CB54DE05F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7D7446A5-5755-4786-AB96-2F609364750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14" name="Rectangle 13">
            <a:extLst>
              <a:ext uri="{FF2B5EF4-FFF2-40B4-BE49-F238E27FC236}">
                <a16:creationId xmlns:a16="http://schemas.microsoft.com/office/drawing/2014/main" id="{48D56BC1-95D7-49E8-9614-B659978448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1351CE30-8B3C-4193-9366-0C0D7A1E86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38906"/>
            <a:ext cx="10981990" cy="3171424"/>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620D738C-DC7A-8655-0C87-612DBEDB7B85}"/>
              </a:ext>
            </a:extLst>
          </p:cNvPr>
          <p:cNvSpPr>
            <a:spLocks noGrp="1"/>
          </p:cNvSpPr>
          <p:nvPr>
            <p:ph type="title"/>
          </p:nvPr>
        </p:nvSpPr>
        <p:spPr>
          <a:xfrm>
            <a:off x="1198181" y="2098071"/>
            <a:ext cx="3795844" cy="2664663"/>
          </a:xfrm>
        </p:spPr>
        <p:txBody>
          <a:bodyPr anchor="ctr">
            <a:normAutofit/>
          </a:bodyPr>
          <a:lstStyle/>
          <a:p>
            <a:r>
              <a:rPr lang="fr-FR" sz="4800"/>
              <a:t>Pour conclure</a:t>
            </a:r>
          </a:p>
        </p:txBody>
      </p:sp>
      <p:sp>
        <p:nvSpPr>
          <p:cNvPr id="3" name="Espace réservé du contenu 2">
            <a:extLst>
              <a:ext uri="{FF2B5EF4-FFF2-40B4-BE49-F238E27FC236}">
                <a16:creationId xmlns:a16="http://schemas.microsoft.com/office/drawing/2014/main" id="{4E2DC9F3-D9A0-423E-A69C-CA00E141E071}"/>
              </a:ext>
            </a:extLst>
          </p:cNvPr>
          <p:cNvSpPr>
            <a:spLocks noGrp="1"/>
          </p:cNvSpPr>
          <p:nvPr>
            <p:ph idx="1"/>
          </p:nvPr>
        </p:nvSpPr>
        <p:spPr>
          <a:xfrm>
            <a:off x="5186553" y="2098070"/>
            <a:ext cx="5578684" cy="2664662"/>
          </a:xfrm>
        </p:spPr>
        <p:txBody>
          <a:bodyPr vert="horz" lIns="91440" tIns="45720" rIns="91440" bIns="45720" rtlCol="0" anchor="ctr">
            <a:normAutofit/>
          </a:bodyPr>
          <a:lstStyle/>
          <a:p>
            <a:pPr marL="0" indent="0">
              <a:buNone/>
            </a:pPr>
            <a:r>
              <a:rPr lang="fr-FR" sz="1500" dirty="0"/>
              <a:t>Et voilà, vous êtes désormais des ambassadeurs de la bientraitance !</a:t>
            </a:r>
          </a:p>
          <a:p>
            <a:pPr marL="0" indent="0">
              <a:buNone/>
            </a:pPr>
            <a:r>
              <a:rPr lang="fr-FR" sz="1500" dirty="0"/>
              <a:t> Avec vos nouvelles compétences en écoute active, empathie et respect, vous avez tous les outils pour transformer chaque intervention en une véritable danse de bienveillance. </a:t>
            </a:r>
          </a:p>
          <a:p>
            <a:pPr marL="0" indent="0">
              <a:buNone/>
            </a:pPr>
            <a:r>
              <a:rPr lang="fr-FR" sz="1500" dirty="0"/>
              <a:t>Rappelez-vous : un sourire, un mot gentil, et une dose de patience, c'est parfois plus efficace qu'une baguette magique ! </a:t>
            </a:r>
          </a:p>
          <a:p>
            <a:pPr marL="0" indent="0">
              <a:buNone/>
            </a:pPr>
            <a:r>
              <a:rPr lang="fr-FR" sz="1500" dirty="0"/>
              <a:t>Alors, mettez du cœur dans vos gestes, du respect dans vos paroles, et un peu de joie dans vos journées… car accompagner avec bientraitance, c’est aussi une belle aventure humaine. Merci et à vous de jouer ! 😊</a:t>
            </a:r>
          </a:p>
        </p:txBody>
      </p:sp>
    </p:spTree>
    <p:extLst>
      <p:ext uri="{BB962C8B-B14F-4D97-AF65-F5344CB8AC3E}">
        <p14:creationId xmlns:p14="http://schemas.microsoft.com/office/powerpoint/2010/main" val="274921716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2210</TotalTime>
  <Words>8209</Words>
  <Application>Microsoft Office PowerPoint</Application>
  <PresentationFormat>Grand écran</PresentationFormat>
  <Paragraphs>739</Paragraphs>
  <Slides>115</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115</vt:i4>
      </vt:variant>
    </vt:vector>
  </HeadingPairs>
  <TitlesOfParts>
    <vt:vector size="124" baseType="lpstr">
      <vt:lpstr>Arial</vt:lpstr>
      <vt:lpstr>Calibri</vt:lpstr>
      <vt:lpstr>Calibri (corps)</vt:lpstr>
      <vt:lpstr>Calibri Light</vt:lpstr>
      <vt:lpstr>Courier New</vt:lpstr>
      <vt:lpstr>Segoe UI Emoji</vt:lpstr>
      <vt:lpstr>Symbol</vt:lpstr>
      <vt:lpstr>Wingdings</vt:lpstr>
      <vt:lpstr>Thème Office</vt:lpstr>
      <vt:lpstr>Présentation PowerPoint</vt:lpstr>
      <vt:lpstr>Formation Bien Traitance</vt:lpstr>
      <vt:lpstr>Présentation PowerPoint</vt:lpstr>
      <vt:lpstr>Appréhender les notions relatives à l'éthique et à la déontologie </vt:lpstr>
      <vt:lpstr>Ce module vise à outiller les participants pour qu'ils puissent : </vt:lpstr>
      <vt:lpstr>L'éthique , c'est </vt:lpstr>
      <vt:lpstr> La déontologie quant à elle, repose sur un ensemble de règles professionnelles qui encadrent les pratiques. </vt:lpstr>
      <vt:lpstr>Exemple d'éthique </vt:lpstr>
      <vt:lpstr>Exemple de déontologie </vt:lpstr>
      <vt:lpstr>Définition de la bientraitance : qu'est-ce-que la bientraitance ?  </vt:lpstr>
      <vt:lpstr>En pratique, la bientraitance implique : </vt:lpstr>
      <vt:lpstr>Définition de la maltraitance</vt:lpstr>
      <vt:lpstr>Il faut savoir : </vt:lpstr>
      <vt:lpstr>Intentionnel</vt:lpstr>
      <vt:lpstr>Non intentionnel</vt:lpstr>
      <vt:lpstr>Elle se manifeste sous différentes formes : </vt:lpstr>
      <vt:lpstr>Présentation PowerPoint</vt:lpstr>
      <vt:lpstr>Présentation PowerPoint</vt:lpstr>
      <vt:lpstr>Assimiler les six formes de violence :</vt:lpstr>
      <vt:lpstr>1. Violences physiques </vt:lpstr>
      <vt:lpstr>2. Violences morales ou psychologiques </vt:lpstr>
      <vt:lpstr>3. Violences matérielles et financières</vt:lpstr>
      <vt:lpstr>4. Violences médicales ou médicamenteuses </vt:lpstr>
      <vt:lpstr>5. Négligences actives </vt:lpstr>
      <vt:lpstr>6. Privation ou violation de droits </vt:lpstr>
      <vt:lpstr>Conclusion : Prévenir et agir </vt:lpstr>
      <vt:lpstr>Identifier les principes de l'action et assurer leur déploiement  </vt:lpstr>
      <vt:lpstr>1. Respect de la dignité humaine </vt:lpstr>
      <vt:lpstr>2. Prise en compte des besoins individuels </vt:lpstr>
      <vt:lpstr>3. Promotion de l'autonomie </vt:lpstr>
      <vt:lpstr>4. Communication bienveillante et transparente </vt:lpstr>
      <vt:lpstr>Présentation PowerPoint</vt:lpstr>
      <vt:lpstr>5. Prévention et signalisation des risques </vt:lpstr>
      <vt:lpstr>6. Collaboration et travail en équipe </vt:lpstr>
      <vt:lpstr>Déploiement des principes </vt:lpstr>
      <vt:lpstr>Mise au point sur la maltraitance active et la maltraitance passive </vt:lpstr>
      <vt:lpstr>1. Maltraitance active </vt:lpstr>
      <vt:lpstr>Exemples : </vt:lpstr>
      <vt:lpstr>2. Maltraitance passive </vt:lpstr>
      <vt:lpstr>Exemples : </vt:lpstr>
      <vt:lpstr>Différences principales</vt:lpstr>
      <vt:lpstr>Prévention et sensibilisation </vt:lpstr>
      <vt:lpstr>Mettre en œuvre une pratique réflexive pour se positionner dans la bientraitance </vt:lpstr>
      <vt:lpstr>2. Les axes de la réflexion</vt:lpstr>
      <vt:lpstr>Présentation PowerPoint</vt:lpstr>
      <vt:lpstr>3. Méthodes pour mettre en œuvre une pratique réflexive </vt:lpstr>
      <vt:lpstr>L’analyse de chaque situation dans son contexte et sa singularité. </vt:lpstr>
      <vt:lpstr>2. Les dimensions à prendre en compte dans l’analyse</vt:lpstr>
      <vt:lpstr>Le contexte individuel </vt:lpstr>
      <vt:lpstr>Le contexte environnemental </vt:lpstr>
      <vt:lpstr>Les contraintes externes </vt:lpstr>
      <vt:lpstr>3. Méthodologie pour une analyse approfondie</vt:lpstr>
      <vt:lpstr>Observer sans juger </vt:lpstr>
      <vt:lpstr>Poser les bonnes questions </vt:lpstr>
      <vt:lpstr>Croiser les regards </vt:lpstr>
      <vt:lpstr>4. Exemples et cas pratiques </vt:lpstr>
      <vt:lpstr>Cas pratique 1 : Une personne âgée refusant de manger.  </vt:lpstr>
      <vt:lpstr>Cas pratique 1 : Une personne âgée refusant de manger.  </vt:lpstr>
      <vt:lpstr>5. Encourager une analyse continue </vt:lpstr>
      <vt:lpstr>2. Présentation des cadres de référence </vt:lpstr>
      <vt:lpstr>Société Française de Gériatrie et Gérontologie (SFGG) </vt:lpstr>
      <vt:lpstr>3. Méthodologies d’analyse des pratiques </vt:lpstr>
      <vt:lpstr>Approche spécifique de la SFGG </vt:lpstr>
      <vt:lpstr>4. Outils d’analyse recommandés </vt:lpstr>
      <vt:lpstr>5. Formation et implication des aides ménagères et AVS </vt:lpstr>
      <vt:lpstr>6. Conclusion </vt:lpstr>
      <vt:lpstr>Le positionnement professionnel adapté. </vt:lpstr>
      <vt:lpstr>2. Les piliers du positionnement professionnel adapté</vt:lpstr>
      <vt:lpstr>Présentation PowerPoint</vt:lpstr>
      <vt:lpstr>Présentation PowerPoint</vt:lpstr>
      <vt:lpstr>3. Les dimensions pratiques du positionnement</vt:lpstr>
      <vt:lpstr>Présentation PowerPoint</vt:lpstr>
      <vt:lpstr>Présentation PowerPoint</vt:lpstr>
      <vt:lpstr>Cas pratique : </vt:lpstr>
      <vt:lpstr>Le sens des actions. </vt:lpstr>
      <vt:lpstr>2. Les principes fondamentaux pour donner du sens aux actions</vt:lpstr>
      <vt:lpstr>Présentation PowerPoint</vt:lpstr>
      <vt:lpstr>Présentation PowerPoint</vt:lpstr>
      <vt:lpstr>3. Les étapes pour donner du sens aux actions </vt:lpstr>
      <vt:lpstr>2. Les principes éthiques fondamentaux </vt:lpstr>
      <vt:lpstr>Présentation PowerPoint</vt:lpstr>
      <vt:lpstr>3. La démarche de réflexion</vt:lpstr>
      <vt:lpstr>Cas pratique</vt:lpstr>
      <vt:lpstr>1) Développer des pratiques bientraitantes</vt:lpstr>
      <vt:lpstr>La bienveillance et la sollicitude. </vt:lpstr>
      <vt:lpstr>Le savoir-être. </vt:lpstr>
      <vt:lpstr>L’empathie. </vt:lpstr>
      <vt:lpstr>La communication verbale et non-verbale.</vt:lpstr>
      <vt:lpstr>Présentation PowerPoint</vt:lpstr>
      <vt:lpstr>La qualité de la présence et du geste. </vt:lpstr>
      <vt:lpstr>L’écoute. </vt:lpstr>
      <vt:lpstr>L’observation. </vt:lpstr>
      <vt:lpstr>Repérer et savoir réagir face aux situations à risque </vt:lpstr>
      <vt:lpstr>Le professionnel témoin d’une situation : l’aider et le guider dans sa démarche. </vt:lpstr>
      <vt:lpstr>La connaissance et l’utilisation des obligations et modalités de repérage, d’alerte, de déclaration, de signalement et de traitement des situations de maltraitance. </vt:lpstr>
      <vt:lpstr>Le positionnement individuel et en équipe. </vt:lpstr>
      <vt:lpstr>Mettre en place l'écoute active dans son action d'accompagnement </vt:lpstr>
      <vt:lpstr>Le conseil</vt:lpstr>
      <vt:lpstr>Le jugement</vt:lpstr>
      <vt:lpstr>L’interprétation</vt:lpstr>
      <vt:lpstr>Le support (ou le soutien</vt:lpstr>
      <vt:lpstr>L’écoute active</vt:lpstr>
      <vt:lpstr>Comment intégrer ces attitudes dans l’accompagnement ? </vt:lpstr>
      <vt:lpstr>4. Exemples pratiques pour aides ménagères et AVS </vt:lpstr>
      <vt:lpstr>Comprendre ce qui empêche l'empathie et et savoir comment acquérir une attitude d'écoute </vt:lpstr>
      <vt:lpstr>2. Les obstacles à l’empathie</vt:lpstr>
      <vt:lpstr>2. Les obstacles à l’empathie</vt:lpstr>
      <vt:lpstr>3. Comment acquérir une attitude d’écoute ? </vt:lpstr>
      <vt:lpstr>Pratiquer l’auto-régulation émotionnelle </vt:lpstr>
      <vt:lpstr>Apprendre à poser des questions ouvertes </vt:lpstr>
      <vt:lpstr>Développer la pleine attention </vt:lpstr>
      <vt:lpstr>Principes clés : </vt:lpstr>
      <vt:lpstr>Exemples pratiques : </vt:lpstr>
      <vt:lpstr>DIAPO EVALUATION !</vt:lpstr>
      <vt:lpstr>Pour conclure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Sofiane MAMERI</dc:creator>
  <cp:lastModifiedBy>Sofiane MAMERI</cp:lastModifiedBy>
  <cp:revision>297</cp:revision>
  <dcterms:created xsi:type="dcterms:W3CDTF">2024-11-19T15:25:24Z</dcterms:created>
  <dcterms:modified xsi:type="dcterms:W3CDTF">2025-02-10T08:28:26Z</dcterms:modified>
</cp:coreProperties>
</file>