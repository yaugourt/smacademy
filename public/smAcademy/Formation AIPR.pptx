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47" r:id="rId4"/>
    <p:sldId id="337" r:id="rId5"/>
    <p:sldId id="338" r:id="rId6"/>
    <p:sldId id="339" r:id="rId7"/>
    <p:sldId id="340" r:id="rId8"/>
    <p:sldId id="341" r:id="rId9"/>
    <p:sldId id="335" r:id="rId10"/>
    <p:sldId id="346" r:id="rId11"/>
    <p:sldId id="388" r:id="rId12"/>
    <p:sldId id="389" r:id="rId13"/>
    <p:sldId id="390" r:id="rId14"/>
    <p:sldId id="345" r:id="rId15"/>
    <p:sldId id="380" r:id="rId16"/>
    <p:sldId id="366" r:id="rId17"/>
    <p:sldId id="344" r:id="rId18"/>
    <p:sldId id="382" r:id="rId19"/>
    <p:sldId id="386" r:id="rId20"/>
    <p:sldId id="387" r:id="rId21"/>
    <p:sldId id="343" r:id="rId22"/>
    <p:sldId id="385" r:id="rId23"/>
    <p:sldId id="262" r:id="rId24"/>
    <p:sldId id="381" r:id="rId25"/>
    <p:sldId id="372" r:id="rId26"/>
    <p:sldId id="368" r:id="rId27"/>
    <p:sldId id="373" r:id="rId28"/>
    <p:sldId id="374" r:id="rId29"/>
    <p:sldId id="383" r:id="rId30"/>
    <p:sldId id="384" r:id="rId31"/>
    <p:sldId id="375" r:id="rId32"/>
    <p:sldId id="376" r:id="rId33"/>
    <p:sldId id="377" r:id="rId34"/>
    <p:sldId id="378" r:id="rId35"/>
    <p:sldId id="260" r:id="rId36"/>
    <p:sldId id="369" r:id="rId37"/>
    <p:sldId id="370" r:id="rId38"/>
    <p:sldId id="371" r:id="rId39"/>
    <p:sldId id="261" r:id="rId40"/>
    <p:sldId id="264" r:id="rId41"/>
    <p:sldId id="265" r:id="rId42"/>
    <p:sldId id="266" r:id="rId43"/>
    <p:sldId id="348" r:id="rId44"/>
    <p:sldId id="367" r:id="rId45"/>
    <p:sldId id="349" r:id="rId46"/>
    <p:sldId id="350" r:id="rId47"/>
    <p:sldId id="351" r:id="rId48"/>
    <p:sldId id="352" r:id="rId49"/>
    <p:sldId id="353" r:id="rId50"/>
    <p:sldId id="354" r:id="rId51"/>
    <p:sldId id="355" r:id="rId52"/>
    <p:sldId id="379" r:id="rId53"/>
    <p:sldId id="356" r:id="rId54"/>
    <p:sldId id="357" r:id="rId55"/>
    <p:sldId id="358" r:id="rId56"/>
    <p:sldId id="359" r:id="rId57"/>
    <p:sldId id="360" r:id="rId58"/>
    <p:sldId id="361" r:id="rId5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120" y="5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8.png"/><Relationship Id="rId7" Type="http://schemas.openxmlformats.org/officeDocument/2006/relationships/image" Target="../media/image1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29.svg"/></Relationships>
</file>

<file path=ppt/diagrams/_rels/data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6.svg"/></Relationships>
</file>

<file path=ppt/diagrams/_rels/data6.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ata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diagrams/_rels/data10.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diagrams/_rels/data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73.png"/><Relationship Id="rId7" Type="http://schemas.openxmlformats.org/officeDocument/2006/relationships/image" Target="../media/image18.png"/><Relationship Id="rId12" Type="http://schemas.openxmlformats.org/officeDocument/2006/relationships/image" Target="../media/image76.sv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29.svg"/><Relationship Id="rId11" Type="http://schemas.openxmlformats.org/officeDocument/2006/relationships/image" Target="../media/image75.png"/><Relationship Id="rId5" Type="http://schemas.openxmlformats.org/officeDocument/2006/relationships/image" Target="../media/image28.png"/><Relationship Id="rId10" Type="http://schemas.openxmlformats.org/officeDocument/2006/relationships/image" Target="../media/image52.svg"/><Relationship Id="rId4" Type="http://schemas.openxmlformats.org/officeDocument/2006/relationships/image" Target="../media/image74.svg"/><Relationship Id="rId9" Type="http://schemas.openxmlformats.org/officeDocument/2006/relationships/image" Target="../media/image51.png"/></Relationships>
</file>

<file path=ppt/diagrams/_rels/data14.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47.png"/><Relationship Id="rId7" Type="http://schemas.openxmlformats.org/officeDocument/2006/relationships/image" Target="../media/image82.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48.svg"/></Relationships>
</file>

<file path=ppt/diagrams/_rels/data16.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_rels/data19.xml.rels><?xml version="1.0" encoding="UTF-8" standalone="yes"?>
<Relationships xmlns="http://schemas.openxmlformats.org/package/2006/relationships"><Relationship Id="rId8" Type="http://schemas.openxmlformats.org/officeDocument/2006/relationships/image" Target="../media/image99.svg"/><Relationship Id="rId3" Type="http://schemas.openxmlformats.org/officeDocument/2006/relationships/image" Target="../media/image41.png"/><Relationship Id="rId7" Type="http://schemas.openxmlformats.org/officeDocument/2006/relationships/image" Target="../media/image98.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4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8.png"/><Relationship Id="rId7" Type="http://schemas.openxmlformats.org/officeDocument/2006/relationships/image" Target="../media/image1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73.png"/><Relationship Id="rId7" Type="http://schemas.openxmlformats.org/officeDocument/2006/relationships/image" Target="../media/image18.png"/><Relationship Id="rId12" Type="http://schemas.openxmlformats.org/officeDocument/2006/relationships/image" Target="../media/image76.sv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29.svg"/><Relationship Id="rId11" Type="http://schemas.openxmlformats.org/officeDocument/2006/relationships/image" Target="../media/image75.png"/><Relationship Id="rId5" Type="http://schemas.openxmlformats.org/officeDocument/2006/relationships/image" Target="../media/image28.png"/><Relationship Id="rId10" Type="http://schemas.openxmlformats.org/officeDocument/2006/relationships/image" Target="../media/image52.svg"/><Relationship Id="rId4" Type="http://schemas.openxmlformats.org/officeDocument/2006/relationships/image" Target="../media/image74.svg"/><Relationship Id="rId9" Type="http://schemas.openxmlformats.org/officeDocument/2006/relationships/image" Target="../media/image51.png"/></Relationships>
</file>

<file path=ppt/diagrams/_rels/drawing14.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47.png"/><Relationship Id="rId7" Type="http://schemas.openxmlformats.org/officeDocument/2006/relationships/image" Target="../media/image82.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48.svg"/></Relationships>
</file>

<file path=ppt/diagrams/_rels/drawing16.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_rels/drawing19.xml.rels><?xml version="1.0" encoding="UTF-8" standalone="yes"?>
<Relationships xmlns="http://schemas.openxmlformats.org/package/2006/relationships"><Relationship Id="rId8" Type="http://schemas.openxmlformats.org/officeDocument/2006/relationships/image" Target="../media/image99.svg"/><Relationship Id="rId3" Type="http://schemas.openxmlformats.org/officeDocument/2006/relationships/image" Target="../media/image41.png"/><Relationship Id="rId7" Type="http://schemas.openxmlformats.org/officeDocument/2006/relationships/image" Target="../media/image98.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F1C74A-63B8-4E72-ABAF-41FF26FC6B1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CCD0D3C-981B-410A-8F6B-CED4CAC2784E}">
      <dgm:prSet/>
      <dgm:spPr/>
      <dgm:t>
        <a:bodyPr/>
        <a:lstStyle/>
        <a:p>
          <a:r>
            <a:rPr lang="en-US" b="1"/>
            <a:t>Objectifs pédagogiques :</a:t>
          </a:r>
          <a:endParaRPr lang="en-US"/>
        </a:p>
      </dgm:t>
    </dgm:pt>
    <dgm:pt modelId="{0410C3B5-DE77-493F-BD32-C1FD7A1558E2}" type="parTrans" cxnId="{76C9EE76-6613-4F23-9E2C-A53337B9DB73}">
      <dgm:prSet/>
      <dgm:spPr/>
      <dgm:t>
        <a:bodyPr/>
        <a:lstStyle/>
        <a:p>
          <a:endParaRPr lang="en-US"/>
        </a:p>
      </dgm:t>
    </dgm:pt>
    <dgm:pt modelId="{15CD42F6-D671-4E01-96A6-E9A49A378E38}" type="sibTrans" cxnId="{76C9EE76-6613-4F23-9E2C-A53337B9DB73}">
      <dgm:prSet/>
      <dgm:spPr/>
      <dgm:t>
        <a:bodyPr/>
        <a:lstStyle/>
        <a:p>
          <a:endParaRPr lang="en-US"/>
        </a:p>
      </dgm:t>
    </dgm:pt>
    <dgm:pt modelId="{7A948CB5-8F92-4290-AFC9-EFBA1071AFB8}">
      <dgm:prSet/>
      <dgm:spPr/>
      <dgm:t>
        <a:bodyPr/>
        <a:lstStyle/>
        <a:p>
          <a:r>
            <a:rPr lang="en-US"/>
            <a:t>• Comprendre le contexte réglementaire de l’AIPR.</a:t>
          </a:r>
        </a:p>
      </dgm:t>
    </dgm:pt>
    <dgm:pt modelId="{72BF9024-F1C1-4ED3-ABFB-8159E4D87073}" type="parTrans" cxnId="{E1F25314-99DC-496B-8654-3B2C7E7857E3}">
      <dgm:prSet/>
      <dgm:spPr/>
      <dgm:t>
        <a:bodyPr/>
        <a:lstStyle/>
        <a:p>
          <a:endParaRPr lang="en-US"/>
        </a:p>
      </dgm:t>
    </dgm:pt>
    <dgm:pt modelId="{A59405C0-71F6-4083-A694-0701D499144B}" type="sibTrans" cxnId="{E1F25314-99DC-496B-8654-3B2C7E7857E3}">
      <dgm:prSet/>
      <dgm:spPr/>
      <dgm:t>
        <a:bodyPr/>
        <a:lstStyle/>
        <a:p>
          <a:endParaRPr lang="en-US"/>
        </a:p>
      </dgm:t>
    </dgm:pt>
    <dgm:pt modelId="{69EE477C-0E35-4ACA-99F8-35F88D2C3B73}">
      <dgm:prSet/>
      <dgm:spPr/>
      <dgm:t>
        <a:bodyPr/>
        <a:lstStyle/>
        <a:p>
          <a:r>
            <a:rPr lang="en-US"/>
            <a:t>• Identifier les obligations des intervenants sur les chantiers à proximité des réseaux.</a:t>
          </a:r>
        </a:p>
      </dgm:t>
    </dgm:pt>
    <dgm:pt modelId="{749B2230-4219-4191-A51A-FFD0DD3499E4}" type="parTrans" cxnId="{D127FD98-DA99-47E7-A1C3-2F0015C5019A}">
      <dgm:prSet/>
      <dgm:spPr/>
      <dgm:t>
        <a:bodyPr/>
        <a:lstStyle/>
        <a:p>
          <a:endParaRPr lang="en-US"/>
        </a:p>
      </dgm:t>
    </dgm:pt>
    <dgm:pt modelId="{0093BC6E-9822-45CF-B0DC-6D6A61BD01D3}" type="sibTrans" cxnId="{D127FD98-DA99-47E7-A1C3-2F0015C5019A}">
      <dgm:prSet/>
      <dgm:spPr/>
      <dgm:t>
        <a:bodyPr/>
        <a:lstStyle/>
        <a:p>
          <a:endParaRPr lang="en-US"/>
        </a:p>
      </dgm:t>
    </dgm:pt>
    <dgm:pt modelId="{F559B86A-6DFA-4B90-9D7B-9C633B8471EE}">
      <dgm:prSet/>
      <dgm:spPr/>
      <dgm:t>
        <a:bodyPr/>
        <a:lstStyle/>
        <a:p>
          <a:r>
            <a:rPr lang="en-US"/>
            <a:t>• Connaître les risques liés aux réseaux et l’importance de l’AIPR.</a:t>
          </a:r>
        </a:p>
      </dgm:t>
    </dgm:pt>
    <dgm:pt modelId="{0334D362-EEC2-4581-980B-F015B409E639}" type="parTrans" cxnId="{F9103127-1E80-44A1-A692-0BA5650D575C}">
      <dgm:prSet/>
      <dgm:spPr/>
      <dgm:t>
        <a:bodyPr/>
        <a:lstStyle/>
        <a:p>
          <a:endParaRPr lang="en-US"/>
        </a:p>
      </dgm:t>
    </dgm:pt>
    <dgm:pt modelId="{0E12B6F8-4BA4-46CD-8BF6-75F222D7B347}" type="sibTrans" cxnId="{F9103127-1E80-44A1-A692-0BA5650D575C}">
      <dgm:prSet/>
      <dgm:spPr/>
      <dgm:t>
        <a:bodyPr/>
        <a:lstStyle/>
        <a:p>
          <a:endParaRPr lang="en-US"/>
        </a:p>
      </dgm:t>
    </dgm:pt>
    <dgm:pt modelId="{27B841D1-9AC2-4787-8DBF-86318D3882FA}" type="pres">
      <dgm:prSet presAssocID="{66F1C74A-63B8-4E72-ABAF-41FF26FC6B1B}" presName="vert0" presStyleCnt="0">
        <dgm:presLayoutVars>
          <dgm:dir/>
          <dgm:animOne val="branch"/>
          <dgm:animLvl val="lvl"/>
        </dgm:presLayoutVars>
      </dgm:prSet>
      <dgm:spPr/>
    </dgm:pt>
    <dgm:pt modelId="{B84FD425-7F3E-4686-AA61-739384483900}" type="pres">
      <dgm:prSet presAssocID="{5CCD0D3C-981B-410A-8F6B-CED4CAC2784E}" presName="thickLine" presStyleLbl="alignNode1" presStyleIdx="0" presStyleCnt="4"/>
      <dgm:spPr/>
    </dgm:pt>
    <dgm:pt modelId="{3CE53E0E-DC76-424C-9634-84202ABA2B48}" type="pres">
      <dgm:prSet presAssocID="{5CCD0D3C-981B-410A-8F6B-CED4CAC2784E}" presName="horz1" presStyleCnt="0"/>
      <dgm:spPr/>
    </dgm:pt>
    <dgm:pt modelId="{F93FD32C-6002-4D65-9E1D-D7CD5525A51F}" type="pres">
      <dgm:prSet presAssocID="{5CCD0D3C-981B-410A-8F6B-CED4CAC2784E}" presName="tx1" presStyleLbl="revTx" presStyleIdx="0" presStyleCnt="4"/>
      <dgm:spPr/>
    </dgm:pt>
    <dgm:pt modelId="{8B6DF0F5-9715-4220-B37B-9C076578D7FD}" type="pres">
      <dgm:prSet presAssocID="{5CCD0D3C-981B-410A-8F6B-CED4CAC2784E}" presName="vert1" presStyleCnt="0"/>
      <dgm:spPr/>
    </dgm:pt>
    <dgm:pt modelId="{988A4B7E-9537-4790-A4A3-467833BECAE7}" type="pres">
      <dgm:prSet presAssocID="{7A948CB5-8F92-4290-AFC9-EFBA1071AFB8}" presName="thickLine" presStyleLbl="alignNode1" presStyleIdx="1" presStyleCnt="4"/>
      <dgm:spPr/>
    </dgm:pt>
    <dgm:pt modelId="{DC4C117B-6AE0-432A-A6BD-3BF160442CDE}" type="pres">
      <dgm:prSet presAssocID="{7A948CB5-8F92-4290-AFC9-EFBA1071AFB8}" presName="horz1" presStyleCnt="0"/>
      <dgm:spPr/>
    </dgm:pt>
    <dgm:pt modelId="{85FAFCAD-CB15-4ADF-B442-E05D03B32D9D}" type="pres">
      <dgm:prSet presAssocID="{7A948CB5-8F92-4290-AFC9-EFBA1071AFB8}" presName="tx1" presStyleLbl="revTx" presStyleIdx="1" presStyleCnt="4"/>
      <dgm:spPr/>
    </dgm:pt>
    <dgm:pt modelId="{C395D4F0-4745-41E7-9B80-B006A4BE9C7B}" type="pres">
      <dgm:prSet presAssocID="{7A948CB5-8F92-4290-AFC9-EFBA1071AFB8}" presName="vert1" presStyleCnt="0"/>
      <dgm:spPr/>
    </dgm:pt>
    <dgm:pt modelId="{FD34048E-CA27-461D-A182-02F4C4C9ACEF}" type="pres">
      <dgm:prSet presAssocID="{69EE477C-0E35-4ACA-99F8-35F88D2C3B73}" presName="thickLine" presStyleLbl="alignNode1" presStyleIdx="2" presStyleCnt="4"/>
      <dgm:spPr/>
    </dgm:pt>
    <dgm:pt modelId="{BD9D97D3-0FF2-465D-9086-A923BE0E30D2}" type="pres">
      <dgm:prSet presAssocID="{69EE477C-0E35-4ACA-99F8-35F88D2C3B73}" presName="horz1" presStyleCnt="0"/>
      <dgm:spPr/>
    </dgm:pt>
    <dgm:pt modelId="{8949ADF5-CDD3-474D-8636-D3E1378EC466}" type="pres">
      <dgm:prSet presAssocID="{69EE477C-0E35-4ACA-99F8-35F88D2C3B73}" presName="tx1" presStyleLbl="revTx" presStyleIdx="2" presStyleCnt="4"/>
      <dgm:spPr/>
    </dgm:pt>
    <dgm:pt modelId="{17834801-F6E1-47CC-A114-ADEE0A96B7E3}" type="pres">
      <dgm:prSet presAssocID="{69EE477C-0E35-4ACA-99F8-35F88D2C3B73}" presName="vert1" presStyleCnt="0"/>
      <dgm:spPr/>
    </dgm:pt>
    <dgm:pt modelId="{56679298-423F-4ECA-9DCD-395567C43C7B}" type="pres">
      <dgm:prSet presAssocID="{F559B86A-6DFA-4B90-9D7B-9C633B8471EE}" presName="thickLine" presStyleLbl="alignNode1" presStyleIdx="3" presStyleCnt="4"/>
      <dgm:spPr/>
    </dgm:pt>
    <dgm:pt modelId="{06DBC996-D507-44E4-BE3D-F296B0A56B12}" type="pres">
      <dgm:prSet presAssocID="{F559B86A-6DFA-4B90-9D7B-9C633B8471EE}" presName="horz1" presStyleCnt="0"/>
      <dgm:spPr/>
    </dgm:pt>
    <dgm:pt modelId="{EEA4A723-3335-4309-9C8E-0A255DA4A584}" type="pres">
      <dgm:prSet presAssocID="{F559B86A-6DFA-4B90-9D7B-9C633B8471EE}" presName="tx1" presStyleLbl="revTx" presStyleIdx="3" presStyleCnt="4"/>
      <dgm:spPr/>
    </dgm:pt>
    <dgm:pt modelId="{B08DA1FC-4220-4160-9705-B24955595EE7}" type="pres">
      <dgm:prSet presAssocID="{F559B86A-6DFA-4B90-9D7B-9C633B8471EE}" presName="vert1" presStyleCnt="0"/>
      <dgm:spPr/>
    </dgm:pt>
  </dgm:ptLst>
  <dgm:cxnLst>
    <dgm:cxn modelId="{E1F25314-99DC-496B-8654-3B2C7E7857E3}" srcId="{66F1C74A-63B8-4E72-ABAF-41FF26FC6B1B}" destId="{7A948CB5-8F92-4290-AFC9-EFBA1071AFB8}" srcOrd="1" destOrd="0" parTransId="{72BF9024-F1C1-4ED3-ABFB-8159E4D87073}" sibTransId="{A59405C0-71F6-4083-A694-0701D499144B}"/>
    <dgm:cxn modelId="{F9103127-1E80-44A1-A692-0BA5650D575C}" srcId="{66F1C74A-63B8-4E72-ABAF-41FF26FC6B1B}" destId="{F559B86A-6DFA-4B90-9D7B-9C633B8471EE}" srcOrd="3" destOrd="0" parTransId="{0334D362-EEC2-4581-980B-F015B409E639}" sibTransId="{0E12B6F8-4BA4-46CD-8BF6-75F222D7B347}"/>
    <dgm:cxn modelId="{B9A2D039-DC0F-4B8C-B565-B3DCDBBF277C}" type="presOf" srcId="{5CCD0D3C-981B-410A-8F6B-CED4CAC2784E}" destId="{F93FD32C-6002-4D65-9E1D-D7CD5525A51F}" srcOrd="0" destOrd="0" presId="urn:microsoft.com/office/officeart/2008/layout/LinedList"/>
    <dgm:cxn modelId="{76C9EE76-6613-4F23-9E2C-A53337B9DB73}" srcId="{66F1C74A-63B8-4E72-ABAF-41FF26FC6B1B}" destId="{5CCD0D3C-981B-410A-8F6B-CED4CAC2784E}" srcOrd="0" destOrd="0" parTransId="{0410C3B5-DE77-493F-BD32-C1FD7A1558E2}" sibTransId="{15CD42F6-D671-4E01-96A6-E9A49A378E38}"/>
    <dgm:cxn modelId="{D127FD98-DA99-47E7-A1C3-2F0015C5019A}" srcId="{66F1C74A-63B8-4E72-ABAF-41FF26FC6B1B}" destId="{69EE477C-0E35-4ACA-99F8-35F88D2C3B73}" srcOrd="2" destOrd="0" parTransId="{749B2230-4219-4191-A51A-FFD0DD3499E4}" sibTransId="{0093BC6E-9822-45CF-B0DC-6D6A61BD01D3}"/>
    <dgm:cxn modelId="{60D3E79E-0528-48CD-8A26-38C9C7161ED7}" type="presOf" srcId="{66F1C74A-63B8-4E72-ABAF-41FF26FC6B1B}" destId="{27B841D1-9AC2-4787-8DBF-86318D3882FA}" srcOrd="0" destOrd="0" presId="urn:microsoft.com/office/officeart/2008/layout/LinedList"/>
    <dgm:cxn modelId="{DFF994E1-11F3-4739-8A7A-797AEB0ED56B}" type="presOf" srcId="{F559B86A-6DFA-4B90-9D7B-9C633B8471EE}" destId="{EEA4A723-3335-4309-9C8E-0A255DA4A584}" srcOrd="0" destOrd="0" presId="urn:microsoft.com/office/officeart/2008/layout/LinedList"/>
    <dgm:cxn modelId="{57D5D9F2-9323-4041-87A7-5E090A7B96EA}" type="presOf" srcId="{7A948CB5-8F92-4290-AFC9-EFBA1071AFB8}" destId="{85FAFCAD-CB15-4ADF-B442-E05D03B32D9D}" srcOrd="0" destOrd="0" presId="urn:microsoft.com/office/officeart/2008/layout/LinedList"/>
    <dgm:cxn modelId="{0B0818FF-E23E-4680-900A-BF49D55F364B}" type="presOf" srcId="{69EE477C-0E35-4ACA-99F8-35F88D2C3B73}" destId="{8949ADF5-CDD3-474D-8636-D3E1378EC466}" srcOrd="0" destOrd="0" presId="urn:microsoft.com/office/officeart/2008/layout/LinedList"/>
    <dgm:cxn modelId="{F8E6AAB4-3717-4A6B-86F9-BE04C0AACA7C}" type="presParOf" srcId="{27B841D1-9AC2-4787-8DBF-86318D3882FA}" destId="{B84FD425-7F3E-4686-AA61-739384483900}" srcOrd="0" destOrd="0" presId="urn:microsoft.com/office/officeart/2008/layout/LinedList"/>
    <dgm:cxn modelId="{67D6D3D4-FFFA-41FB-A59E-6CE0A9754028}" type="presParOf" srcId="{27B841D1-9AC2-4787-8DBF-86318D3882FA}" destId="{3CE53E0E-DC76-424C-9634-84202ABA2B48}" srcOrd="1" destOrd="0" presId="urn:microsoft.com/office/officeart/2008/layout/LinedList"/>
    <dgm:cxn modelId="{92CECE93-74F9-46D8-AD9E-36D791B791AD}" type="presParOf" srcId="{3CE53E0E-DC76-424C-9634-84202ABA2B48}" destId="{F93FD32C-6002-4D65-9E1D-D7CD5525A51F}" srcOrd="0" destOrd="0" presId="urn:microsoft.com/office/officeart/2008/layout/LinedList"/>
    <dgm:cxn modelId="{1993D7DD-C7ED-4EA0-B717-95FAD59ED5BE}" type="presParOf" srcId="{3CE53E0E-DC76-424C-9634-84202ABA2B48}" destId="{8B6DF0F5-9715-4220-B37B-9C076578D7FD}" srcOrd="1" destOrd="0" presId="urn:microsoft.com/office/officeart/2008/layout/LinedList"/>
    <dgm:cxn modelId="{CE0E104D-1057-41EF-86B2-7E0A49CB7146}" type="presParOf" srcId="{27B841D1-9AC2-4787-8DBF-86318D3882FA}" destId="{988A4B7E-9537-4790-A4A3-467833BECAE7}" srcOrd="2" destOrd="0" presId="urn:microsoft.com/office/officeart/2008/layout/LinedList"/>
    <dgm:cxn modelId="{1B40082C-09F7-4D91-B58A-36F396772199}" type="presParOf" srcId="{27B841D1-9AC2-4787-8DBF-86318D3882FA}" destId="{DC4C117B-6AE0-432A-A6BD-3BF160442CDE}" srcOrd="3" destOrd="0" presId="urn:microsoft.com/office/officeart/2008/layout/LinedList"/>
    <dgm:cxn modelId="{A41445F9-BCCE-47D2-9AD2-0D7E2AD3686D}" type="presParOf" srcId="{DC4C117B-6AE0-432A-A6BD-3BF160442CDE}" destId="{85FAFCAD-CB15-4ADF-B442-E05D03B32D9D}" srcOrd="0" destOrd="0" presId="urn:microsoft.com/office/officeart/2008/layout/LinedList"/>
    <dgm:cxn modelId="{D55DD160-EC9A-4188-998F-9C31410DE2F5}" type="presParOf" srcId="{DC4C117B-6AE0-432A-A6BD-3BF160442CDE}" destId="{C395D4F0-4745-41E7-9B80-B006A4BE9C7B}" srcOrd="1" destOrd="0" presId="urn:microsoft.com/office/officeart/2008/layout/LinedList"/>
    <dgm:cxn modelId="{9A7A935E-5FD6-401E-9CEC-9E98B759714F}" type="presParOf" srcId="{27B841D1-9AC2-4787-8DBF-86318D3882FA}" destId="{FD34048E-CA27-461D-A182-02F4C4C9ACEF}" srcOrd="4" destOrd="0" presId="urn:microsoft.com/office/officeart/2008/layout/LinedList"/>
    <dgm:cxn modelId="{493F16DA-9139-4E23-BB9C-F0B6793AE1E0}" type="presParOf" srcId="{27B841D1-9AC2-4787-8DBF-86318D3882FA}" destId="{BD9D97D3-0FF2-465D-9086-A923BE0E30D2}" srcOrd="5" destOrd="0" presId="urn:microsoft.com/office/officeart/2008/layout/LinedList"/>
    <dgm:cxn modelId="{7B8915E2-B0A8-450F-AB9E-FD317C3E805A}" type="presParOf" srcId="{BD9D97D3-0FF2-465D-9086-A923BE0E30D2}" destId="{8949ADF5-CDD3-474D-8636-D3E1378EC466}" srcOrd="0" destOrd="0" presId="urn:microsoft.com/office/officeart/2008/layout/LinedList"/>
    <dgm:cxn modelId="{C5CCE7A2-C0E6-4AC0-A097-DAAFCD584BC0}" type="presParOf" srcId="{BD9D97D3-0FF2-465D-9086-A923BE0E30D2}" destId="{17834801-F6E1-47CC-A114-ADEE0A96B7E3}" srcOrd="1" destOrd="0" presId="urn:microsoft.com/office/officeart/2008/layout/LinedList"/>
    <dgm:cxn modelId="{C653C42D-6250-4AF0-B625-6D836F07FBAF}" type="presParOf" srcId="{27B841D1-9AC2-4787-8DBF-86318D3882FA}" destId="{56679298-423F-4ECA-9DCD-395567C43C7B}" srcOrd="6" destOrd="0" presId="urn:microsoft.com/office/officeart/2008/layout/LinedList"/>
    <dgm:cxn modelId="{9ACC9680-1115-4148-B489-8C7FD4B59D5C}" type="presParOf" srcId="{27B841D1-9AC2-4787-8DBF-86318D3882FA}" destId="{06DBC996-D507-44E4-BE3D-F296B0A56B12}" srcOrd="7" destOrd="0" presId="urn:microsoft.com/office/officeart/2008/layout/LinedList"/>
    <dgm:cxn modelId="{7ADF13A7-13F8-4D32-923C-83E7808A893C}" type="presParOf" srcId="{06DBC996-D507-44E4-BE3D-F296B0A56B12}" destId="{EEA4A723-3335-4309-9C8E-0A255DA4A584}" srcOrd="0" destOrd="0" presId="urn:microsoft.com/office/officeart/2008/layout/LinedList"/>
    <dgm:cxn modelId="{F98643C1-741F-4E78-A6D1-D79FAE03014A}" type="presParOf" srcId="{06DBC996-D507-44E4-BE3D-F296B0A56B12}" destId="{B08DA1FC-4220-4160-9705-B24955595EE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C7025D-9668-4180-B156-DB41AE5D381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C384A70-6D2F-413D-8B24-0A54722F4A00}">
      <dgm:prSet/>
      <dgm:spPr/>
      <dgm:t>
        <a:bodyPr/>
        <a:lstStyle/>
        <a:p>
          <a:r>
            <a:rPr lang="fr-FR" b="1"/>
            <a:t>Objectifs pédagogiques :</a:t>
          </a:r>
          <a:endParaRPr lang="en-US"/>
        </a:p>
      </dgm:t>
    </dgm:pt>
    <dgm:pt modelId="{B12A4BDC-0773-4B70-948B-F17B8E15EF44}" type="parTrans" cxnId="{55380660-A5CC-4830-AB33-62AE4815D5FE}">
      <dgm:prSet/>
      <dgm:spPr/>
      <dgm:t>
        <a:bodyPr/>
        <a:lstStyle/>
        <a:p>
          <a:endParaRPr lang="en-US"/>
        </a:p>
      </dgm:t>
    </dgm:pt>
    <dgm:pt modelId="{F3ACC46F-449A-487B-B066-7E3AD9DA0E2D}" type="sibTrans" cxnId="{55380660-A5CC-4830-AB33-62AE4815D5FE}">
      <dgm:prSet/>
      <dgm:spPr/>
      <dgm:t>
        <a:bodyPr/>
        <a:lstStyle/>
        <a:p>
          <a:endParaRPr lang="en-US"/>
        </a:p>
      </dgm:t>
    </dgm:pt>
    <dgm:pt modelId="{411C1861-BF84-4D4E-B1EC-AD95B31F8F84}">
      <dgm:prSet/>
      <dgm:spPr/>
      <dgm:t>
        <a:bodyPr/>
        <a:lstStyle/>
        <a:p>
          <a:r>
            <a:rPr lang="fr-FR"/>
            <a:t>Identifier les différents types de réseaux présents sur les chantiers.</a:t>
          </a:r>
          <a:endParaRPr lang="en-US"/>
        </a:p>
      </dgm:t>
    </dgm:pt>
    <dgm:pt modelId="{4C00B65F-D9D3-44BF-B889-A6DA48EA1A74}" type="parTrans" cxnId="{A1F00C81-C2E1-4883-92FC-7D690D524CA2}">
      <dgm:prSet/>
      <dgm:spPr/>
      <dgm:t>
        <a:bodyPr/>
        <a:lstStyle/>
        <a:p>
          <a:endParaRPr lang="en-US"/>
        </a:p>
      </dgm:t>
    </dgm:pt>
    <dgm:pt modelId="{99D7E2DC-BE2A-48AA-B4D1-96221B1DC240}" type="sibTrans" cxnId="{A1F00C81-C2E1-4883-92FC-7D690D524CA2}">
      <dgm:prSet/>
      <dgm:spPr/>
      <dgm:t>
        <a:bodyPr/>
        <a:lstStyle/>
        <a:p>
          <a:endParaRPr lang="en-US"/>
        </a:p>
      </dgm:t>
    </dgm:pt>
    <dgm:pt modelId="{DAA9E84E-5559-4EFA-A6D8-466A8EFDD517}">
      <dgm:prSet/>
      <dgm:spPr/>
      <dgm:t>
        <a:bodyPr/>
        <a:lstStyle/>
        <a:p>
          <a:r>
            <a:rPr lang="fr-FR"/>
            <a:t>Lire et interpréter un plan de récolement ou un plan de réseaux.</a:t>
          </a:r>
          <a:endParaRPr lang="en-US"/>
        </a:p>
      </dgm:t>
    </dgm:pt>
    <dgm:pt modelId="{E663BA19-8F2A-4D8B-9A85-CADBF1B5E278}" type="parTrans" cxnId="{CD4EF22A-A109-4E61-9A23-6488851788C0}">
      <dgm:prSet/>
      <dgm:spPr/>
      <dgm:t>
        <a:bodyPr/>
        <a:lstStyle/>
        <a:p>
          <a:endParaRPr lang="en-US"/>
        </a:p>
      </dgm:t>
    </dgm:pt>
    <dgm:pt modelId="{41A711CE-977B-41C2-9D47-EBAA00CA47B8}" type="sibTrans" cxnId="{CD4EF22A-A109-4E61-9A23-6488851788C0}">
      <dgm:prSet/>
      <dgm:spPr/>
      <dgm:t>
        <a:bodyPr/>
        <a:lstStyle/>
        <a:p>
          <a:endParaRPr lang="en-US"/>
        </a:p>
      </dgm:t>
    </dgm:pt>
    <dgm:pt modelId="{9EAEFD68-AB38-4B18-BEBD-749544FAB10C}">
      <dgm:prSet/>
      <dgm:spPr/>
      <dgm:t>
        <a:bodyPr/>
        <a:lstStyle/>
        <a:p>
          <a:r>
            <a:rPr lang="fr-FR"/>
            <a:t>Repérer les réseaux grâce aux indices visibles sur le terrain (affleurants, marquage, piquetage).</a:t>
          </a:r>
          <a:endParaRPr lang="en-US"/>
        </a:p>
      </dgm:t>
    </dgm:pt>
    <dgm:pt modelId="{D78AA992-5F5A-4319-8C43-5F77141A0B90}" type="parTrans" cxnId="{8B3CF262-4D7B-4764-85F2-7E8D9DB94202}">
      <dgm:prSet/>
      <dgm:spPr/>
      <dgm:t>
        <a:bodyPr/>
        <a:lstStyle/>
        <a:p>
          <a:endParaRPr lang="en-US"/>
        </a:p>
      </dgm:t>
    </dgm:pt>
    <dgm:pt modelId="{435E84DB-BC47-4C13-A3FB-7CAB9FB08180}" type="sibTrans" cxnId="{8B3CF262-4D7B-4764-85F2-7E8D9DB94202}">
      <dgm:prSet/>
      <dgm:spPr/>
      <dgm:t>
        <a:bodyPr/>
        <a:lstStyle/>
        <a:p>
          <a:endParaRPr lang="en-US"/>
        </a:p>
      </dgm:t>
    </dgm:pt>
    <dgm:pt modelId="{C2C9456D-0A84-48D0-8728-C426CC0FCB37}" type="pres">
      <dgm:prSet presAssocID="{33C7025D-9668-4180-B156-DB41AE5D3819}" presName="linear" presStyleCnt="0">
        <dgm:presLayoutVars>
          <dgm:animLvl val="lvl"/>
          <dgm:resizeHandles val="exact"/>
        </dgm:presLayoutVars>
      </dgm:prSet>
      <dgm:spPr/>
    </dgm:pt>
    <dgm:pt modelId="{CB13E84F-B4FD-4861-A233-960E774277B1}" type="pres">
      <dgm:prSet presAssocID="{5C384A70-6D2F-413D-8B24-0A54722F4A00}" presName="parentText" presStyleLbl="node1" presStyleIdx="0" presStyleCnt="4">
        <dgm:presLayoutVars>
          <dgm:chMax val="0"/>
          <dgm:bulletEnabled val="1"/>
        </dgm:presLayoutVars>
      </dgm:prSet>
      <dgm:spPr/>
    </dgm:pt>
    <dgm:pt modelId="{2B6E6252-D2C3-48BF-B02E-1664521AB5BB}" type="pres">
      <dgm:prSet presAssocID="{F3ACC46F-449A-487B-B066-7E3AD9DA0E2D}" presName="spacer" presStyleCnt="0"/>
      <dgm:spPr/>
    </dgm:pt>
    <dgm:pt modelId="{EBA7A1B5-8406-4681-827C-22791687AB55}" type="pres">
      <dgm:prSet presAssocID="{411C1861-BF84-4D4E-B1EC-AD95B31F8F84}" presName="parentText" presStyleLbl="node1" presStyleIdx="1" presStyleCnt="4">
        <dgm:presLayoutVars>
          <dgm:chMax val="0"/>
          <dgm:bulletEnabled val="1"/>
        </dgm:presLayoutVars>
      </dgm:prSet>
      <dgm:spPr/>
    </dgm:pt>
    <dgm:pt modelId="{EA4697F9-FD4A-469F-B268-DEBE4DF38CE7}" type="pres">
      <dgm:prSet presAssocID="{99D7E2DC-BE2A-48AA-B4D1-96221B1DC240}" presName="spacer" presStyleCnt="0"/>
      <dgm:spPr/>
    </dgm:pt>
    <dgm:pt modelId="{2FCC0A63-831E-4756-B340-CEAF00CF47BD}" type="pres">
      <dgm:prSet presAssocID="{DAA9E84E-5559-4EFA-A6D8-466A8EFDD517}" presName="parentText" presStyleLbl="node1" presStyleIdx="2" presStyleCnt="4">
        <dgm:presLayoutVars>
          <dgm:chMax val="0"/>
          <dgm:bulletEnabled val="1"/>
        </dgm:presLayoutVars>
      </dgm:prSet>
      <dgm:spPr/>
    </dgm:pt>
    <dgm:pt modelId="{5B32DD17-472A-45BD-85F0-7E205F816615}" type="pres">
      <dgm:prSet presAssocID="{41A711CE-977B-41C2-9D47-EBAA00CA47B8}" presName="spacer" presStyleCnt="0"/>
      <dgm:spPr/>
    </dgm:pt>
    <dgm:pt modelId="{F5322A8F-61FD-4A6E-9B5E-5CCE1DE1A300}" type="pres">
      <dgm:prSet presAssocID="{9EAEFD68-AB38-4B18-BEBD-749544FAB10C}" presName="parentText" presStyleLbl="node1" presStyleIdx="3" presStyleCnt="4">
        <dgm:presLayoutVars>
          <dgm:chMax val="0"/>
          <dgm:bulletEnabled val="1"/>
        </dgm:presLayoutVars>
      </dgm:prSet>
      <dgm:spPr/>
    </dgm:pt>
  </dgm:ptLst>
  <dgm:cxnLst>
    <dgm:cxn modelId="{53E1FB06-9B86-46F2-8B5E-F1FFA31BA42C}" type="presOf" srcId="{DAA9E84E-5559-4EFA-A6D8-466A8EFDD517}" destId="{2FCC0A63-831E-4756-B340-CEAF00CF47BD}" srcOrd="0" destOrd="0" presId="urn:microsoft.com/office/officeart/2005/8/layout/vList2"/>
    <dgm:cxn modelId="{8D505024-ED33-4421-A1F4-6F9FE72630F9}" type="presOf" srcId="{9EAEFD68-AB38-4B18-BEBD-749544FAB10C}" destId="{F5322A8F-61FD-4A6E-9B5E-5CCE1DE1A300}" srcOrd="0" destOrd="0" presId="urn:microsoft.com/office/officeart/2005/8/layout/vList2"/>
    <dgm:cxn modelId="{062C2C27-DC57-43A2-B63F-AC6FC2383BFD}" type="presOf" srcId="{411C1861-BF84-4D4E-B1EC-AD95B31F8F84}" destId="{EBA7A1B5-8406-4681-827C-22791687AB55}" srcOrd="0" destOrd="0" presId="urn:microsoft.com/office/officeart/2005/8/layout/vList2"/>
    <dgm:cxn modelId="{CD4EF22A-A109-4E61-9A23-6488851788C0}" srcId="{33C7025D-9668-4180-B156-DB41AE5D3819}" destId="{DAA9E84E-5559-4EFA-A6D8-466A8EFDD517}" srcOrd="2" destOrd="0" parTransId="{E663BA19-8F2A-4D8B-9A85-CADBF1B5E278}" sibTransId="{41A711CE-977B-41C2-9D47-EBAA00CA47B8}"/>
    <dgm:cxn modelId="{FD0C8040-91D7-4564-90E4-55C5491BAEAE}" type="presOf" srcId="{33C7025D-9668-4180-B156-DB41AE5D3819}" destId="{C2C9456D-0A84-48D0-8728-C426CC0FCB37}" srcOrd="0" destOrd="0" presId="urn:microsoft.com/office/officeart/2005/8/layout/vList2"/>
    <dgm:cxn modelId="{55380660-A5CC-4830-AB33-62AE4815D5FE}" srcId="{33C7025D-9668-4180-B156-DB41AE5D3819}" destId="{5C384A70-6D2F-413D-8B24-0A54722F4A00}" srcOrd="0" destOrd="0" parTransId="{B12A4BDC-0773-4B70-948B-F17B8E15EF44}" sibTransId="{F3ACC46F-449A-487B-B066-7E3AD9DA0E2D}"/>
    <dgm:cxn modelId="{310EE642-AE42-414B-9ABD-F734107F7483}" type="presOf" srcId="{5C384A70-6D2F-413D-8B24-0A54722F4A00}" destId="{CB13E84F-B4FD-4861-A233-960E774277B1}" srcOrd="0" destOrd="0" presId="urn:microsoft.com/office/officeart/2005/8/layout/vList2"/>
    <dgm:cxn modelId="{8B3CF262-4D7B-4764-85F2-7E8D9DB94202}" srcId="{33C7025D-9668-4180-B156-DB41AE5D3819}" destId="{9EAEFD68-AB38-4B18-BEBD-749544FAB10C}" srcOrd="3" destOrd="0" parTransId="{D78AA992-5F5A-4319-8C43-5F77141A0B90}" sibTransId="{435E84DB-BC47-4C13-A3FB-7CAB9FB08180}"/>
    <dgm:cxn modelId="{A1F00C81-C2E1-4883-92FC-7D690D524CA2}" srcId="{33C7025D-9668-4180-B156-DB41AE5D3819}" destId="{411C1861-BF84-4D4E-B1EC-AD95B31F8F84}" srcOrd="1" destOrd="0" parTransId="{4C00B65F-D9D3-44BF-B889-A6DA48EA1A74}" sibTransId="{99D7E2DC-BE2A-48AA-B4D1-96221B1DC240}"/>
    <dgm:cxn modelId="{A23C86D8-E91F-4E4B-9844-B3B0E82F8A16}" type="presParOf" srcId="{C2C9456D-0A84-48D0-8728-C426CC0FCB37}" destId="{CB13E84F-B4FD-4861-A233-960E774277B1}" srcOrd="0" destOrd="0" presId="urn:microsoft.com/office/officeart/2005/8/layout/vList2"/>
    <dgm:cxn modelId="{ACC3D1B5-FC7A-4FAE-A305-D4531DF92BF4}" type="presParOf" srcId="{C2C9456D-0A84-48D0-8728-C426CC0FCB37}" destId="{2B6E6252-D2C3-48BF-B02E-1664521AB5BB}" srcOrd="1" destOrd="0" presId="urn:microsoft.com/office/officeart/2005/8/layout/vList2"/>
    <dgm:cxn modelId="{F031A7FA-6651-4EDC-B1BC-A2812E6234A5}" type="presParOf" srcId="{C2C9456D-0A84-48D0-8728-C426CC0FCB37}" destId="{EBA7A1B5-8406-4681-827C-22791687AB55}" srcOrd="2" destOrd="0" presId="urn:microsoft.com/office/officeart/2005/8/layout/vList2"/>
    <dgm:cxn modelId="{9AFD6D9B-975D-46ED-9C0C-DFA50682FB0C}" type="presParOf" srcId="{C2C9456D-0A84-48D0-8728-C426CC0FCB37}" destId="{EA4697F9-FD4A-469F-B268-DEBE4DF38CE7}" srcOrd="3" destOrd="0" presId="urn:microsoft.com/office/officeart/2005/8/layout/vList2"/>
    <dgm:cxn modelId="{0C401BA7-94F1-4A9B-81FB-C738F60003ED}" type="presParOf" srcId="{C2C9456D-0A84-48D0-8728-C426CC0FCB37}" destId="{2FCC0A63-831E-4756-B340-CEAF00CF47BD}" srcOrd="4" destOrd="0" presId="urn:microsoft.com/office/officeart/2005/8/layout/vList2"/>
    <dgm:cxn modelId="{3DBE526D-6017-4E4B-9072-AB194670ABE1}" type="presParOf" srcId="{C2C9456D-0A84-48D0-8728-C426CC0FCB37}" destId="{5B32DD17-472A-45BD-85F0-7E205F816615}" srcOrd="5" destOrd="0" presId="urn:microsoft.com/office/officeart/2005/8/layout/vList2"/>
    <dgm:cxn modelId="{CB13DE39-482C-4931-8402-FF2C332783F3}" type="presParOf" srcId="{C2C9456D-0A84-48D0-8728-C426CC0FCB37}" destId="{F5322A8F-61FD-4A6E-9B5E-5CCE1DE1A30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1D7F04-2B29-4F06-B5A1-1C3E454A171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DE664E5-4012-4BF5-BEE8-CAB790945C2E}">
      <dgm:prSet/>
      <dgm:spPr/>
      <dgm:t>
        <a:bodyPr/>
        <a:lstStyle/>
        <a:p>
          <a:pPr>
            <a:defRPr cap="all"/>
          </a:pPr>
          <a:r>
            <a:rPr lang="fr-FR" b="1"/>
            <a:t>Échelle et orientation</a:t>
          </a:r>
          <a:r>
            <a:rPr lang="fr-FR"/>
            <a:t> du plan.</a:t>
          </a:r>
          <a:endParaRPr lang="en-US"/>
        </a:p>
      </dgm:t>
    </dgm:pt>
    <dgm:pt modelId="{EC5E94CD-77E1-4DD0-A8CB-128104C29CF8}" type="parTrans" cxnId="{B017ECF8-9206-4ABE-8ABB-A737AC64953B}">
      <dgm:prSet/>
      <dgm:spPr/>
      <dgm:t>
        <a:bodyPr/>
        <a:lstStyle/>
        <a:p>
          <a:endParaRPr lang="en-US"/>
        </a:p>
      </dgm:t>
    </dgm:pt>
    <dgm:pt modelId="{0676DFD6-C95E-46E6-99F2-5D70889C09F4}" type="sibTrans" cxnId="{B017ECF8-9206-4ABE-8ABB-A737AC64953B}">
      <dgm:prSet/>
      <dgm:spPr/>
      <dgm:t>
        <a:bodyPr/>
        <a:lstStyle/>
        <a:p>
          <a:endParaRPr lang="en-US"/>
        </a:p>
      </dgm:t>
    </dgm:pt>
    <dgm:pt modelId="{67867355-47A9-44C1-8CDE-38E8742C7407}">
      <dgm:prSet/>
      <dgm:spPr/>
      <dgm:t>
        <a:bodyPr/>
        <a:lstStyle/>
        <a:p>
          <a:pPr>
            <a:defRPr cap="all"/>
          </a:pPr>
          <a:r>
            <a:rPr lang="fr-FR" b="1"/>
            <a:t>Légende</a:t>
          </a:r>
          <a:r>
            <a:rPr lang="fr-FR"/>
            <a:t> permettant de repérer les différents réseaux.</a:t>
          </a:r>
          <a:endParaRPr lang="en-US"/>
        </a:p>
      </dgm:t>
    </dgm:pt>
    <dgm:pt modelId="{8E1E91E6-A513-4D52-9990-EDA39DD2DF05}" type="parTrans" cxnId="{E557F497-990A-44A5-AAF0-7B73608B4883}">
      <dgm:prSet/>
      <dgm:spPr/>
      <dgm:t>
        <a:bodyPr/>
        <a:lstStyle/>
        <a:p>
          <a:endParaRPr lang="en-US"/>
        </a:p>
      </dgm:t>
    </dgm:pt>
    <dgm:pt modelId="{513C1781-4356-4D3B-BA97-CB4083724B1D}" type="sibTrans" cxnId="{E557F497-990A-44A5-AAF0-7B73608B4883}">
      <dgm:prSet/>
      <dgm:spPr/>
      <dgm:t>
        <a:bodyPr/>
        <a:lstStyle/>
        <a:p>
          <a:endParaRPr lang="en-US"/>
        </a:p>
      </dgm:t>
    </dgm:pt>
    <dgm:pt modelId="{2678C752-C291-4BAD-9FD7-A4E6289C1242}">
      <dgm:prSet/>
      <dgm:spPr/>
      <dgm:t>
        <a:bodyPr/>
        <a:lstStyle/>
        <a:p>
          <a:pPr>
            <a:defRPr cap="all"/>
          </a:pPr>
          <a:r>
            <a:rPr lang="fr-FR" b="1"/>
            <a:t>Code couleur</a:t>
          </a:r>
          <a:r>
            <a:rPr lang="fr-FR"/>
            <a:t> et symboles spécifiques.</a:t>
          </a:r>
          <a:endParaRPr lang="en-US"/>
        </a:p>
      </dgm:t>
    </dgm:pt>
    <dgm:pt modelId="{C231C0D0-4F1C-4D98-8308-E412273C4073}" type="parTrans" cxnId="{DE0C6798-17D2-4757-B737-24A33594DA64}">
      <dgm:prSet/>
      <dgm:spPr/>
      <dgm:t>
        <a:bodyPr/>
        <a:lstStyle/>
        <a:p>
          <a:endParaRPr lang="en-US"/>
        </a:p>
      </dgm:t>
    </dgm:pt>
    <dgm:pt modelId="{B69069AC-7E21-4AAD-8649-182CB25B918C}" type="sibTrans" cxnId="{DE0C6798-17D2-4757-B737-24A33594DA64}">
      <dgm:prSet/>
      <dgm:spPr/>
      <dgm:t>
        <a:bodyPr/>
        <a:lstStyle/>
        <a:p>
          <a:endParaRPr lang="en-US"/>
        </a:p>
      </dgm:t>
    </dgm:pt>
    <dgm:pt modelId="{4B38461E-E027-4869-BCE9-6A3A599BBA3B}">
      <dgm:prSet/>
      <dgm:spPr/>
      <dgm:t>
        <a:bodyPr/>
        <a:lstStyle/>
        <a:p>
          <a:pPr>
            <a:defRPr cap="all"/>
          </a:pPr>
          <a:r>
            <a:rPr lang="fr-FR" b="1"/>
            <a:t>Identification des zones de coactivité</a:t>
          </a:r>
          <a:r>
            <a:rPr lang="fr-FR"/>
            <a:t> ou de superposition de réseaux.</a:t>
          </a:r>
          <a:endParaRPr lang="en-US"/>
        </a:p>
      </dgm:t>
    </dgm:pt>
    <dgm:pt modelId="{DFC91EF8-BCAC-4FC8-9A25-A5D7114B54BA}" type="parTrans" cxnId="{0396127C-93C4-4D2F-9921-4E90FCE5FE1D}">
      <dgm:prSet/>
      <dgm:spPr/>
      <dgm:t>
        <a:bodyPr/>
        <a:lstStyle/>
        <a:p>
          <a:endParaRPr lang="en-US"/>
        </a:p>
      </dgm:t>
    </dgm:pt>
    <dgm:pt modelId="{C587E983-478C-406B-9BA1-0FC5AC694F00}" type="sibTrans" cxnId="{0396127C-93C4-4D2F-9921-4E90FCE5FE1D}">
      <dgm:prSet/>
      <dgm:spPr/>
      <dgm:t>
        <a:bodyPr/>
        <a:lstStyle/>
        <a:p>
          <a:endParaRPr lang="en-US"/>
        </a:p>
      </dgm:t>
    </dgm:pt>
    <dgm:pt modelId="{C8E77899-534F-4BBA-A274-0B239444856F}">
      <dgm:prSet/>
      <dgm:spPr/>
      <dgm:t>
        <a:bodyPr/>
        <a:lstStyle/>
        <a:p>
          <a:pPr>
            <a:defRPr cap="all"/>
          </a:pPr>
          <a:r>
            <a:rPr lang="fr-FR"/>
            <a:t>Mise en relation du </a:t>
          </a:r>
          <a:r>
            <a:rPr lang="fr-FR" b="1"/>
            <a:t>plan</a:t>
          </a:r>
          <a:r>
            <a:rPr lang="fr-FR"/>
            <a:t> avec les </a:t>
          </a:r>
          <a:r>
            <a:rPr lang="fr-FR" b="1"/>
            <a:t>éléments physiques sur le terrain</a:t>
          </a:r>
          <a:r>
            <a:rPr lang="fr-FR"/>
            <a:t>.</a:t>
          </a:r>
          <a:endParaRPr lang="en-US"/>
        </a:p>
      </dgm:t>
    </dgm:pt>
    <dgm:pt modelId="{A9397979-46A1-4AF5-A33A-DB066050B90D}" type="parTrans" cxnId="{6DA59BAF-11B6-4AD7-8414-4E67E7C94461}">
      <dgm:prSet/>
      <dgm:spPr/>
      <dgm:t>
        <a:bodyPr/>
        <a:lstStyle/>
        <a:p>
          <a:endParaRPr lang="en-US"/>
        </a:p>
      </dgm:t>
    </dgm:pt>
    <dgm:pt modelId="{EE17DC60-FF46-40CF-B8E3-DF72279A6D61}" type="sibTrans" cxnId="{6DA59BAF-11B6-4AD7-8414-4E67E7C94461}">
      <dgm:prSet/>
      <dgm:spPr/>
      <dgm:t>
        <a:bodyPr/>
        <a:lstStyle/>
        <a:p>
          <a:endParaRPr lang="en-US"/>
        </a:p>
      </dgm:t>
    </dgm:pt>
    <dgm:pt modelId="{FFB5216F-746D-4310-8C32-E5F33C64620F}" type="pres">
      <dgm:prSet presAssocID="{841D7F04-2B29-4F06-B5A1-1C3E454A1712}" presName="root" presStyleCnt="0">
        <dgm:presLayoutVars>
          <dgm:dir/>
          <dgm:resizeHandles val="exact"/>
        </dgm:presLayoutVars>
      </dgm:prSet>
      <dgm:spPr/>
    </dgm:pt>
    <dgm:pt modelId="{122A4A7B-2519-4059-813E-173178422DD6}" type="pres">
      <dgm:prSet presAssocID="{7DE664E5-4012-4BF5-BEE8-CAB790945C2E}" presName="compNode" presStyleCnt="0"/>
      <dgm:spPr/>
    </dgm:pt>
    <dgm:pt modelId="{93234599-6438-421B-9EE4-4FAD5404F320}" type="pres">
      <dgm:prSet presAssocID="{7DE664E5-4012-4BF5-BEE8-CAB790945C2E}" presName="iconBgRect" presStyleLbl="bgShp" presStyleIdx="0" presStyleCnt="5"/>
      <dgm:spPr/>
    </dgm:pt>
    <dgm:pt modelId="{21977EE5-B21C-4892-81F2-87FCD1E013D9}" type="pres">
      <dgm:prSet presAssocID="{7DE664E5-4012-4BF5-BEE8-CAB790945C2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érarchie"/>
        </a:ext>
      </dgm:extLst>
    </dgm:pt>
    <dgm:pt modelId="{B0FFB730-CC33-4114-B463-B8BECD4E8CDB}" type="pres">
      <dgm:prSet presAssocID="{7DE664E5-4012-4BF5-BEE8-CAB790945C2E}" presName="spaceRect" presStyleCnt="0"/>
      <dgm:spPr/>
    </dgm:pt>
    <dgm:pt modelId="{D96EA879-14B8-4AE5-9509-67AF69A04D79}" type="pres">
      <dgm:prSet presAssocID="{7DE664E5-4012-4BF5-BEE8-CAB790945C2E}" presName="textRect" presStyleLbl="revTx" presStyleIdx="0" presStyleCnt="5">
        <dgm:presLayoutVars>
          <dgm:chMax val="1"/>
          <dgm:chPref val="1"/>
        </dgm:presLayoutVars>
      </dgm:prSet>
      <dgm:spPr/>
    </dgm:pt>
    <dgm:pt modelId="{2C711C5B-E235-4229-9F81-095960E61394}" type="pres">
      <dgm:prSet presAssocID="{0676DFD6-C95E-46E6-99F2-5D70889C09F4}" presName="sibTrans" presStyleCnt="0"/>
      <dgm:spPr/>
    </dgm:pt>
    <dgm:pt modelId="{B2242BF8-6A18-428C-AAF5-ABBDA81D12DE}" type="pres">
      <dgm:prSet presAssocID="{67867355-47A9-44C1-8CDE-38E8742C7407}" presName="compNode" presStyleCnt="0"/>
      <dgm:spPr/>
    </dgm:pt>
    <dgm:pt modelId="{C3087E9D-3889-48D9-A674-0ED5A1458668}" type="pres">
      <dgm:prSet presAssocID="{67867355-47A9-44C1-8CDE-38E8742C7407}" presName="iconBgRect" presStyleLbl="bgShp" presStyleIdx="1" presStyleCnt="5"/>
      <dgm:spPr/>
    </dgm:pt>
    <dgm:pt modelId="{FF400E02-6FC7-4083-BA35-A007FE80CA47}" type="pres">
      <dgm:prSet presAssocID="{67867355-47A9-44C1-8CDE-38E8742C740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us-titres"/>
        </a:ext>
      </dgm:extLst>
    </dgm:pt>
    <dgm:pt modelId="{F94283CD-7375-43E2-9B4B-4CEEB74054D7}" type="pres">
      <dgm:prSet presAssocID="{67867355-47A9-44C1-8CDE-38E8742C7407}" presName="spaceRect" presStyleCnt="0"/>
      <dgm:spPr/>
    </dgm:pt>
    <dgm:pt modelId="{1256DFDD-0D84-4991-8E47-DB215B5BD5F6}" type="pres">
      <dgm:prSet presAssocID="{67867355-47A9-44C1-8CDE-38E8742C7407}" presName="textRect" presStyleLbl="revTx" presStyleIdx="1" presStyleCnt="5">
        <dgm:presLayoutVars>
          <dgm:chMax val="1"/>
          <dgm:chPref val="1"/>
        </dgm:presLayoutVars>
      </dgm:prSet>
      <dgm:spPr/>
    </dgm:pt>
    <dgm:pt modelId="{21B0CD62-8D7B-4165-8A35-36B711368CC8}" type="pres">
      <dgm:prSet presAssocID="{513C1781-4356-4D3B-BA97-CB4083724B1D}" presName="sibTrans" presStyleCnt="0"/>
      <dgm:spPr/>
    </dgm:pt>
    <dgm:pt modelId="{C81BB252-B1C1-48C5-B4F4-651974F059DD}" type="pres">
      <dgm:prSet presAssocID="{2678C752-C291-4BAD-9FD7-A4E6289C1242}" presName="compNode" presStyleCnt="0"/>
      <dgm:spPr/>
    </dgm:pt>
    <dgm:pt modelId="{B94DAE0E-D4AF-4041-8B52-E970B587E6F3}" type="pres">
      <dgm:prSet presAssocID="{2678C752-C291-4BAD-9FD7-A4E6289C1242}" presName="iconBgRect" presStyleLbl="bgShp" presStyleIdx="2" presStyleCnt="5"/>
      <dgm:spPr/>
    </dgm:pt>
    <dgm:pt modelId="{D49651B7-4E71-4A4A-93B2-18FC3005FAAE}" type="pres">
      <dgm:prSet presAssocID="{2678C752-C291-4BAD-9FD7-A4E6289C124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lette"/>
        </a:ext>
      </dgm:extLst>
    </dgm:pt>
    <dgm:pt modelId="{36B55808-EBD2-4179-8129-616ED190D993}" type="pres">
      <dgm:prSet presAssocID="{2678C752-C291-4BAD-9FD7-A4E6289C1242}" presName="spaceRect" presStyleCnt="0"/>
      <dgm:spPr/>
    </dgm:pt>
    <dgm:pt modelId="{FC486DAB-0B07-46D3-8E3B-9F6E38E217CC}" type="pres">
      <dgm:prSet presAssocID="{2678C752-C291-4BAD-9FD7-A4E6289C1242}" presName="textRect" presStyleLbl="revTx" presStyleIdx="2" presStyleCnt="5">
        <dgm:presLayoutVars>
          <dgm:chMax val="1"/>
          <dgm:chPref val="1"/>
        </dgm:presLayoutVars>
      </dgm:prSet>
      <dgm:spPr/>
    </dgm:pt>
    <dgm:pt modelId="{1C780008-A939-485F-82CC-75A5E790231C}" type="pres">
      <dgm:prSet presAssocID="{B69069AC-7E21-4AAD-8649-182CB25B918C}" presName="sibTrans" presStyleCnt="0"/>
      <dgm:spPr/>
    </dgm:pt>
    <dgm:pt modelId="{49341BE9-60DB-4388-8FBC-C7BFFF85DC0B}" type="pres">
      <dgm:prSet presAssocID="{4B38461E-E027-4869-BCE9-6A3A599BBA3B}" presName="compNode" presStyleCnt="0"/>
      <dgm:spPr/>
    </dgm:pt>
    <dgm:pt modelId="{EE77424B-C0D7-4161-8DF0-CB589433D159}" type="pres">
      <dgm:prSet presAssocID="{4B38461E-E027-4869-BCE9-6A3A599BBA3B}" presName="iconBgRect" presStyleLbl="bgShp" presStyleIdx="3" presStyleCnt="5"/>
      <dgm:spPr/>
    </dgm:pt>
    <dgm:pt modelId="{57D94197-911A-4CC7-BBCE-F5742DAC89E2}" type="pres">
      <dgm:prSet presAssocID="{4B38461E-E027-4869-BCE9-6A3A599BBA3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95040E47-4F7A-41DF-AC77-B2B8C42ABA8F}" type="pres">
      <dgm:prSet presAssocID="{4B38461E-E027-4869-BCE9-6A3A599BBA3B}" presName="spaceRect" presStyleCnt="0"/>
      <dgm:spPr/>
    </dgm:pt>
    <dgm:pt modelId="{247D5AF3-6ACE-49AB-9BBB-E8990302E485}" type="pres">
      <dgm:prSet presAssocID="{4B38461E-E027-4869-BCE9-6A3A599BBA3B}" presName="textRect" presStyleLbl="revTx" presStyleIdx="3" presStyleCnt="5">
        <dgm:presLayoutVars>
          <dgm:chMax val="1"/>
          <dgm:chPref val="1"/>
        </dgm:presLayoutVars>
      </dgm:prSet>
      <dgm:spPr/>
    </dgm:pt>
    <dgm:pt modelId="{B8D70CEC-3766-44C2-BD85-1CBD8433A185}" type="pres">
      <dgm:prSet presAssocID="{C587E983-478C-406B-9BA1-0FC5AC694F00}" presName="sibTrans" presStyleCnt="0"/>
      <dgm:spPr/>
    </dgm:pt>
    <dgm:pt modelId="{CE7B833F-5D9C-456C-8284-0AC4F8B30AF3}" type="pres">
      <dgm:prSet presAssocID="{C8E77899-534F-4BBA-A274-0B239444856F}" presName="compNode" presStyleCnt="0"/>
      <dgm:spPr/>
    </dgm:pt>
    <dgm:pt modelId="{2DB00702-E2FA-4306-BB67-AD1531F6B173}" type="pres">
      <dgm:prSet presAssocID="{C8E77899-534F-4BBA-A274-0B239444856F}" presName="iconBgRect" presStyleLbl="bgShp" presStyleIdx="4" presStyleCnt="5"/>
      <dgm:spPr/>
    </dgm:pt>
    <dgm:pt modelId="{6B3DF6BE-C606-4D6B-B5F0-34856B84122D}" type="pres">
      <dgm:prSet presAssocID="{C8E77899-534F-4BBA-A274-0B239444856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che"/>
        </a:ext>
      </dgm:extLst>
    </dgm:pt>
    <dgm:pt modelId="{75A55C20-A422-4B28-A5E2-0214AF1948CF}" type="pres">
      <dgm:prSet presAssocID="{C8E77899-534F-4BBA-A274-0B239444856F}" presName="spaceRect" presStyleCnt="0"/>
      <dgm:spPr/>
    </dgm:pt>
    <dgm:pt modelId="{5C34484A-A948-4AEC-82A2-3C9244AEE4BA}" type="pres">
      <dgm:prSet presAssocID="{C8E77899-534F-4BBA-A274-0B239444856F}" presName="textRect" presStyleLbl="revTx" presStyleIdx="4" presStyleCnt="5">
        <dgm:presLayoutVars>
          <dgm:chMax val="1"/>
          <dgm:chPref val="1"/>
        </dgm:presLayoutVars>
      </dgm:prSet>
      <dgm:spPr/>
    </dgm:pt>
  </dgm:ptLst>
  <dgm:cxnLst>
    <dgm:cxn modelId="{FE9CE60B-B5C7-4BA7-B800-68B667985494}" type="presOf" srcId="{7DE664E5-4012-4BF5-BEE8-CAB790945C2E}" destId="{D96EA879-14B8-4AE5-9509-67AF69A04D79}" srcOrd="0" destOrd="0" presId="urn:microsoft.com/office/officeart/2018/5/layout/IconCircleLabelList"/>
    <dgm:cxn modelId="{66099332-437B-4DED-A34B-0225E3DC03D1}" type="presOf" srcId="{4B38461E-E027-4869-BCE9-6A3A599BBA3B}" destId="{247D5AF3-6ACE-49AB-9BBB-E8990302E485}" srcOrd="0" destOrd="0" presId="urn:microsoft.com/office/officeart/2018/5/layout/IconCircleLabelList"/>
    <dgm:cxn modelId="{1D007949-98E0-45E7-B123-3C283C77F259}" type="presOf" srcId="{841D7F04-2B29-4F06-B5A1-1C3E454A1712}" destId="{FFB5216F-746D-4310-8C32-E5F33C64620F}" srcOrd="0" destOrd="0" presId="urn:microsoft.com/office/officeart/2018/5/layout/IconCircleLabelList"/>
    <dgm:cxn modelId="{0396127C-93C4-4D2F-9921-4E90FCE5FE1D}" srcId="{841D7F04-2B29-4F06-B5A1-1C3E454A1712}" destId="{4B38461E-E027-4869-BCE9-6A3A599BBA3B}" srcOrd="3" destOrd="0" parTransId="{DFC91EF8-BCAC-4FC8-9A25-A5D7114B54BA}" sibTransId="{C587E983-478C-406B-9BA1-0FC5AC694F00}"/>
    <dgm:cxn modelId="{79894E8A-02CE-4292-B8FE-06F99B381207}" type="presOf" srcId="{67867355-47A9-44C1-8CDE-38E8742C7407}" destId="{1256DFDD-0D84-4991-8E47-DB215B5BD5F6}" srcOrd="0" destOrd="0" presId="urn:microsoft.com/office/officeart/2018/5/layout/IconCircleLabelList"/>
    <dgm:cxn modelId="{D80D2C95-F33E-421C-859E-7A6F047D9DE4}" type="presOf" srcId="{C8E77899-534F-4BBA-A274-0B239444856F}" destId="{5C34484A-A948-4AEC-82A2-3C9244AEE4BA}" srcOrd="0" destOrd="0" presId="urn:microsoft.com/office/officeart/2018/5/layout/IconCircleLabelList"/>
    <dgm:cxn modelId="{E557F497-990A-44A5-AAF0-7B73608B4883}" srcId="{841D7F04-2B29-4F06-B5A1-1C3E454A1712}" destId="{67867355-47A9-44C1-8CDE-38E8742C7407}" srcOrd="1" destOrd="0" parTransId="{8E1E91E6-A513-4D52-9990-EDA39DD2DF05}" sibTransId="{513C1781-4356-4D3B-BA97-CB4083724B1D}"/>
    <dgm:cxn modelId="{DE0C6798-17D2-4757-B737-24A33594DA64}" srcId="{841D7F04-2B29-4F06-B5A1-1C3E454A1712}" destId="{2678C752-C291-4BAD-9FD7-A4E6289C1242}" srcOrd="2" destOrd="0" parTransId="{C231C0D0-4F1C-4D98-8308-E412273C4073}" sibTransId="{B69069AC-7E21-4AAD-8649-182CB25B918C}"/>
    <dgm:cxn modelId="{06A243A8-0851-4A5B-B9AE-3E8DB4EA336A}" type="presOf" srcId="{2678C752-C291-4BAD-9FD7-A4E6289C1242}" destId="{FC486DAB-0B07-46D3-8E3B-9F6E38E217CC}" srcOrd="0" destOrd="0" presId="urn:microsoft.com/office/officeart/2018/5/layout/IconCircleLabelList"/>
    <dgm:cxn modelId="{6DA59BAF-11B6-4AD7-8414-4E67E7C94461}" srcId="{841D7F04-2B29-4F06-B5A1-1C3E454A1712}" destId="{C8E77899-534F-4BBA-A274-0B239444856F}" srcOrd="4" destOrd="0" parTransId="{A9397979-46A1-4AF5-A33A-DB066050B90D}" sibTransId="{EE17DC60-FF46-40CF-B8E3-DF72279A6D61}"/>
    <dgm:cxn modelId="{B017ECF8-9206-4ABE-8ABB-A737AC64953B}" srcId="{841D7F04-2B29-4F06-B5A1-1C3E454A1712}" destId="{7DE664E5-4012-4BF5-BEE8-CAB790945C2E}" srcOrd="0" destOrd="0" parTransId="{EC5E94CD-77E1-4DD0-A8CB-128104C29CF8}" sibTransId="{0676DFD6-C95E-46E6-99F2-5D70889C09F4}"/>
    <dgm:cxn modelId="{B90747A3-C069-43D5-8C1B-FFE2DBABDC99}" type="presParOf" srcId="{FFB5216F-746D-4310-8C32-E5F33C64620F}" destId="{122A4A7B-2519-4059-813E-173178422DD6}" srcOrd="0" destOrd="0" presId="urn:microsoft.com/office/officeart/2018/5/layout/IconCircleLabelList"/>
    <dgm:cxn modelId="{7DCE82BD-2067-4A1B-9F49-257AC7F72824}" type="presParOf" srcId="{122A4A7B-2519-4059-813E-173178422DD6}" destId="{93234599-6438-421B-9EE4-4FAD5404F320}" srcOrd="0" destOrd="0" presId="urn:microsoft.com/office/officeart/2018/5/layout/IconCircleLabelList"/>
    <dgm:cxn modelId="{C01C368C-6D42-4C34-B370-D85ABAFA8F33}" type="presParOf" srcId="{122A4A7B-2519-4059-813E-173178422DD6}" destId="{21977EE5-B21C-4892-81F2-87FCD1E013D9}" srcOrd="1" destOrd="0" presId="urn:microsoft.com/office/officeart/2018/5/layout/IconCircleLabelList"/>
    <dgm:cxn modelId="{836EB14B-33F4-473A-8714-78EA5A9682C0}" type="presParOf" srcId="{122A4A7B-2519-4059-813E-173178422DD6}" destId="{B0FFB730-CC33-4114-B463-B8BECD4E8CDB}" srcOrd="2" destOrd="0" presId="urn:microsoft.com/office/officeart/2018/5/layout/IconCircleLabelList"/>
    <dgm:cxn modelId="{BC6D9DB7-1F1E-45EF-B767-D8818F05EC65}" type="presParOf" srcId="{122A4A7B-2519-4059-813E-173178422DD6}" destId="{D96EA879-14B8-4AE5-9509-67AF69A04D79}" srcOrd="3" destOrd="0" presId="urn:microsoft.com/office/officeart/2018/5/layout/IconCircleLabelList"/>
    <dgm:cxn modelId="{6F9029B3-2576-45EA-8467-8BE6AD862778}" type="presParOf" srcId="{FFB5216F-746D-4310-8C32-E5F33C64620F}" destId="{2C711C5B-E235-4229-9F81-095960E61394}" srcOrd="1" destOrd="0" presId="urn:microsoft.com/office/officeart/2018/5/layout/IconCircleLabelList"/>
    <dgm:cxn modelId="{CB614929-290A-4C82-9F7F-30D82BCE6D1A}" type="presParOf" srcId="{FFB5216F-746D-4310-8C32-E5F33C64620F}" destId="{B2242BF8-6A18-428C-AAF5-ABBDA81D12DE}" srcOrd="2" destOrd="0" presId="urn:microsoft.com/office/officeart/2018/5/layout/IconCircleLabelList"/>
    <dgm:cxn modelId="{31A67D9E-F506-4058-B092-F702E26C03FD}" type="presParOf" srcId="{B2242BF8-6A18-428C-AAF5-ABBDA81D12DE}" destId="{C3087E9D-3889-48D9-A674-0ED5A1458668}" srcOrd="0" destOrd="0" presId="urn:microsoft.com/office/officeart/2018/5/layout/IconCircleLabelList"/>
    <dgm:cxn modelId="{FAC1603F-A55D-42CC-BFC0-FBF92D6B1D08}" type="presParOf" srcId="{B2242BF8-6A18-428C-AAF5-ABBDA81D12DE}" destId="{FF400E02-6FC7-4083-BA35-A007FE80CA47}" srcOrd="1" destOrd="0" presId="urn:microsoft.com/office/officeart/2018/5/layout/IconCircleLabelList"/>
    <dgm:cxn modelId="{6EB49313-0D3A-45D2-858C-74FBA2325300}" type="presParOf" srcId="{B2242BF8-6A18-428C-AAF5-ABBDA81D12DE}" destId="{F94283CD-7375-43E2-9B4B-4CEEB74054D7}" srcOrd="2" destOrd="0" presId="urn:microsoft.com/office/officeart/2018/5/layout/IconCircleLabelList"/>
    <dgm:cxn modelId="{4DA49275-85B4-4BF2-ADED-0F3BF8F57C57}" type="presParOf" srcId="{B2242BF8-6A18-428C-AAF5-ABBDA81D12DE}" destId="{1256DFDD-0D84-4991-8E47-DB215B5BD5F6}" srcOrd="3" destOrd="0" presId="urn:microsoft.com/office/officeart/2018/5/layout/IconCircleLabelList"/>
    <dgm:cxn modelId="{BE66E768-2986-48E4-8429-18E1C2513345}" type="presParOf" srcId="{FFB5216F-746D-4310-8C32-E5F33C64620F}" destId="{21B0CD62-8D7B-4165-8A35-36B711368CC8}" srcOrd="3" destOrd="0" presId="urn:microsoft.com/office/officeart/2018/5/layout/IconCircleLabelList"/>
    <dgm:cxn modelId="{0B0F3CBD-AF48-49AF-B510-90C4FF12BD3A}" type="presParOf" srcId="{FFB5216F-746D-4310-8C32-E5F33C64620F}" destId="{C81BB252-B1C1-48C5-B4F4-651974F059DD}" srcOrd="4" destOrd="0" presId="urn:microsoft.com/office/officeart/2018/5/layout/IconCircleLabelList"/>
    <dgm:cxn modelId="{CE925FCC-37CC-4364-AEF7-20A3DA323D13}" type="presParOf" srcId="{C81BB252-B1C1-48C5-B4F4-651974F059DD}" destId="{B94DAE0E-D4AF-4041-8B52-E970B587E6F3}" srcOrd="0" destOrd="0" presId="urn:microsoft.com/office/officeart/2018/5/layout/IconCircleLabelList"/>
    <dgm:cxn modelId="{3E2096F8-748C-4FEB-ADB2-4691269F0E26}" type="presParOf" srcId="{C81BB252-B1C1-48C5-B4F4-651974F059DD}" destId="{D49651B7-4E71-4A4A-93B2-18FC3005FAAE}" srcOrd="1" destOrd="0" presId="urn:microsoft.com/office/officeart/2018/5/layout/IconCircleLabelList"/>
    <dgm:cxn modelId="{0476E089-1EDF-4815-AC23-82D68CD3FBB1}" type="presParOf" srcId="{C81BB252-B1C1-48C5-B4F4-651974F059DD}" destId="{36B55808-EBD2-4179-8129-616ED190D993}" srcOrd="2" destOrd="0" presId="urn:microsoft.com/office/officeart/2018/5/layout/IconCircleLabelList"/>
    <dgm:cxn modelId="{7E34A133-B449-49F3-9A92-A445F2504D8C}" type="presParOf" srcId="{C81BB252-B1C1-48C5-B4F4-651974F059DD}" destId="{FC486DAB-0B07-46D3-8E3B-9F6E38E217CC}" srcOrd="3" destOrd="0" presId="urn:microsoft.com/office/officeart/2018/5/layout/IconCircleLabelList"/>
    <dgm:cxn modelId="{361DC68B-8252-4AC5-AB12-1130E53EDB44}" type="presParOf" srcId="{FFB5216F-746D-4310-8C32-E5F33C64620F}" destId="{1C780008-A939-485F-82CC-75A5E790231C}" srcOrd="5" destOrd="0" presId="urn:microsoft.com/office/officeart/2018/5/layout/IconCircleLabelList"/>
    <dgm:cxn modelId="{18CB0B4D-09D6-4736-99F9-1EFACFE46B46}" type="presParOf" srcId="{FFB5216F-746D-4310-8C32-E5F33C64620F}" destId="{49341BE9-60DB-4388-8FBC-C7BFFF85DC0B}" srcOrd="6" destOrd="0" presId="urn:microsoft.com/office/officeart/2018/5/layout/IconCircleLabelList"/>
    <dgm:cxn modelId="{B4F2212B-53A4-4F05-86B5-3C1DDC2653B9}" type="presParOf" srcId="{49341BE9-60DB-4388-8FBC-C7BFFF85DC0B}" destId="{EE77424B-C0D7-4161-8DF0-CB589433D159}" srcOrd="0" destOrd="0" presId="urn:microsoft.com/office/officeart/2018/5/layout/IconCircleLabelList"/>
    <dgm:cxn modelId="{47F02732-A2CC-4858-B2E3-F28F76D80B0D}" type="presParOf" srcId="{49341BE9-60DB-4388-8FBC-C7BFFF85DC0B}" destId="{57D94197-911A-4CC7-BBCE-F5742DAC89E2}" srcOrd="1" destOrd="0" presId="urn:microsoft.com/office/officeart/2018/5/layout/IconCircleLabelList"/>
    <dgm:cxn modelId="{06390DE6-470F-481B-BD79-E45A35F9F353}" type="presParOf" srcId="{49341BE9-60DB-4388-8FBC-C7BFFF85DC0B}" destId="{95040E47-4F7A-41DF-AC77-B2B8C42ABA8F}" srcOrd="2" destOrd="0" presId="urn:microsoft.com/office/officeart/2018/5/layout/IconCircleLabelList"/>
    <dgm:cxn modelId="{6A515413-5C5D-49C5-9493-EC6710F82988}" type="presParOf" srcId="{49341BE9-60DB-4388-8FBC-C7BFFF85DC0B}" destId="{247D5AF3-6ACE-49AB-9BBB-E8990302E485}" srcOrd="3" destOrd="0" presId="urn:microsoft.com/office/officeart/2018/5/layout/IconCircleLabelList"/>
    <dgm:cxn modelId="{853E276D-B801-4D45-BD16-33E17874B663}" type="presParOf" srcId="{FFB5216F-746D-4310-8C32-E5F33C64620F}" destId="{B8D70CEC-3766-44C2-BD85-1CBD8433A185}" srcOrd="7" destOrd="0" presId="urn:microsoft.com/office/officeart/2018/5/layout/IconCircleLabelList"/>
    <dgm:cxn modelId="{6A850CF7-6880-475F-A0CE-B88B78A53E68}" type="presParOf" srcId="{FFB5216F-746D-4310-8C32-E5F33C64620F}" destId="{CE7B833F-5D9C-456C-8284-0AC4F8B30AF3}" srcOrd="8" destOrd="0" presId="urn:microsoft.com/office/officeart/2018/5/layout/IconCircleLabelList"/>
    <dgm:cxn modelId="{1D4A4F96-D882-427F-86D9-DB701C8BD162}" type="presParOf" srcId="{CE7B833F-5D9C-456C-8284-0AC4F8B30AF3}" destId="{2DB00702-E2FA-4306-BB67-AD1531F6B173}" srcOrd="0" destOrd="0" presId="urn:microsoft.com/office/officeart/2018/5/layout/IconCircleLabelList"/>
    <dgm:cxn modelId="{B109D083-06E9-422D-927B-2CC1005C9ABC}" type="presParOf" srcId="{CE7B833F-5D9C-456C-8284-0AC4F8B30AF3}" destId="{6B3DF6BE-C606-4D6B-B5F0-34856B84122D}" srcOrd="1" destOrd="0" presId="urn:microsoft.com/office/officeart/2018/5/layout/IconCircleLabelList"/>
    <dgm:cxn modelId="{AA68DB0F-D249-4E84-8607-F4CEF4C2CD40}" type="presParOf" srcId="{CE7B833F-5D9C-456C-8284-0AC4F8B30AF3}" destId="{75A55C20-A422-4B28-A5E2-0214AF1948CF}" srcOrd="2" destOrd="0" presId="urn:microsoft.com/office/officeart/2018/5/layout/IconCircleLabelList"/>
    <dgm:cxn modelId="{0CE79E4F-25D4-4563-8E98-E3F47BB243EC}" type="presParOf" srcId="{CE7B833F-5D9C-456C-8284-0AC4F8B30AF3}" destId="{5C34484A-A948-4AEC-82A2-3C9244AEE4B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A0EAB7-8EBF-42A1-8C76-0279E7F4166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A895EFE-1AC3-4A70-B013-BA7ACFAB9D09}">
      <dgm:prSet/>
      <dgm:spPr/>
      <dgm:t>
        <a:bodyPr/>
        <a:lstStyle/>
        <a:p>
          <a:pPr rtl="0"/>
          <a:r>
            <a:rPr lang="fr-FR" b="1" dirty="0"/>
            <a:t>Objectifs pédagogiques :</a:t>
          </a:r>
          <a:r>
            <a:rPr lang="fr-FR" b="1" dirty="0">
              <a:latin typeface="Calibri Light" panose="020F0302020204030204"/>
            </a:rPr>
            <a:t> </a:t>
          </a:r>
          <a:endParaRPr lang="fr-FR" b="1" dirty="0"/>
        </a:p>
      </dgm:t>
    </dgm:pt>
    <dgm:pt modelId="{487CC6C8-29F3-49A6-884D-F117CDD9B93F}" type="parTrans" cxnId="{24BFE1D6-67E6-4D57-88BD-36AFB8602D77}">
      <dgm:prSet/>
      <dgm:spPr/>
      <dgm:t>
        <a:bodyPr/>
        <a:lstStyle/>
        <a:p>
          <a:endParaRPr lang="en-US"/>
        </a:p>
      </dgm:t>
    </dgm:pt>
    <dgm:pt modelId="{9EFCBBA9-C238-4BB0-8ED1-D110C652C068}" type="sibTrans" cxnId="{24BFE1D6-67E6-4D57-88BD-36AFB8602D77}">
      <dgm:prSet/>
      <dgm:spPr/>
      <dgm:t>
        <a:bodyPr/>
        <a:lstStyle/>
        <a:p>
          <a:endParaRPr lang="en-US"/>
        </a:p>
      </dgm:t>
    </dgm:pt>
    <dgm:pt modelId="{19C8D4C1-D44B-4D47-9B7D-3E0CFCE1DE6A}">
      <dgm:prSet/>
      <dgm:spPr/>
      <dgm:t>
        <a:bodyPr/>
        <a:lstStyle/>
        <a:p>
          <a:r>
            <a:rPr lang="fr-FR" dirty="0"/>
            <a:t>Identifier les principaux risques liés aux travaux à proximité des réseaux.</a:t>
          </a:r>
          <a:endParaRPr lang="en-US" dirty="0"/>
        </a:p>
      </dgm:t>
    </dgm:pt>
    <dgm:pt modelId="{961DC8D9-F706-4715-9604-2CF8907A4FB6}" type="parTrans" cxnId="{1956529B-FA03-48D8-ADEC-78B79BBBDE3A}">
      <dgm:prSet/>
      <dgm:spPr/>
      <dgm:t>
        <a:bodyPr/>
        <a:lstStyle/>
        <a:p>
          <a:endParaRPr lang="en-US"/>
        </a:p>
      </dgm:t>
    </dgm:pt>
    <dgm:pt modelId="{A5D2D3CB-2A5D-4237-BF9B-87A0882E4E44}" type="sibTrans" cxnId="{1956529B-FA03-48D8-ADEC-78B79BBBDE3A}">
      <dgm:prSet/>
      <dgm:spPr/>
      <dgm:t>
        <a:bodyPr/>
        <a:lstStyle/>
        <a:p>
          <a:endParaRPr lang="en-US"/>
        </a:p>
      </dgm:t>
    </dgm:pt>
    <dgm:pt modelId="{CB9F47DA-2672-4DB0-9DA5-37F39DE0231C}">
      <dgm:prSet/>
      <dgm:spPr/>
      <dgm:t>
        <a:bodyPr/>
        <a:lstStyle/>
        <a:p>
          <a:r>
            <a:rPr lang="fr-FR" dirty="0"/>
            <a:t>Connaître les mesures de prévention à appliquer selon le type de réseau.</a:t>
          </a:r>
          <a:endParaRPr lang="en-US" dirty="0"/>
        </a:p>
      </dgm:t>
    </dgm:pt>
    <dgm:pt modelId="{3098A5DC-3040-49CA-9F9C-3149E66CFED4}" type="parTrans" cxnId="{9347D2BB-1F6E-4A5E-A46E-A98FCA8C55FF}">
      <dgm:prSet/>
      <dgm:spPr/>
      <dgm:t>
        <a:bodyPr/>
        <a:lstStyle/>
        <a:p>
          <a:endParaRPr lang="en-US"/>
        </a:p>
      </dgm:t>
    </dgm:pt>
    <dgm:pt modelId="{A2BF11C8-B309-47DF-B9CE-04681C29823F}" type="sibTrans" cxnId="{9347D2BB-1F6E-4A5E-A46E-A98FCA8C55FF}">
      <dgm:prSet/>
      <dgm:spPr/>
      <dgm:t>
        <a:bodyPr/>
        <a:lstStyle/>
        <a:p>
          <a:endParaRPr lang="en-US"/>
        </a:p>
      </dgm:t>
    </dgm:pt>
    <dgm:pt modelId="{D232F99F-5D89-4CB2-A267-31AFEF9DB108}">
      <dgm:prSet/>
      <dgm:spPr/>
      <dgm:t>
        <a:bodyPr/>
        <a:lstStyle/>
        <a:p>
          <a:r>
            <a:rPr lang="fr-FR" dirty="0"/>
            <a:t>Adopter un comportement sécuritaire en présence de réseaux enterrés ou aériens.</a:t>
          </a:r>
          <a:endParaRPr lang="en-US" dirty="0"/>
        </a:p>
      </dgm:t>
    </dgm:pt>
    <dgm:pt modelId="{9694C6F6-8D3A-4436-A0E3-044510FF26FE}" type="parTrans" cxnId="{A18BF8E8-6BA3-4F77-82F9-73FF1D06C650}">
      <dgm:prSet/>
      <dgm:spPr/>
      <dgm:t>
        <a:bodyPr/>
        <a:lstStyle/>
        <a:p>
          <a:endParaRPr lang="en-US"/>
        </a:p>
      </dgm:t>
    </dgm:pt>
    <dgm:pt modelId="{689722D2-0315-460A-922B-CE1C082AF72F}" type="sibTrans" cxnId="{A18BF8E8-6BA3-4F77-82F9-73FF1D06C650}">
      <dgm:prSet/>
      <dgm:spPr/>
      <dgm:t>
        <a:bodyPr/>
        <a:lstStyle/>
        <a:p>
          <a:endParaRPr lang="en-US"/>
        </a:p>
      </dgm:t>
    </dgm:pt>
    <dgm:pt modelId="{4A54056E-9EB5-4342-93A9-747E520FFD27}" type="pres">
      <dgm:prSet presAssocID="{11A0EAB7-8EBF-42A1-8C76-0279E7F41660}" presName="root" presStyleCnt="0">
        <dgm:presLayoutVars>
          <dgm:dir/>
          <dgm:resizeHandles val="exact"/>
        </dgm:presLayoutVars>
      </dgm:prSet>
      <dgm:spPr/>
    </dgm:pt>
    <dgm:pt modelId="{B3DA0CE6-027B-4147-9723-2FB168E2D11A}" type="pres">
      <dgm:prSet presAssocID="{9A895EFE-1AC3-4A70-B013-BA7ACFAB9D09}" presName="compNode" presStyleCnt="0"/>
      <dgm:spPr/>
    </dgm:pt>
    <dgm:pt modelId="{C1F59480-884B-4ED9-BCE1-9BCE73F3CE63}" type="pres">
      <dgm:prSet presAssocID="{9A895EFE-1AC3-4A70-B013-BA7ACFAB9D09}" presName="bgRect" presStyleLbl="bgShp" presStyleIdx="0" presStyleCnt="4"/>
      <dgm:spPr/>
    </dgm:pt>
    <dgm:pt modelId="{4EE38577-A380-408E-8ADC-A87658B6BD30}" type="pres">
      <dgm:prSet presAssocID="{9A895EFE-1AC3-4A70-B013-BA7ACFAB9D0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lle"/>
        </a:ext>
      </dgm:extLst>
    </dgm:pt>
    <dgm:pt modelId="{68E5AC21-65BB-4DA2-A354-2704E36D2D7C}" type="pres">
      <dgm:prSet presAssocID="{9A895EFE-1AC3-4A70-B013-BA7ACFAB9D09}" presName="spaceRect" presStyleCnt="0"/>
      <dgm:spPr/>
    </dgm:pt>
    <dgm:pt modelId="{EE8F05DF-E40B-4172-AB7C-5E817AA8DD8F}" type="pres">
      <dgm:prSet presAssocID="{9A895EFE-1AC3-4A70-B013-BA7ACFAB9D09}" presName="parTx" presStyleLbl="revTx" presStyleIdx="0" presStyleCnt="4">
        <dgm:presLayoutVars>
          <dgm:chMax val="0"/>
          <dgm:chPref val="0"/>
        </dgm:presLayoutVars>
      </dgm:prSet>
      <dgm:spPr/>
    </dgm:pt>
    <dgm:pt modelId="{42A5690E-6CB1-4FD8-A43F-55EF6CD43751}" type="pres">
      <dgm:prSet presAssocID="{9EFCBBA9-C238-4BB0-8ED1-D110C652C068}" presName="sibTrans" presStyleCnt="0"/>
      <dgm:spPr/>
    </dgm:pt>
    <dgm:pt modelId="{AF362270-23EF-44D8-96F5-C931C312F24A}" type="pres">
      <dgm:prSet presAssocID="{19C8D4C1-D44B-4D47-9B7D-3E0CFCE1DE6A}" presName="compNode" presStyleCnt="0"/>
      <dgm:spPr/>
    </dgm:pt>
    <dgm:pt modelId="{25E6F4C8-BBD1-4BB5-B436-850850E9BBB9}" type="pres">
      <dgm:prSet presAssocID="{19C8D4C1-D44B-4D47-9B7D-3E0CFCE1DE6A}" presName="bgRect" presStyleLbl="bgShp" presStyleIdx="1" presStyleCnt="4"/>
      <dgm:spPr/>
    </dgm:pt>
    <dgm:pt modelId="{4B32945C-BB68-40D7-B5D5-3896AEFF76AC}" type="pres">
      <dgm:prSet presAssocID="{19C8D4C1-D44B-4D47-9B7D-3E0CFCE1DE6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vertissement"/>
        </a:ext>
      </dgm:extLst>
    </dgm:pt>
    <dgm:pt modelId="{0795EC9C-1B07-49EB-8EF9-6BB94991F923}" type="pres">
      <dgm:prSet presAssocID="{19C8D4C1-D44B-4D47-9B7D-3E0CFCE1DE6A}" presName="spaceRect" presStyleCnt="0"/>
      <dgm:spPr/>
    </dgm:pt>
    <dgm:pt modelId="{41CBF2B4-2673-4E28-B4C6-ED456E23648E}" type="pres">
      <dgm:prSet presAssocID="{19C8D4C1-D44B-4D47-9B7D-3E0CFCE1DE6A}" presName="parTx" presStyleLbl="revTx" presStyleIdx="1" presStyleCnt="4">
        <dgm:presLayoutVars>
          <dgm:chMax val="0"/>
          <dgm:chPref val="0"/>
        </dgm:presLayoutVars>
      </dgm:prSet>
      <dgm:spPr/>
    </dgm:pt>
    <dgm:pt modelId="{A7DA3DB5-ACDA-4D43-8269-1F16246084FD}" type="pres">
      <dgm:prSet presAssocID="{A5D2D3CB-2A5D-4237-BF9B-87A0882E4E44}" presName="sibTrans" presStyleCnt="0"/>
      <dgm:spPr/>
    </dgm:pt>
    <dgm:pt modelId="{21540089-9965-4594-BA4B-8C60CF3B19FD}" type="pres">
      <dgm:prSet presAssocID="{CB9F47DA-2672-4DB0-9DA5-37F39DE0231C}" presName="compNode" presStyleCnt="0"/>
      <dgm:spPr/>
    </dgm:pt>
    <dgm:pt modelId="{60205C92-EDFD-4D42-996E-4A088D9A2D68}" type="pres">
      <dgm:prSet presAssocID="{CB9F47DA-2672-4DB0-9DA5-37F39DE0231C}" presName="bgRect" presStyleLbl="bgShp" presStyleIdx="2" presStyleCnt="4"/>
      <dgm:spPr/>
    </dgm:pt>
    <dgm:pt modelId="{43499B3F-9FF7-4874-BBA5-C99FB5F051AE}" type="pres">
      <dgm:prSet presAssocID="{CB9F47DA-2672-4DB0-9DA5-37F39DE0231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che"/>
        </a:ext>
      </dgm:extLst>
    </dgm:pt>
    <dgm:pt modelId="{CC928260-A8A9-46C2-B6EB-89D1F7C22579}" type="pres">
      <dgm:prSet presAssocID="{CB9F47DA-2672-4DB0-9DA5-37F39DE0231C}" presName="spaceRect" presStyleCnt="0"/>
      <dgm:spPr/>
    </dgm:pt>
    <dgm:pt modelId="{FD0C7120-1737-47C7-A695-98EC425CAAD5}" type="pres">
      <dgm:prSet presAssocID="{CB9F47DA-2672-4DB0-9DA5-37F39DE0231C}" presName="parTx" presStyleLbl="revTx" presStyleIdx="2" presStyleCnt="4">
        <dgm:presLayoutVars>
          <dgm:chMax val="0"/>
          <dgm:chPref val="0"/>
        </dgm:presLayoutVars>
      </dgm:prSet>
      <dgm:spPr/>
    </dgm:pt>
    <dgm:pt modelId="{D3645076-5C5C-4C83-8A0E-11DAC7C1EB7A}" type="pres">
      <dgm:prSet presAssocID="{A2BF11C8-B309-47DF-B9CE-04681C29823F}" presName="sibTrans" presStyleCnt="0"/>
      <dgm:spPr/>
    </dgm:pt>
    <dgm:pt modelId="{0CCC1AB9-F139-4514-88E5-FC84E5BAC2DF}" type="pres">
      <dgm:prSet presAssocID="{D232F99F-5D89-4CB2-A267-31AFEF9DB108}" presName="compNode" presStyleCnt="0"/>
      <dgm:spPr/>
    </dgm:pt>
    <dgm:pt modelId="{DBBAD6CE-76EC-4985-AA9D-1C16F3ADCC1F}" type="pres">
      <dgm:prSet presAssocID="{D232F99F-5D89-4CB2-A267-31AFEF9DB108}" presName="bgRect" presStyleLbl="bgShp" presStyleIdx="3" presStyleCnt="4"/>
      <dgm:spPr/>
    </dgm:pt>
    <dgm:pt modelId="{1DF95184-F10E-4136-A2AF-DCD6E914902D}" type="pres">
      <dgm:prSet presAssocID="{D232F99F-5D89-4CB2-A267-31AFEF9DB10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CD52A31A-C7B4-407A-AFB2-22CBBA896C03}" type="pres">
      <dgm:prSet presAssocID="{D232F99F-5D89-4CB2-A267-31AFEF9DB108}" presName="spaceRect" presStyleCnt="0"/>
      <dgm:spPr/>
    </dgm:pt>
    <dgm:pt modelId="{CB6089F5-90D6-4EB4-AD4E-37458751E47D}" type="pres">
      <dgm:prSet presAssocID="{D232F99F-5D89-4CB2-A267-31AFEF9DB108}" presName="parTx" presStyleLbl="revTx" presStyleIdx="3" presStyleCnt="4">
        <dgm:presLayoutVars>
          <dgm:chMax val="0"/>
          <dgm:chPref val="0"/>
        </dgm:presLayoutVars>
      </dgm:prSet>
      <dgm:spPr/>
    </dgm:pt>
  </dgm:ptLst>
  <dgm:cxnLst>
    <dgm:cxn modelId="{AFA46F11-0935-4040-9799-A2082B7F2A6F}" type="presOf" srcId="{11A0EAB7-8EBF-42A1-8C76-0279E7F41660}" destId="{4A54056E-9EB5-4342-93A9-747E520FFD27}" srcOrd="0" destOrd="0" presId="urn:microsoft.com/office/officeart/2018/2/layout/IconVerticalSolidList"/>
    <dgm:cxn modelId="{1956529B-FA03-48D8-ADEC-78B79BBBDE3A}" srcId="{11A0EAB7-8EBF-42A1-8C76-0279E7F41660}" destId="{19C8D4C1-D44B-4D47-9B7D-3E0CFCE1DE6A}" srcOrd="1" destOrd="0" parTransId="{961DC8D9-F706-4715-9604-2CF8907A4FB6}" sibTransId="{A5D2D3CB-2A5D-4237-BF9B-87A0882E4E44}"/>
    <dgm:cxn modelId="{6BBA59B7-3F5D-496C-9724-8644DDC4EB9B}" type="presOf" srcId="{D232F99F-5D89-4CB2-A267-31AFEF9DB108}" destId="{CB6089F5-90D6-4EB4-AD4E-37458751E47D}" srcOrd="0" destOrd="0" presId="urn:microsoft.com/office/officeart/2018/2/layout/IconVerticalSolidList"/>
    <dgm:cxn modelId="{9347D2BB-1F6E-4A5E-A46E-A98FCA8C55FF}" srcId="{11A0EAB7-8EBF-42A1-8C76-0279E7F41660}" destId="{CB9F47DA-2672-4DB0-9DA5-37F39DE0231C}" srcOrd="2" destOrd="0" parTransId="{3098A5DC-3040-49CA-9F9C-3149E66CFED4}" sibTransId="{A2BF11C8-B309-47DF-B9CE-04681C29823F}"/>
    <dgm:cxn modelId="{2C4E3ED5-BFC9-4899-8E5F-3F4F6B94040F}" type="presOf" srcId="{9A895EFE-1AC3-4A70-B013-BA7ACFAB9D09}" destId="{EE8F05DF-E40B-4172-AB7C-5E817AA8DD8F}" srcOrd="0" destOrd="0" presId="urn:microsoft.com/office/officeart/2018/2/layout/IconVerticalSolidList"/>
    <dgm:cxn modelId="{24BFE1D6-67E6-4D57-88BD-36AFB8602D77}" srcId="{11A0EAB7-8EBF-42A1-8C76-0279E7F41660}" destId="{9A895EFE-1AC3-4A70-B013-BA7ACFAB9D09}" srcOrd="0" destOrd="0" parTransId="{487CC6C8-29F3-49A6-884D-F117CDD9B93F}" sibTransId="{9EFCBBA9-C238-4BB0-8ED1-D110C652C068}"/>
    <dgm:cxn modelId="{A5798EE2-ADEE-4C07-96DF-248732920AEF}" type="presOf" srcId="{19C8D4C1-D44B-4D47-9B7D-3E0CFCE1DE6A}" destId="{41CBF2B4-2673-4E28-B4C6-ED456E23648E}" srcOrd="0" destOrd="0" presId="urn:microsoft.com/office/officeart/2018/2/layout/IconVerticalSolidList"/>
    <dgm:cxn modelId="{71C2B8E7-CBBB-4283-BE73-EAB883D06F83}" type="presOf" srcId="{CB9F47DA-2672-4DB0-9DA5-37F39DE0231C}" destId="{FD0C7120-1737-47C7-A695-98EC425CAAD5}" srcOrd="0" destOrd="0" presId="urn:microsoft.com/office/officeart/2018/2/layout/IconVerticalSolidList"/>
    <dgm:cxn modelId="{A18BF8E8-6BA3-4F77-82F9-73FF1D06C650}" srcId="{11A0EAB7-8EBF-42A1-8C76-0279E7F41660}" destId="{D232F99F-5D89-4CB2-A267-31AFEF9DB108}" srcOrd="3" destOrd="0" parTransId="{9694C6F6-8D3A-4436-A0E3-044510FF26FE}" sibTransId="{689722D2-0315-460A-922B-CE1C082AF72F}"/>
    <dgm:cxn modelId="{28B26691-E75B-4422-84D0-D437C15B762C}" type="presParOf" srcId="{4A54056E-9EB5-4342-93A9-747E520FFD27}" destId="{B3DA0CE6-027B-4147-9723-2FB168E2D11A}" srcOrd="0" destOrd="0" presId="urn:microsoft.com/office/officeart/2018/2/layout/IconVerticalSolidList"/>
    <dgm:cxn modelId="{1DBBBC64-3AE8-454D-ADC0-FDCE42BA1447}" type="presParOf" srcId="{B3DA0CE6-027B-4147-9723-2FB168E2D11A}" destId="{C1F59480-884B-4ED9-BCE1-9BCE73F3CE63}" srcOrd="0" destOrd="0" presId="urn:microsoft.com/office/officeart/2018/2/layout/IconVerticalSolidList"/>
    <dgm:cxn modelId="{77640237-5867-4FE6-AD54-101752A629B3}" type="presParOf" srcId="{B3DA0CE6-027B-4147-9723-2FB168E2D11A}" destId="{4EE38577-A380-408E-8ADC-A87658B6BD30}" srcOrd="1" destOrd="0" presId="urn:microsoft.com/office/officeart/2018/2/layout/IconVerticalSolidList"/>
    <dgm:cxn modelId="{762107EE-7B2A-457B-8DD1-B226DCAA2F24}" type="presParOf" srcId="{B3DA0CE6-027B-4147-9723-2FB168E2D11A}" destId="{68E5AC21-65BB-4DA2-A354-2704E36D2D7C}" srcOrd="2" destOrd="0" presId="urn:microsoft.com/office/officeart/2018/2/layout/IconVerticalSolidList"/>
    <dgm:cxn modelId="{4F6B15B3-ED93-45FC-B479-2B20C7FF1ABF}" type="presParOf" srcId="{B3DA0CE6-027B-4147-9723-2FB168E2D11A}" destId="{EE8F05DF-E40B-4172-AB7C-5E817AA8DD8F}" srcOrd="3" destOrd="0" presId="urn:microsoft.com/office/officeart/2018/2/layout/IconVerticalSolidList"/>
    <dgm:cxn modelId="{642F8FAA-1C9F-4CB3-8CDE-498EFF3088B1}" type="presParOf" srcId="{4A54056E-9EB5-4342-93A9-747E520FFD27}" destId="{42A5690E-6CB1-4FD8-A43F-55EF6CD43751}" srcOrd="1" destOrd="0" presId="urn:microsoft.com/office/officeart/2018/2/layout/IconVerticalSolidList"/>
    <dgm:cxn modelId="{8A2706FD-43E7-4252-AC5B-EAE31FB9DBFB}" type="presParOf" srcId="{4A54056E-9EB5-4342-93A9-747E520FFD27}" destId="{AF362270-23EF-44D8-96F5-C931C312F24A}" srcOrd="2" destOrd="0" presId="urn:microsoft.com/office/officeart/2018/2/layout/IconVerticalSolidList"/>
    <dgm:cxn modelId="{27882030-E84E-4A26-B900-295581DA6283}" type="presParOf" srcId="{AF362270-23EF-44D8-96F5-C931C312F24A}" destId="{25E6F4C8-BBD1-4BB5-B436-850850E9BBB9}" srcOrd="0" destOrd="0" presId="urn:microsoft.com/office/officeart/2018/2/layout/IconVerticalSolidList"/>
    <dgm:cxn modelId="{0DF0277E-2628-4CD2-BBDD-E631086A5681}" type="presParOf" srcId="{AF362270-23EF-44D8-96F5-C931C312F24A}" destId="{4B32945C-BB68-40D7-B5D5-3896AEFF76AC}" srcOrd="1" destOrd="0" presId="urn:microsoft.com/office/officeart/2018/2/layout/IconVerticalSolidList"/>
    <dgm:cxn modelId="{F91394CE-5727-469D-9D3B-BB588E6DE8AC}" type="presParOf" srcId="{AF362270-23EF-44D8-96F5-C931C312F24A}" destId="{0795EC9C-1B07-49EB-8EF9-6BB94991F923}" srcOrd="2" destOrd="0" presId="urn:microsoft.com/office/officeart/2018/2/layout/IconVerticalSolidList"/>
    <dgm:cxn modelId="{71AE8387-BE65-470F-AD27-385032322B1F}" type="presParOf" srcId="{AF362270-23EF-44D8-96F5-C931C312F24A}" destId="{41CBF2B4-2673-4E28-B4C6-ED456E23648E}" srcOrd="3" destOrd="0" presId="urn:microsoft.com/office/officeart/2018/2/layout/IconVerticalSolidList"/>
    <dgm:cxn modelId="{D71A7BC6-E59D-4C5E-8980-07D6E1B6F7EB}" type="presParOf" srcId="{4A54056E-9EB5-4342-93A9-747E520FFD27}" destId="{A7DA3DB5-ACDA-4D43-8269-1F16246084FD}" srcOrd="3" destOrd="0" presId="urn:microsoft.com/office/officeart/2018/2/layout/IconVerticalSolidList"/>
    <dgm:cxn modelId="{ACA91C62-2353-4759-A0BE-F920791DF6FD}" type="presParOf" srcId="{4A54056E-9EB5-4342-93A9-747E520FFD27}" destId="{21540089-9965-4594-BA4B-8C60CF3B19FD}" srcOrd="4" destOrd="0" presId="urn:microsoft.com/office/officeart/2018/2/layout/IconVerticalSolidList"/>
    <dgm:cxn modelId="{F669981C-6FBD-4467-B55F-E0F43406C9B5}" type="presParOf" srcId="{21540089-9965-4594-BA4B-8C60CF3B19FD}" destId="{60205C92-EDFD-4D42-996E-4A088D9A2D68}" srcOrd="0" destOrd="0" presId="urn:microsoft.com/office/officeart/2018/2/layout/IconVerticalSolidList"/>
    <dgm:cxn modelId="{FD93F222-B4F5-442B-9ACE-E81732523DBB}" type="presParOf" srcId="{21540089-9965-4594-BA4B-8C60CF3B19FD}" destId="{43499B3F-9FF7-4874-BBA5-C99FB5F051AE}" srcOrd="1" destOrd="0" presId="urn:microsoft.com/office/officeart/2018/2/layout/IconVerticalSolidList"/>
    <dgm:cxn modelId="{68259366-6FBE-4340-97FF-3C9A3289F4B6}" type="presParOf" srcId="{21540089-9965-4594-BA4B-8C60CF3B19FD}" destId="{CC928260-A8A9-46C2-B6EB-89D1F7C22579}" srcOrd="2" destOrd="0" presId="urn:microsoft.com/office/officeart/2018/2/layout/IconVerticalSolidList"/>
    <dgm:cxn modelId="{6D429A47-F27B-4163-9106-B72E164B4820}" type="presParOf" srcId="{21540089-9965-4594-BA4B-8C60CF3B19FD}" destId="{FD0C7120-1737-47C7-A695-98EC425CAAD5}" srcOrd="3" destOrd="0" presId="urn:microsoft.com/office/officeart/2018/2/layout/IconVerticalSolidList"/>
    <dgm:cxn modelId="{BA6A0E9B-5D14-4E61-BFFA-69BCB7050FCE}" type="presParOf" srcId="{4A54056E-9EB5-4342-93A9-747E520FFD27}" destId="{D3645076-5C5C-4C83-8A0E-11DAC7C1EB7A}" srcOrd="5" destOrd="0" presId="urn:microsoft.com/office/officeart/2018/2/layout/IconVerticalSolidList"/>
    <dgm:cxn modelId="{B64C7529-E87A-4D58-8514-FEDA2C069085}" type="presParOf" srcId="{4A54056E-9EB5-4342-93A9-747E520FFD27}" destId="{0CCC1AB9-F139-4514-88E5-FC84E5BAC2DF}" srcOrd="6" destOrd="0" presId="urn:microsoft.com/office/officeart/2018/2/layout/IconVerticalSolidList"/>
    <dgm:cxn modelId="{FED900C3-8B81-4686-B6FE-C099AD521E66}" type="presParOf" srcId="{0CCC1AB9-F139-4514-88E5-FC84E5BAC2DF}" destId="{DBBAD6CE-76EC-4985-AA9D-1C16F3ADCC1F}" srcOrd="0" destOrd="0" presId="urn:microsoft.com/office/officeart/2018/2/layout/IconVerticalSolidList"/>
    <dgm:cxn modelId="{864C51D8-6E72-4E16-B81C-7CA21A9FFC38}" type="presParOf" srcId="{0CCC1AB9-F139-4514-88E5-FC84E5BAC2DF}" destId="{1DF95184-F10E-4136-A2AF-DCD6E914902D}" srcOrd="1" destOrd="0" presId="urn:microsoft.com/office/officeart/2018/2/layout/IconVerticalSolidList"/>
    <dgm:cxn modelId="{AD14F01B-6527-4BBD-ACF2-5AA54CEE73BC}" type="presParOf" srcId="{0CCC1AB9-F139-4514-88E5-FC84E5BAC2DF}" destId="{CD52A31A-C7B4-407A-AFB2-22CBBA896C03}" srcOrd="2" destOrd="0" presId="urn:microsoft.com/office/officeart/2018/2/layout/IconVerticalSolidList"/>
    <dgm:cxn modelId="{9CCFCFA0-1AB2-40D0-AF3F-6AEF6EF5CEAF}" type="presParOf" srcId="{0CCC1AB9-F139-4514-88E5-FC84E5BAC2DF}" destId="{CB6089F5-90D6-4EB4-AD4E-37458751E47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EDA779-C4FA-46D6-8CF3-DDD8FDD04469}"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8A8F271-3A40-4072-B9A8-ADDB43AB6359}">
      <dgm:prSet/>
      <dgm:spPr/>
      <dgm:t>
        <a:bodyPr/>
        <a:lstStyle/>
        <a:p>
          <a:pPr>
            <a:defRPr cap="all"/>
          </a:pPr>
          <a:r>
            <a:rPr lang="fr-FR" b="1"/>
            <a:t>Risques humains</a:t>
          </a:r>
          <a:r>
            <a:rPr lang="fr-FR"/>
            <a:t> : électrocution, brûlures graves, risques de chute, blessures.</a:t>
          </a:r>
          <a:endParaRPr lang="en-US"/>
        </a:p>
      </dgm:t>
    </dgm:pt>
    <dgm:pt modelId="{76F7B504-E685-40AB-BC4B-8AF671826E2D}" type="parTrans" cxnId="{90A0E01B-6000-46F9-819B-EF95EE4FA913}">
      <dgm:prSet/>
      <dgm:spPr/>
      <dgm:t>
        <a:bodyPr/>
        <a:lstStyle/>
        <a:p>
          <a:endParaRPr lang="en-US"/>
        </a:p>
      </dgm:t>
    </dgm:pt>
    <dgm:pt modelId="{AA2D0F0D-2109-4DA6-B20C-B610F192C255}" type="sibTrans" cxnId="{90A0E01B-6000-46F9-819B-EF95EE4FA913}">
      <dgm:prSet/>
      <dgm:spPr/>
      <dgm:t>
        <a:bodyPr/>
        <a:lstStyle/>
        <a:p>
          <a:endParaRPr lang="en-US"/>
        </a:p>
      </dgm:t>
    </dgm:pt>
    <dgm:pt modelId="{34920EBC-F519-457F-86A1-CCD1E4491F69}">
      <dgm:prSet/>
      <dgm:spPr/>
      <dgm:t>
        <a:bodyPr/>
        <a:lstStyle/>
        <a:p>
          <a:pPr>
            <a:defRPr cap="all"/>
          </a:pPr>
          <a:r>
            <a:rPr lang="fr-FR" b="1"/>
            <a:t>Conséquences légales</a:t>
          </a:r>
          <a:r>
            <a:rPr lang="fr-FR"/>
            <a:t> : responsabilité civile et pénale pouvant engager l’opérateur et l’entreprise.</a:t>
          </a:r>
          <a:endParaRPr lang="en-US"/>
        </a:p>
      </dgm:t>
    </dgm:pt>
    <dgm:pt modelId="{07955FF9-551A-47FE-B5C1-5F3414929508}" type="parTrans" cxnId="{CC7A1836-8A37-4903-98B6-F1C6D284DB37}">
      <dgm:prSet/>
      <dgm:spPr/>
      <dgm:t>
        <a:bodyPr/>
        <a:lstStyle/>
        <a:p>
          <a:endParaRPr lang="en-US"/>
        </a:p>
      </dgm:t>
    </dgm:pt>
    <dgm:pt modelId="{DEC1CECC-5D64-484A-9412-76803D2FFC1A}" type="sibTrans" cxnId="{CC7A1836-8A37-4903-98B6-F1C6D284DB37}">
      <dgm:prSet/>
      <dgm:spPr/>
      <dgm:t>
        <a:bodyPr/>
        <a:lstStyle/>
        <a:p>
          <a:endParaRPr lang="en-US"/>
        </a:p>
      </dgm:t>
    </dgm:pt>
    <dgm:pt modelId="{6B8005F8-2B94-4756-BC81-794A19784DE3}">
      <dgm:prSet/>
      <dgm:spPr/>
      <dgm:t>
        <a:bodyPr/>
        <a:lstStyle/>
        <a:p>
          <a:pPr>
            <a:defRPr cap="all"/>
          </a:pPr>
          <a:r>
            <a:rPr lang="fr-FR" b="1"/>
            <a:t>Arrêt de chantier</a:t>
          </a:r>
          <a:r>
            <a:rPr lang="fr-FR"/>
            <a:t> avec pertes économiques importantes.</a:t>
          </a:r>
          <a:endParaRPr lang="en-US"/>
        </a:p>
      </dgm:t>
    </dgm:pt>
    <dgm:pt modelId="{C0DEF31E-732F-4C15-BEF8-6BE389A4B76B}" type="parTrans" cxnId="{E6C84475-BF81-4C3D-B759-9792A3D2B418}">
      <dgm:prSet/>
      <dgm:spPr/>
      <dgm:t>
        <a:bodyPr/>
        <a:lstStyle/>
        <a:p>
          <a:endParaRPr lang="en-US"/>
        </a:p>
      </dgm:t>
    </dgm:pt>
    <dgm:pt modelId="{79A1D301-7E6B-43FE-AF3C-3580FBFACF68}" type="sibTrans" cxnId="{E6C84475-BF81-4C3D-B759-9792A3D2B418}">
      <dgm:prSet/>
      <dgm:spPr/>
      <dgm:t>
        <a:bodyPr/>
        <a:lstStyle/>
        <a:p>
          <a:endParaRPr lang="en-US"/>
        </a:p>
      </dgm:t>
    </dgm:pt>
    <dgm:pt modelId="{C5BF8A68-4248-4C35-AD53-1E11A59FFEAF}">
      <dgm:prSet/>
      <dgm:spPr/>
      <dgm:t>
        <a:bodyPr/>
        <a:lstStyle/>
        <a:p>
          <a:pPr>
            <a:defRPr cap="all"/>
          </a:pPr>
          <a:r>
            <a:rPr lang="fr-FR" b="1"/>
            <a:t>Sanctions administratives et pénales</a:t>
          </a:r>
          <a:r>
            <a:rPr lang="fr-FR"/>
            <a:t> prévues par le Code du travail et le Code de l’environnement.</a:t>
          </a:r>
          <a:endParaRPr lang="en-US"/>
        </a:p>
      </dgm:t>
    </dgm:pt>
    <dgm:pt modelId="{124415BE-02F3-4E1D-AA94-A4FA5AA5790C}" type="parTrans" cxnId="{524D4C99-665A-47A2-8842-CB92DD9051AA}">
      <dgm:prSet/>
      <dgm:spPr/>
      <dgm:t>
        <a:bodyPr/>
        <a:lstStyle/>
        <a:p>
          <a:endParaRPr lang="en-US"/>
        </a:p>
      </dgm:t>
    </dgm:pt>
    <dgm:pt modelId="{56359236-8375-4357-A814-95F6D9C05218}" type="sibTrans" cxnId="{524D4C99-665A-47A2-8842-CB92DD9051AA}">
      <dgm:prSet/>
      <dgm:spPr/>
      <dgm:t>
        <a:bodyPr/>
        <a:lstStyle/>
        <a:p>
          <a:endParaRPr lang="en-US"/>
        </a:p>
      </dgm:t>
    </dgm:pt>
    <dgm:pt modelId="{240E4D86-C56A-481C-95EC-FE8AAB1742C6}" type="pres">
      <dgm:prSet presAssocID="{F7EDA779-C4FA-46D6-8CF3-DDD8FDD04469}" presName="root" presStyleCnt="0">
        <dgm:presLayoutVars>
          <dgm:dir/>
          <dgm:resizeHandles val="exact"/>
        </dgm:presLayoutVars>
      </dgm:prSet>
      <dgm:spPr/>
    </dgm:pt>
    <dgm:pt modelId="{F47993E4-4EAE-46E0-9750-69141377A280}" type="pres">
      <dgm:prSet presAssocID="{F8A8F271-3A40-4072-B9A8-ADDB43AB6359}" presName="compNode" presStyleCnt="0"/>
      <dgm:spPr/>
    </dgm:pt>
    <dgm:pt modelId="{72DE3902-650F-4DDB-A913-615E876AE2C6}" type="pres">
      <dgm:prSet presAssocID="{F8A8F271-3A40-4072-B9A8-ADDB43AB6359}" presName="iconBgRect" presStyleLbl="bgShp" presStyleIdx="0" presStyleCnt="4"/>
      <dgm:spPr/>
    </dgm:pt>
    <dgm:pt modelId="{2085AFBC-EDE6-4FAF-A4A3-5B6BD81241CB}" type="pres">
      <dgm:prSet presAssocID="{F8A8F271-3A40-4072-B9A8-ADDB43AB635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gh Voltage"/>
        </a:ext>
      </dgm:extLst>
    </dgm:pt>
    <dgm:pt modelId="{46B76388-EA67-4893-9475-6AA3E63B0168}" type="pres">
      <dgm:prSet presAssocID="{F8A8F271-3A40-4072-B9A8-ADDB43AB6359}" presName="spaceRect" presStyleCnt="0"/>
      <dgm:spPr/>
    </dgm:pt>
    <dgm:pt modelId="{DE6DD64E-7D30-4E26-859B-D21F9B0C00E7}" type="pres">
      <dgm:prSet presAssocID="{F8A8F271-3A40-4072-B9A8-ADDB43AB6359}" presName="textRect" presStyleLbl="revTx" presStyleIdx="0" presStyleCnt="4">
        <dgm:presLayoutVars>
          <dgm:chMax val="1"/>
          <dgm:chPref val="1"/>
        </dgm:presLayoutVars>
      </dgm:prSet>
      <dgm:spPr/>
    </dgm:pt>
    <dgm:pt modelId="{3DF311EF-9B3F-4DB0-ABEB-7E65160FC200}" type="pres">
      <dgm:prSet presAssocID="{AA2D0F0D-2109-4DA6-B20C-B610F192C255}" presName="sibTrans" presStyleCnt="0"/>
      <dgm:spPr/>
    </dgm:pt>
    <dgm:pt modelId="{97EA151A-A58D-4C65-899B-DBC756B2970E}" type="pres">
      <dgm:prSet presAssocID="{34920EBC-F519-457F-86A1-CCD1E4491F69}" presName="compNode" presStyleCnt="0"/>
      <dgm:spPr/>
    </dgm:pt>
    <dgm:pt modelId="{7B74E07D-E38E-4F7A-B6AE-6F64098E84C4}" type="pres">
      <dgm:prSet presAssocID="{34920EBC-F519-457F-86A1-CCD1E4491F69}" presName="iconBgRect" presStyleLbl="bgShp" presStyleIdx="1" presStyleCnt="4"/>
      <dgm:spPr/>
    </dgm:pt>
    <dgm:pt modelId="{2A36EAB3-7636-47F2-B044-BC0487235947}" type="pres">
      <dgm:prSet presAssocID="{34920EBC-F519-457F-86A1-CCD1E4491F6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teau d'officiel"/>
        </a:ext>
      </dgm:extLst>
    </dgm:pt>
    <dgm:pt modelId="{2F21324C-6F9C-4814-B4B4-22389C961D2D}" type="pres">
      <dgm:prSet presAssocID="{34920EBC-F519-457F-86A1-CCD1E4491F69}" presName="spaceRect" presStyleCnt="0"/>
      <dgm:spPr/>
    </dgm:pt>
    <dgm:pt modelId="{59CB94C0-A2D8-430E-A039-EE7431DBF30B}" type="pres">
      <dgm:prSet presAssocID="{34920EBC-F519-457F-86A1-CCD1E4491F69}" presName="textRect" presStyleLbl="revTx" presStyleIdx="1" presStyleCnt="4">
        <dgm:presLayoutVars>
          <dgm:chMax val="1"/>
          <dgm:chPref val="1"/>
        </dgm:presLayoutVars>
      </dgm:prSet>
      <dgm:spPr/>
    </dgm:pt>
    <dgm:pt modelId="{ACFFD8BF-5652-4D81-BFB9-5E78057CB46F}" type="pres">
      <dgm:prSet presAssocID="{DEC1CECC-5D64-484A-9412-76803D2FFC1A}" presName="sibTrans" presStyleCnt="0"/>
      <dgm:spPr/>
    </dgm:pt>
    <dgm:pt modelId="{C5C56837-3977-4AC0-901C-C1744691F7AB}" type="pres">
      <dgm:prSet presAssocID="{6B8005F8-2B94-4756-BC81-794A19784DE3}" presName="compNode" presStyleCnt="0"/>
      <dgm:spPr/>
    </dgm:pt>
    <dgm:pt modelId="{06F6F2CD-B00D-40C4-91D4-B85BCBF368DC}" type="pres">
      <dgm:prSet presAssocID="{6B8005F8-2B94-4756-BC81-794A19784DE3}" presName="iconBgRect" presStyleLbl="bgShp" presStyleIdx="2" presStyleCnt="4"/>
      <dgm:spPr/>
    </dgm:pt>
    <dgm:pt modelId="{385374B0-979C-45B3-A956-EA4BBC89412E}" type="pres">
      <dgm:prSet presAssocID="{6B8005F8-2B94-4756-BC81-794A19784DE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vertissement"/>
        </a:ext>
      </dgm:extLst>
    </dgm:pt>
    <dgm:pt modelId="{21A76B91-926C-41D5-B6A0-887414958B14}" type="pres">
      <dgm:prSet presAssocID="{6B8005F8-2B94-4756-BC81-794A19784DE3}" presName="spaceRect" presStyleCnt="0"/>
      <dgm:spPr/>
    </dgm:pt>
    <dgm:pt modelId="{5B0BD2DD-51A5-4106-87DF-25BB767EC728}" type="pres">
      <dgm:prSet presAssocID="{6B8005F8-2B94-4756-BC81-794A19784DE3}" presName="textRect" presStyleLbl="revTx" presStyleIdx="2" presStyleCnt="4">
        <dgm:presLayoutVars>
          <dgm:chMax val="1"/>
          <dgm:chPref val="1"/>
        </dgm:presLayoutVars>
      </dgm:prSet>
      <dgm:spPr/>
    </dgm:pt>
    <dgm:pt modelId="{C8062ED3-B6D7-4EF3-984C-9A364EAB66B5}" type="pres">
      <dgm:prSet presAssocID="{79A1D301-7E6B-43FE-AF3C-3580FBFACF68}" presName="sibTrans" presStyleCnt="0"/>
      <dgm:spPr/>
    </dgm:pt>
    <dgm:pt modelId="{C359A2C1-0346-4E26-8E8B-0C4260FE3F2D}" type="pres">
      <dgm:prSet presAssocID="{C5BF8A68-4248-4C35-AD53-1E11A59FFEAF}" presName="compNode" presStyleCnt="0"/>
      <dgm:spPr/>
    </dgm:pt>
    <dgm:pt modelId="{5A06D358-A415-4C5B-AE90-693C15C98457}" type="pres">
      <dgm:prSet presAssocID="{C5BF8A68-4248-4C35-AD53-1E11A59FFEAF}" presName="iconBgRect" presStyleLbl="bgShp" presStyleIdx="3" presStyleCnt="4"/>
      <dgm:spPr/>
    </dgm:pt>
    <dgm:pt modelId="{CFF041F0-9311-42CE-8249-91DC5250B4D3}" type="pres">
      <dgm:prSet presAssocID="{C5BF8A68-4248-4C35-AD53-1E11A59FFE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Juge"/>
        </a:ext>
      </dgm:extLst>
    </dgm:pt>
    <dgm:pt modelId="{51042A2D-5225-44D3-95DB-068A8833D2D6}" type="pres">
      <dgm:prSet presAssocID="{C5BF8A68-4248-4C35-AD53-1E11A59FFEAF}" presName="spaceRect" presStyleCnt="0"/>
      <dgm:spPr/>
    </dgm:pt>
    <dgm:pt modelId="{DCE85E3D-665C-4819-986B-91A870F939AE}" type="pres">
      <dgm:prSet presAssocID="{C5BF8A68-4248-4C35-AD53-1E11A59FFEAF}" presName="textRect" presStyleLbl="revTx" presStyleIdx="3" presStyleCnt="4">
        <dgm:presLayoutVars>
          <dgm:chMax val="1"/>
          <dgm:chPref val="1"/>
        </dgm:presLayoutVars>
      </dgm:prSet>
      <dgm:spPr/>
    </dgm:pt>
  </dgm:ptLst>
  <dgm:cxnLst>
    <dgm:cxn modelId="{22344001-7C6C-4D6B-807B-5E0FD77CDDE3}" type="presOf" srcId="{F7EDA779-C4FA-46D6-8CF3-DDD8FDD04469}" destId="{240E4D86-C56A-481C-95EC-FE8AAB1742C6}" srcOrd="0" destOrd="0" presId="urn:microsoft.com/office/officeart/2018/5/layout/IconCircleLabelList"/>
    <dgm:cxn modelId="{E43DFA05-D8BD-42FD-934D-A73B6325CA10}" type="presOf" srcId="{6B8005F8-2B94-4756-BC81-794A19784DE3}" destId="{5B0BD2DD-51A5-4106-87DF-25BB767EC728}" srcOrd="0" destOrd="0" presId="urn:microsoft.com/office/officeart/2018/5/layout/IconCircleLabelList"/>
    <dgm:cxn modelId="{5502E318-8015-4020-8A7A-AD86207B5126}" type="presOf" srcId="{F8A8F271-3A40-4072-B9A8-ADDB43AB6359}" destId="{DE6DD64E-7D30-4E26-859B-D21F9B0C00E7}" srcOrd="0" destOrd="0" presId="urn:microsoft.com/office/officeart/2018/5/layout/IconCircleLabelList"/>
    <dgm:cxn modelId="{90A0E01B-6000-46F9-819B-EF95EE4FA913}" srcId="{F7EDA779-C4FA-46D6-8CF3-DDD8FDD04469}" destId="{F8A8F271-3A40-4072-B9A8-ADDB43AB6359}" srcOrd="0" destOrd="0" parTransId="{76F7B504-E685-40AB-BC4B-8AF671826E2D}" sibTransId="{AA2D0F0D-2109-4DA6-B20C-B610F192C255}"/>
    <dgm:cxn modelId="{1097F735-E397-4AEA-BEC8-39395EE9A253}" type="presOf" srcId="{34920EBC-F519-457F-86A1-CCD1E4491F69}" destId="{59CB94C0-A2D8-430E-A039-EE7431DBF30B}" srcOrd="0" destOrd="0" presId="urn:microsoft.com/office/officeart/2018/5/layout/IconCircleLabelList"/>
    <dgm:cxn modelId="{CC7A1836-8A37-4903-98B6-F1C6D284DB37}" srcId="{F7EDA779-C4FA-46D6-8CF3-DDD8FDD04469}" destId="{34920EBC-F519-457F-86A1-CCD1E4491F69}" srcOrd="1" destOrd="0" parTransId="{07955FF9-551A-47FE-B5C1-5F3414929508}" sibTransId="{DEC1CECC-5D64-484A-9412-76803D2FFC1A}"/>
    <dgm:cxn modelId="{E6C84475-BF81-4C3D-B759-9792A3D2B418}" srcId="{F7EDA779-C4FA-46D6-8CF3-DDD8FDD04469}" destId="{6B8005F8-2B94-4756-BC81-794A19784DE3}" srcOrd="2" destOrd="0" parTransId="{C0DEF31E-732F-4C15-BEF8-6BE389A4B76B}" sibTransId="{79A1D301-7E6B-43FE-AF3C-3580FBFACF68}"/>
    <dgm:cxn modelId="{524D4C99-665A-47A2-8842-CB92DD9051AA}" srcId="{F7EDA779-C4FA-46D6-8CF3-DDD8FDD04469}" destId="{C5BF8A68-4248-4C35-AD53-1E11A59FFEAF}" srcOrd="3" destOrd="0" parTransId="{124415BE-02F3-4E1D-AA94-A4FA5AA5790C}" sibTransId="{56359236-8375-4357-A814-95F6D9C05218}"/>
    <dgm:cxn modelId="{3009FDA6-31E8-4CC5-A363-43C9F03ED2A1}" type="presOf" srcId="{C5BF8A68-4248-4C35-AD53-1E11A59FFEAF}" destId="{DCE85E3D-665C-4819-986B-91A870F939AE}" srcOrd="0" destOrd="0" presId="urn:microsoft.com/office/officeart/2018/5/layout/IconCircleLabelList"/>
    <dgm:cxn modelId="{104DB108-BA6B-41FF-B4EB-97FCF178A330}" type="presParOf" srcId="{240E4D86-C56A-481C-95EC-FE8AAB1742C6}" destId="{F47993E4-4EAE-46E0-9750-69141377A280}" srcOrd="0" destOrd="0" presId="urn:microsoft.com/office/officeart/2018/5/layout/IconCircleLabelList"/>
    <dgm:cxn modelId="{19383D79-B4A4-4A59-8F9E-5E872D99CCA2}" type="presParOf" srcId="{F47993E4-4EAE-46E0-9750-69141377A280}" destId="{72DE3902-650F-4DDB-A913-615E876AE2C6}" srcOrd="0" destOrd="0" presId="urn:microsoft.com/office/officeart/2018/5/layout/IconCircleLabelList"/>
    <dgm:cxn modelId="{46B5EB40-B3E9-4C5A-8565-00418FF14816}" type="presParOf" srcId="{F47993E4-4EAE-46E0-9750-69141377A280}" destId="{2085AFBC-EDE6-4FAF-A4A3-5B6BD81241CB}" srcOrd="1" destOrd="0" presId="urn:microsoft.com/office/officeart/2018/5/layout/IconCircleLabelList"/>
    <dgm:cxn modelId="{F108ABB9-B716-40F6-B368-7082FA370474}" type="presParOf" srcId="{F47993E4-4EAE-46E0-9750-69141377A280}" destId="{46B76388-EA67-4893-9475-6AA3E63B0168}" srcOrd="2" destOrd="0" presId="urn:microsoft.com/office/officeart/2018/5/layout/IconCircleLabelList"/>
    <dgm:cxn modelId="{6921F0B5-91FF-4ABB-841C-F0C87A3B82FE}" type="presParOf" srcId="{F47993E4-4EAE-46E0-9750-69141377A280}" destId="{DE6DD64E-7D30-4E26-859B-D21F9B0C00E7}" srcOrd="3" destOrd="0" presId="urn:microsoft.com/office/officeart/2018/5/layout/IconCircleLabelList"/>
    <dgm:cxn modelId="{74CFF8CC-6D88-4119-9357-3883D772982C}" type="presParOf" srcId="{240E4D86-C56A-481C-95EC-FE8AAB1742C6}" destId="{3DF311EF-9B3F-4DB0-ABEB-7E65160FC200}" srcOrd="1" destOrd="0" presId="urn:microsoft.com/office/officeart/2018/5/layout/IconCircleLabelList"/>
    <dgm:cxn modelId="{4842F3DB-F014-4AAE-AF0E-428C44F8B2A1}" type="presParOf" srcId="{240E4D86-C56A-481C-95EC-FE8AAB1742C6}" destId="{97EA151A-A58D-4C65-899B-DBC756B2970E}" srcOrd="2" destOrd="0" presId="urn:microsoft.com/office/officeart/2018/5/layout/IconCircleLabelList"/>
    <dgm:cxn modelId="{B61F2F8A-5570-4C09-ADEC-C3223FE2BE58}" type="presParOf" srcId="{97EA151A-A58D-4C65-899B-DBC756B2970E}" destId="{7B74E07D-E38E-4F7A-B6AE-6F64098E84C4}" srcOrd="0" destOrd="0" presId="urn:microsoft.com/office/officeart/2018/5/layout/IconCircleLabelList"/>
    <dgm:cxn modelId="{A70114FC-F253-46FD-A71C-FEA2C63AE3E1}" type="presParOf" srcId="{97EA151A-A58D-4C65-899B-DBC756B2970E}" destId="{2A36EAB3-7636-47F2-B044-BC0487235947}" srcOrd="1" destOrd="0" presId="urn:microsoft.com/office/officeart/2018/5/layout/IconCircleLabelList"/>
    <dgm:cxn modelId="{D2057C68-ACA8-4764-83B2-FCB9A692EF15}" type="presParOf" srcId="{97EA151A-A58D-4C65-899B-DBC756B2970E}" destId="{2F21324C-6F9C-4814-B4B4-22389C961D2D}" srcOrd="2" destOrd="0" presId="urn:microsoft.com/office/officeart/2018/5/layout/IconCircleLabelList"/>
    <dgm:cxn modelId="{58A1F1DC-721F-41DF-9F2B-571FEB188616}" type="presParOf" srcId="{97EA151A-A58D-4C65-899B-DBC756B2970E}" destId="{59CB94C0-A2D8-430E-A039-EE7431DBF30B}" srcOrd="3" destOrd="0" presId="urn:microsoft.com/office/officeart/2018/5/layout/IconCircleLabelList"/>
    <dgm:cxn modelId="{AA6F92F7-FBC9-4515-BAA9-45FA86777686}" type="presParOf" srcId="{240E4D86-C56A-481C-95EC-FE8AAB1742C6}" destId="{ACFFD8BF-5652-4D81-BFB9-5E78057CB46F}" srcOrd="3" destOrd="0" presId="urn:microsoft.com/office/officeart/2018/5/layout/IconCircleLabelList"/>
    <dgm:cxn modelId="{2FDE5E3F-1842-4292-895D-E3BD2D5AA17F}" type="presParOf" srcId="{240E4D86-C56A-481C-95EC-FE8AAB1742C6}" destId="{C5C56837-3977-4AC0-901C-C1744691F7AB}" srcOrd="4" destOrd="0" presId="urn:microsoft.com/office/officeart/2018/5/layout/IconCircleLabelList"/>
    <dgm:cxn modelId="{A8B59024-EE34-4CF0-A777-1303088F1C8B}" type="presParOf" srcId="{C5C56837-3977-4AC0-901C-C1744691F7AB}" destId="{06F6F2CD-B00D-40C4-91D4-B85BCBF368DC}" srcOrd="0" destOrd="0" presId="urn:microsoft.com/office/officeart/2018/5/layout/IconCircleLabelList"/>
    <dgm:cxn modelId="{B3355B8F-7A69-44FE-BBC0-1DCB2C70E408}" type="presParOf" srcId="{C5C56837-3977-4AC0-901C-C1744691F7AB}" destId="{385374B0-979C-45B3-A956-EA4BBC89412E}" srcOrd="1" destOrd="0" presId="urn:microsoft.com/office/officeart/2018/5/layout/IconCircleLabelList"/>
    <dgm:cxn modelId="{7F2B4DDD-0622-4B36-A668-D39CE5ACCA97}" type="presParOf" srcId="{C5C56837-3977-4AC0-901C-C1744691F7AB}" destId="{21A76B91-926C-41D5-B6A0-887414958B14}" srcOrd="2" destOrd="0" presId="urn:microsoft.com/office/officeart/2018/5/layout/IconCircleLabelList"/>
    <dgm:cxn modelId="{3F16A22D-5F1D-47E1-8ED9-A884ED2EA263}" type="presParOf" srcId="{C5C56837-3977-4AC0-901C-C1744691F7AB}" destId="{5B0BD2DD-51A5-4106-87DF-25BB767EC728}" srcOrd="3" destOrd="0" presId="urn:microsoft.com/office/officeart/2018/5/layout/IconCircleLabelList"/>
    <dgm:cxn modelId="{DF2EC9A0-50F5-4406-8036-DB4EE7C23A92}" type="presParOf" srcId="{240E4D86-C56A-481C-95EC-FE8AAB1742C6}" destId="{C8062ED3-B6D7-4EF3-984C-9A364EAB66B5}" srcOrd="5" destOrd="0" presId="urn:microsoft.com/office/officeart/2018/5/layout/IconCircleLabelList"/>
    <dgm:cxn modelId="{7F94AB62-8432-4DEB-85FB-3E14AA8F8190}" type="presParOf" srcId="{240E4D86-C56A-481C-95EC-FE8AAB1742C6}" destId="{C359A2C1-0346-4E26-8E8B-0C4260FE3F2D}" srcOrd="6" destOrd="0" presId="urn:microsoft.com/office/officeart/2018/5/layout/IconCircleLabelList"/>
    <dgm:cxn modelId="{F5C74DF7-D2C2-41BB-8EB4-0F90726CDBC8}" type="presParOf" srcId="{C359A2C1-0346-4E26-8E8B-0C4260FE3F2D}" destId="{5A06D358-A415-4C5B-AE90-693C15C98457}" srcOrd="0" destOrd="0" presId="urn:microsoft.com/office/officeart/2018/5/layout/IconCircleLabelList"/>
    <dgm:cxn modelId="{3038ECDF-0D3A-4F92-99EC-72FA631AED25}" type="presParOf" srcId="{C359A2C1-0346-4E26-8E8B-0C4260FE3F2D}" destId="{CFF041F0-9311-42CE-8249-91DC5250B4D3}" srcOrd="1" destOrd="0" presId="urn:microsoft.com/office/officeart/2018/5/layout/IconCircleLabelList"/>
    <dgm:cxn modelId="{A7353C47-7D20-450E-94E6-A6B410E974AA}" type="presParOf" srcId="{C359A2C1-0346-4E26-8E8B-0C4260FE3F2D}" destId="{51042A2D-5225-44D3-95DB-068A8833D2D6}" srcOrd="2" destOrd="0" presId="urn:microsoft.com/office/officeart/2018/5/layout/IconCircleLabelList"/>
    <dgm:cxn modelId="{7E896CD2-ED9C-4615-817B-E8A78B661AD8}" type="presParOf" srcId="{C359A2C1-0346-4E26-8E8B-0C4260FE3F2D}" destId="{DCE85E3D-665C-4819-986B-91A870F939A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7C08E9F-351B-423F-AA5A-4B55E4DD42E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7B77EAA-71C6-4B76-BA83-C68783AC8C61}">
      <dgm:prSet/>
      <dgm:spPr/>
      <dgm:t>
        <a:bodyPr/>
        <a:lstStyle/>
        <a:p>
          <a:pPr>
            <a:defRPr cap="all"/>
          </a:pPr>
          <a:r>
            <a:rPr lang="fr-FR" b="1"/>
            <a:t>Arrêté du 26 juillet 2010</a:t>
          </a:r>
          <a:r>
            <a:rPr lang="fr-FR"/>
            <a:t> modifiant l’arrêté du 18 décembre 1994 relatif à la prévention des risques d’origine électrique.</a:t>
          </a:r>
          <a:endParaRPr lang="en-US"/>
        </a:p>
      </dgm:t>
    </dgm:pt>
    <dgm:pt modelId="{352E0EF1-3DD4-4DBF-B131-2F9817CB72B4}" type="parTrans" cxnId="{856690A2-50D1-486A-93C3-70E6A526B373}">
      <dgm:prSet/>
      <dgm:spPr/>
      <dgm:t>
        <a:bodyPr/>
        <a:lstStyle/>
        <a:p>
          <a:endParaRPr lang="en-US"/>
        </a:p>
      </dgm:t>
    </dgm:pt>
    <dgm:pt modelId="{DE595678-FC5B-4359-9A70-F41F66511272}" type="sibTrans" cxnId="{856690A2-50D1-486A-93C3-70E6A526B373}">
      <dgm:prSet/>
      <dgm:spPr/>
      <dgm:t>
        <a:bodyPr/>
        <a:lstStyle/>
        <a:p>
          <a:endParaRPr lang="en-US"/>
        </a:p>
      </dgm:t>
    </dgm:pt>
    <dgm:pt modelId="{36BC6C20-587F-487D-B8AA-8AB64A271956}">
      <dgm:prSet/>
      <dgm:spPr/>
      <dgm:t>
        <a:bodyPr/>
        <a:lstStyle/>
        <a:p>
          <a:pPr>
            <a:defRPr cap="all"/>
          </a:pPr>
          <a:r>
            <a:rPr lang="fr-FR" b="1"/>
            <a:t>Code du travail – articles R4544-9 à R4544-12</a:t>
          </a:r>
          <a:r>
            <a:rPr lang="fr-FR"/>
            <a:t> concernant la sécurité dans les travaux à proximité des réseaux électriques.</a:t>
          </a:r>
          <a:endParaRPr lang="en-US"/>
        </a:p>
      </dgm:t>
    </dgm:pt>
    <dgm:pt modelId="{838490DB-8123-4ED6-8FC0-BDC85E2D262D}" type="parTrans" cxnId="{96675EC1-F145-4514-A8EA-3270AC423B57}">
      <dgm:prSet/>
      <dgm:spPr/>
      <dgm:t>
        <a:bodyPr/>
        <a:lstStyle/>
        <a:p>
          <a:endParaRPr lang="en-US"/>
        </a:p>
      </dgm:t>
    </dgm:pt>
    <dgm:pt modelId="{475CDD65-6BD4-4E6C-A294-4B5D94C42F4E}" type="sibTrans" cxnId="{96675EC1-F145-4514-A8EA-3270AC423B57}">
      <dgm:prSet/>
      <dgm:spPr/>
      <dgm:t>
        <a:bodyPr/>
        <a:lstStyle/>
        <a:p>
          <a:endParaRPr lang="en-US"/>
        </a:p>
      </dgm:t>
    </dgm:pt>
    <dgm:pt modelId="{ADCCCCED-5D43-4A08-93A3-F07FA5383352}">
      <dgm:prSet/>
      <dgm:spPr/>
      <dgm:t>
        <a:bodyPr/>
        <a:lstStyle/>
        <a:p>
          <a:pPr>
            <a:defRPr cap="all"/>
          </a:pPr>
          <a:r>
            <a:rPr lang="fr-FR" b="1"/>
            <a:t>Guide technique anti-endommagement DT-DICT</a:t>
          </a:r>
          <a:r>
            <a:rPr lang="fr-FR"/>
            <a:t> : prescriptions pour la prévention des dommages aux réseaux lors des travaux.</a:t>
          </a:r>
          <a:endParaRPr lang="en-US"/>
        </a:p>
      </dgm:t>
    </dgm:pt>
    <dgm:pt modelId="{90BE63D2-B9AD-419E-892E-DAD2F8429486}" type="parTrans" cxnId="{E7D58B24-EA13-4329-B24B-248CA471A2E1}">
      <dgm:prSet/>
      <dgm:spPr/>
      <dgm:t>
        <a:bodyPr/>
        <a:lstStyle/>
        <a:p>
          <a:endParaRPr lang="en-US"/>
        </a:p>
      </dgm:t>
    </dgm:pt>
    <dgm:pt modelId="{D8208422-E8E9-440E-B95A-1A0A3822534F}" type="sibTrans" cxnId="{E7D58B24-EA13-4329-B24B-248CA471A2E1}">
      <dgm:prSet/>
      <dgm:spPr/>
      <dgm:t>
        <a:bodyPr/>
        <a:lstStyle/>
        <a:p>
          <a:endParaRPr lang="en-US"/>
        </a:p>
      </dgm:t>
    </dgm:pt>
    <dgm:pt modelId="{965A176A-80FC-402F-B378-118276A2FD7C}">
      <dgm:prSet/>
      <dgm:spPr/>
      <dgm:t>
        <a:bodyPr/>
        <a:lstStyle/>
        <a:p>
          <a:pPr>
            <a:defRPr cap="all"/>
          </a:pPr>
          <a:r>
            <a:rPr lang="fr-FR" b="1"/>
            <a:t>Norme NF C 18-510</a:t>
          </a:r>
          <a:r>
            <a:rPr lang="fr-FR"/>
            <a:t> : sécurité des travaux à proximité des réseaux électriques.</a:t>
          </a:r>
          <a:endParaRPr lang="en-US"/>
        </a:p>
      </dgm:t>
    </dgm:pt>
    <dgm:pt modelId="{C359248B-BF21-4966-8DBE-6614D672C5ED}" type="parTrans" cxnId="{F703294F-CCEA-4631-9DE8-BD0F8985F4C0}">
      <dgm:prSet/>
      <dgm:spPr/>
      <dgm:t>
        <a:bodyPr/>
        <a:lstStyle/>
        <a:p>
          <a:endParaRPr lang="en-US"/>
        </a:p>
      </dgm:t>
    </dgm:pt>
    <dgm:pt modelId="{F98382BD-02F6-41BC-8831-99076421987E}" type="sibTrans" cxnId="{F703294F-CCEA-4631-9DE8-BD0F8985F4C0}">
      <dgm:prSet/>
      <dgm:spPr/>
      <dgm:t>
        <a:bodyPr/>
        <a:lstStyle/>
        <a:p>
          <a:endParaRPr lang="en-US"/>
        </a:p>
      </dgm:t>
    </dgm:pt>
    <dgm:pt modelId="{0CF53700-D4D0-42D6-8513-FEE523DEE97C}" type="pres">
      <dgm:prSet presAssocID="{97C08E9F-351B-423F-AA5A-4B55E4DD42E6}" presName="root" presStyleCnt="0">
        <dgm:presLayoutVars>
          <dgm:dir/>
          <dgm:resizeHandles val="exact"/>
        </dgm:presLayoutVars>
      </dgm:prSet>
      <dgm:spPr/>
    </dgm:pt>
    <dgm:pt modelId="{88511EE4-96F9-4643-8FA2-A31BF15E4ECF}" type="pres">
      <dgm:prSet presAssocID="{97B77EAA-71C6-4B76-BA83-C68783AC8C61}" presName="compNode" presStyleCnt="0"/>
      <dgm:spPr/>
    </dgm:pt>
    <dgm:pt modelId="{0F1F36FA-E14F-4B0C-9B67-1A9EE913BEA6}" type="pres">
      <dgm:prSet presAssocID="{97B77EAA-71C6-4B76-BA83-C68783AC8C61}" presName="iconBgRect" presStyleLbl="bgShp" presStyleIdx="0" presStyleCnt="4"/>
      <dgm:spPr/>
    </dgm:pt>
    <dgm:pt modelId="{3661F964-E11C-4795-8B0C-6BA3760533CA}" type="pres">
      <dgm:prSet presAssocID="{97B77EAA-71C6-4B76-BA83-C68783AC8C6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gh Voltage"/>
        </a:ext>
      </dgm:extLst>
    </dgm:pt>
    <dgm:pt modelId="{C3797591-98C9-4936-BD06-B5E894BDC428}" type="pres">
      <dgm:prSet presAssocID="{97B77EAA-71C6-4B76-BA83-C68783AC8C61}" presName="spaceRect" presStyleCnt="0"/>
      <dgm:spPr/>
    </dgm:pt>
    <dgm:pt modelId="{419BDA7E-1C9B-49A9-BE6D-EF48EFF6AA7F}" type="pres">
      <dgm:prSet presAssocID="{97B77EAA-71C6-4B76-BA83-C68783AC8C61}" presName="textRect" presStyleLbl="revTx" presStyleIdx="0" presStyleCnt="4">
        <dgm:presLayoutVars>
          <dgm:chMax val="1"/>
          <dgm:chPref val="1"/>
        </dgm:presLayoutVars>
      </dgm:prSet>
      <dgm:spPr/>
    </dgm:pt>
    <dgm:pt modelId="{991654C9-DC32-47AF-8A5D-4B81F86D5814}" type="pres">
      <dgm:prSet presAssocID="{DE595678-FC5B-4359-9A70-F41F66511272}" presName="sibTrans" presStyleCnt="0"/>
      <dgm:spPr/>
    </dgm:pt>
    <dgm:pt modelId="{05E5B3F4-8EEE-4ABB-8347-F4CA7662F14A}" type="pres">
      <dgm:prSet presAssocID="{36BC6C20-587F-487D-B8AA-8AB64A271956}" presName="compNode" presStyleCnt="0"/>
      <dgm:spPr/>
    </dgm:pt>
    <dgm:pt modelId="{8D18E155-0765-4A69-8589-A18965382FAC}" type="pres">
      <dgm:prSet presAssocID="{36BC6C20-587F-487D-B8AA-8AB64A271956}" presName="iconBgRect" presStyleLbl="bgShp" presStyleIdx="1" presStyleCnt="4"/>
      <dgm:spPr/>
    </dgm:pt>
    <dgm:pt modelId="{65D6F052-DB2B-4688-A70A-AFFD475057F0}" type="pres">
      <dgm:prSet presAssocID="{36BC6C20-587F-487D-B8AA-8AB64A27195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ère"/>
        </a:ext>
      </dgm:extLst>
    </dgm:pt>
    <dgm:pt modelId="{79753096-8A24-4FC9-8449-787D7AA916D6}" type="pres">
      <dgm:prSet presAssocID="{36BC6C20-587F-487D-B8AA-8AB64A271956}" presName="spaceRect" presStyleCnt="0"/>
      <dgm:spPr/>
    </dgm:pt>
    <dgm:pt modelId="{5F7AA68D-D532-4511-B98B-B1B703F9911A}" type="pres">
      <dgm:prSet presAssocID="{36BC6C20-587F-487D-B8AA-8AB64A271956}" presName="textRect" presStyleLbl="revTx" presStyleIdx="1" presStyleCnt="4">
        <dgm:presLayoutVars>
          <dgm:chMax val="1"/>
          <dgm:chPref val="1"/>
        </dgm:presLayoutVars>
      </dgm:prSet>
      <dgm:spPr/>
    </dgm:pt>
    <dgm:pt modelId="{C0AD3409-F221-41DE-BFD3-A8DB40E1EAA8}" type="pres">
      <dgm:prSet presAssocID="{475CDD65-6BD4-4E6C-A294-4B5D94C42F4E}" presName="sibTrans" presStyleCnt="0"/>
      <dgm:spPr/>
    </dgm:pt>
    <dgm:pt modelId="{F10BEAD4-1E8F-4D73-B21E-FFE3FEF9993B}" type="pres">
      <dgm:prSet presAssocID="{ADCCCCED-5D43-4A08-93A3-F07FA5383352}" presName="compNode" presStyleCnt="0"/>
      <dgm:spPr/>
    </dgm:pt>
    <dgm:pt modelId="{2B2D6FA8-2662-48C4-A011-B941E7ED53B6}" type="pres">
      <dgm:prSet presAssocID="{ADCCCCED-5D43-4A08-93A3-F07FA5383352}" presName="iconBgRect" presStyleLbl="bgShp" presStyleIdx="2" presStyleCnt="4"/>
      <dgm:spPr/>
    </dgm:pt>
    <dgm:pt modelId="{EC24441F-B347-46AC-ACB4-E286737CCE0D}" type="pres">
      <dgm:prSet presAssocID="{ADCCCCED-5D43-4A08-93A3-F07FA538335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éconnecté"/>
        </a:ext>
      </dgm:extLst>
    </dgm:pt>
    <dgm:pt modelId="{C0937598-DFEF-47DC-9717-C1AEFAD11922}" type="pres">
      <dgm:prSet presAssocID="{ADCCCCED-5D43-4A08-93A3-F07FA5383352}" presName="spaceRect" presStyleCnt="0"/>
      <dgm:spPr/>
    </dgm:pt>
    <dgm:pt modelId="{5AF5CAD5-8CC5-4C3A-884D-339EFD4E5F38}" type="pres">
      <dgm:prSet presAssocID="{ADCCCCED-5D43-4A08-93A3-F07FA5383352}" presName="textRect" presStyleLbl="revTx" presStyleIdx="2" presStyleCnt="4">
        <dgm:presLayoutVars>
          <dgm:chMax val="1"/>
          <dgm:chPref val="1"/>
        </dgm:presLayoutVars>
      </dgm:prSet>
      <dgm:spPr/>
    </dgm:pt>
    <dgm:pt modelId="{25508612-BF62-4FFA-9C23-BECBF5D01831}" type="pres">
      <dgm:prSet presAssocID="{D8208422-E8E9-440E-B95A-1A0A3822534F}" presName="sibTrans" presStyleCnt="0"/>
      <dgm:spPr/>
    </dgm:pt>
    <dgm:pt modelId="{D1B3A1A2-BACB-4DA1-B139-C0DCE6C0951F}" type="pres">
      <dgm:prSet presAssocID="{965A176A-80FC-402F-B378-118276A2FD7C}" presName="compNode" presStyleCnt="0"/>
      <dgm:spPr/>
    </dgm:pt>
    <dgm:pt modelId="{176F4E29-64DE-4A4A-B346-E35B3D7F2C08}" type="pres">
      <dgm:prSet presAssocID="{965A176A-80FC-402F-B378-118276A2FD7C}" presName="iconBgRect" presStyleLbl="bgShp" presStyleIdx="3" presStyleCnt="4"/>
      <dgm:spPr/>
    </dgm:pt>
    <dgm:pt modelId="{9C65EEBA-8088-45F3-8476-10D1853C3699}" type="pres">
      <dgm:prSet presAssocID="{965A176A-80FC-402F-B378-118276A2FD7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ans fil"/>
        </a:ext>
      </dgm:extLst>
    </dgm:pt>
    <dgm:pt modelId="{528F3D12-4CC3-4640-B912-79F8407F1213}" type="pres">
      <dgm:prSet presAssocID="{965A176A-80FC-402F-B378-118276A2FD7C}" presName="spaceRect" presStyleCnt="0"/>
      <dgm:spPr/>
    </dgm:pt>
    <dgm:pt modelId="{2E44726E-36E8-4894-8170-191891D04479}" type="pres">
      <dgm:prSet presAssocID="{965A176A-80FC-402F-B378-118276A2FD7C}" presName="textRect" presStyleLbl="revTx" presStyleIdx="3" presStyleCnt="4">
        <dgm:presLayoutVars>
          <dgm:chMax val="1"/>
          <dgm:chPref val="1"/>
        </dgm:presLayoutVars>
      </dgm:prSet>
      <dgm:spPr/>
    </dgm:pt>
  </dgm:ptLst>
  <dgm:cxnLst>
    <dgm:cxn modelId="{E7D58B24-EA13-4329-B24B-248CA471A2E1}" srcId="{97C08E9F-351B-423F-AA5A-4B55E4DD42E6}" destId="{ADCCCCED-5D43-4A08-93A3-F07FA5383352}" srcOrd="2" destOrd="0" parTransId="{90BE63D2-B9AD-419E-892E-DAD2F8429486}" sibTransId="{D8208422-E8E9-440E-B95A-1A0A3822534F}"/>
    <dgm:cxn modelId="{088ECD5E-5750-46BA-BEAA-E8A2E46E0752}" type="presOf" srcId="{97B77EAA-71C6-4B76-BA83-C68783AC8C61}" destId="{419BDA7E-1C9B-49A9-BE6D-EF48EFF6AA7F}" srcOrd="0" destOrd="0" presId="urn:microsoft.com/office/officeart/2018/5/layout/IconCircleLabelList"/>
    <dgm:cxn modelId="{053FD66A-5FAC-4880-99F6-B90B2F1B891D}" type="presOf" srcId="{97C08E9F-351B-423F-AA5A-4B55E4DD42E6}" destId="{0CF53700-D4D0-42D6-8513-FEE523DEE97C}" srcOrd="0" destOrd="0" presId="urn:microsoft.com/office/officeart/2018/5/layout/IconCircleLabelList"/>
    <dgm:cxn modelId="{F703294F-CCEA-4631-9DE8-BD0F8985F4C0}" srcId="{97C08E9F-351B-423F-AA5A-4B55E4DD42E6}" destId="{965A176A-80FC-402F-B378-118276A2FD7C}" srcOrd="3" destOrd="0" parTransId="{C359248B-BF21-4966-8DBE-6614D672C5ED}" sibTransId="{F98382BD-02F6-41BC-8831-99076421987E}"/>
    <dgm:cxn modelId="{F2A78595-6F7A-416D-A910-3D93DE3914CC}" type="presOf" srcId="{965A176A-80FC-402F-B378-118276A2FD7C}" destId="{2E44726E-36E8-4894-8170-191891D04479}" srcOrd="0" destOrd="0" presId="urn:microsoft.com/office/officeart/2018/5/layout/IconCircleLabelList"/>
    <dgm:cxn modelId="{856690A2-50D1-486A-93C3-70E6A526B373}" srcId="{97C08E9F-351B-423F-AA5A-4B55E4DD42E6}" destId="{97B77EAA-71C6-4B76-BA83-C68783AC8C61}" srcOrd="0" destOrd="0" parTransId="{352E0EF1-3DD4-4DBF-B131-2F9817CB72B4}" sibTransId="{DE595678-FC5B-4359-9A70-F41F66511272}"/>
    <dgm:cxn modelId="{96675EC1-F145-4514-A8EA-3270AC423B57}" srcId="{97C08E9F-351B-423F-AA5A-4B55E4DD42E6}" destId="{36BC6C20-587F-487D-B8AA-8AB64A271956}" srcOrd="1" destOrd="0" parTransId="{838490DB-8123-4ED6-8FC0-BDC85E2D262D}" sibTransId="{475CDD65-6BD4-4E6C-A294-4B5D94C42F4E}"/>
    <dgm:cxn modelId="{FD69BFF4-4C07-4658-ABDF-51161378F7BC}" type="presOf" srcId="{36BC6C20-587F-487D-B8AA-8AB64A271956}" destId="{5F7AA68D-D532-4511-B98B-B1B703F9911A}" srcOrd="0" destOrd="0" presId="urn:microsoft.com/office/officeart/2018/5/layout/IconCircleLabelList"/>
    <dgm:cxn modelId="{81E9DCF6-D163-478F-9B77-78CB96103E29}" type="presOf" srcId="{ADCCCCED-5D43-4A08-93A3-F07FA5383352}" destId="{5AF5CAD5-8CC5-4C3A-884D-339EFD4E5F38}" srcOrd="0" destOrd="0" presId="urn:microsoft.com/office/officeart/2018/5/layout/IconCircleLabelList"/>
    <dgm:cxn modelId="{8BD00D57-4DB5-4D06-B038-61E49355FD2A}" type="presParOf" srcId="{0CF53700-D4D0-42D6-8513-FEE523DEE97C}" destId="{88511EE4-96F9-4643-8FA2-A31BF15E4ECF}" srcOrd="0" destOrd="0" presId="urn:microsoft.com/office/officeart/2018/5/layout/IconCircleLabelList"/>
    <dgm:cxn modelId="{33363B17-4F0F-43C9-97FA-58511AB962A4}" type="presParOf" srcId="{88511EE4-96F9-4643-8FA2-A31BF15E4ECF}" destId="{0F1F36FA-E14F-4B0C-9B67-1A9EE913BEA6}" srcOrd="0" destOrd="0" presId="urn:microsoft.com/office/officeart/2018/5/layout/IconCircleLabelList"/>
    <dgm:cxn modelId="{1F72E47E-4A6F-4980-95B1-C566C8E608CA}" type="presParOf" srcId="{88511EE4-96F9-4643-8FA2-A31BF15E4ECF}" destId="{3661F964-E11C-4795-8B0C-6BA3760533CA}" srcOrd="1" destOrd="0" presId="urn:microsoft.com/office/officeart/2018/5/layout/IconCircleLabelList"/>
    <dgm:cxn modelId="{FCB7798B-C8A1-4BCB-B970-B602B6DC2B23}" type="presParOf" srcId="{88511EE4-96F9-4643-8FA2-A31BF15E4ECF}" destId="{C3797591-98C9-4936-BD06-B5E894BDC428}" srcOrd="2" destOrd="0" presId="urn:microsoft.com/office/officeart/2018/5/layout/IconCircleLabelList"/>
    <dgm:cxn modelId="{DB12D301-8D18-45AA-9CD4-BEED4DA0BF61}" type="presParOf" srcId="{88511EE4-96F9-4643-8FA2-A31BF15E4ECF}" destId="{419BDA7E-1C9B-49A9-BE6D-EF48EFF6AA7F}" srcOrd="3" destOrd="0" presId="urn:microsoft.com/office/officeart/2018/5/layout/IconCircleLabelList"/>
    <dgm:cxn modelId="{98AE307C-71A0-451B-A222-919CBE7305C3}" type="presParOf" srcId="{0CF53700-D4D0-42D6-8513-FEE523DEE97C}" destId="{991654C9-DC32-47AF-8A5D-4B81F86D5814}" srcOrd="1" destOrd="0" presId="urn:microsoft.com/office/officeart/2018/5/layout/IconCircleLabelList"/>
    <dgm:cxn modelId="{1322A955-0DD7-46AF-A62B-5A529E5A0B1D}" type="presParOf" srcId="{0CF53700-D4D0-42D6-8513-FEE523DEE97C}" destId="{05E5B3F4-8EEE-4ABB-8347-F4CA7662F14A}" srcOrd="2" destOrd="0" presId="urn:microsoft.com/office/officeart/2018/5/layout/IconCircleLabelList"/>
    <dgm:cxn modelId="{6E83A7CA-96F1-46C4-925B-B5A94BED6915}" type="presParOf" srcId="{05E5B3F4-8EEE-4ABB-8347-F4CA7662F14A}" destId="{8D18E155-0765-4A69-8589-A18965382FAC}" srcOrd="0" destOrd="0" presId="urn:microsoft.com/office/officeart/2018/5/layout/IconCircleLabelList"/>
    <dgm:cxn modelId="{BD50863E-485B-421D-A972-6C0761918707}" type="presParOf" srcId="{05E5B3F4-8EEE-4ABB-8347-F4CA7662F14A}" destId="{65D6F052-DB2B-4688-A70A-AFFD475057F0}" srcOrd="1" destOrd="0" presId="urn:microsoft.com/office/officeart/2018/5/layout/IconCircleLabelList"/>
    <dgm:cxn modelId="{6270F77B-09CF-488E-B6D2-0E450B86B22F}" type="presParOf" srcId="{05E5B3F4-8EEE-4ABB-8347-F4CA7662F14A}" destId="{79753096-8A24-4FC9-8449-787D7AA916D6}" srcOrd="2" destOrd="0" presId="urn:microsoft.com/office/officeart/2018/5/layout/IconCircleLabelList"/>
    <dgm:cxn modelId="{A067B56B-C795-4318-91A2-0821C4325853}" type="presParOf" srcId="{05E5B3F4-8EEE-4ABB-8347-F4CA7662F14A}" destId="{5F7AA68D-D532-4511-B98B-B1B703F9911A}" srcOrd="3" destOrd="0" presId="urn:microsoft.com/office/officeart/2018/5/layout/IconCircleLabelList"/>
    <dgm:cxn modelId="{87C1762C-90B9-401F-B3B1-167ABBA9A719}" type="presParOf" srcId="{0CF53700-D4D0-42D6-8513-FEE523DEE97C}" destId="{C0AD3409-F221-41DE-BFD3-A8DB40E1EAA8}" srcOrd="3" destOrd="0" presId="urn:microsoft.com/office/officeart/2018/5/layout/IconCircleLabelList"/>
    <dgm:cxn modelId="{F6112BBB-F46B-4C97-A760-97B81113E878}" type="presParOf" srcId="{0CF53700-D4D0-42D6-8513-FEE523DEE97C}" destId="{F10BEAD4-1E8F-4D73-B21E-FFE3FEF9993B}" srcOrd="4" destOrd="0" presId="urn:microsoft.com/office/officeart/2018/5/layout/IconCircleLabelList"/>
    <dgm:cxn modelId="{5E4D7954-B7F1-493B-857C-F04A4FFC01C3}" type="presParOf" srcId="{F10BEAD4-1E8F-4D73-B21E-FFE3FEF9993B}" destId="{2B2D6FA8-2662-48C4-A011-B941E7ED53B6}" srcOrd="0" destOrd="0" presId="urn:microsoft.com/office/officeart/2018/5/layout/IconCircleLabelList"/>
    <dgm:cxn modelId="{CE6286B1-6EA3-403F-9AD2-6B2D5B7F5FC2}" type="presParOf" srcId="{F10BEAD4-1E8F-4D73-B21E-FFE3FEF9993B}" destId="{EC24441F-B347-46AC-ACB4-E286737CCE0D}" srcOrd="1" destOrd="0" presId="urn:microsoft.com/office/officeart/2018/5/layout/IconCircleLabelList"/>
    <dgm:cxn modelId="{F9C8804D-5FF0-4DCD-9C0D-F0427DAA0361}" type="presParOf" srcId="{F10BEAD4-1E8F-4D73-B21E-FFE3FEF9993B}" destId="{C0937598-DFEF-47DC-9717-C1AEFAD11922}" srcOrd="2" destOrd="0" presId="urn:microsoft.com/office/officeart/2018/5/layout/IconCircleLabelList"/>
    <dgm:cxn modelId="{61CC0E9F-CBB8-4D53-BDFE-B8FA7B735D1E}" type="presParOf" srcId="{F10BEAD4-1E8F-4D73-B21E-FFE3FEF9993B}" destId="{5AF5CAD5-8CC5-4C3A-884D-339EFD4E5F38}" srcOrd="3" destOrd="0" presId="urn:microsoft.com/office/officeart/2018/5/layout/IconCircleLabelList"/>
    <dgm:cxn modelId="{117E79D0-F7B5-4A91-8D5E-43022261F377}" type="presParOf" srcId="{0CF53700-D4D0-42D6-8513-FEE523DEE97C}" destId="{25508612-BF62-4FFA-9C23-BECBF5D01831}" srcOrd="5" destOrd="0" presId="urn:microsoft.com/office/officeart/2018/5/layout/IconCircleLabelList"/>
    <dgm:cxn modelId="{01AA9DB8-EADC-4DBA-BDAC-291DEAE76EBA}" type="presParOf" srcId="{0CF53700-D4D0-42D6-8513-FEE523DEE97C}" destId="{D1B3A1A2-BACB-4DA1-B139-C0DCE6C0951F}" srcOrd="6" destOrd="0" presId="urn:microsoft.com/office/officeart/2018/5/layout/IconCircleLabelList"/>
    <dgm:cxn modelId="{1557616B-5863-4666-9921-65717EF56756}" type="presParOf" srcId="{D1B3A1A2-BACB-4DA1-B139-C0DCE6C0951F}" destId="{176F4E29-64DE-4A4A-B346-E35B3D7F2C08}" srcOrd="0" destOrd="0" presId="urn:microsoft.com/office/officeart/2018/5/layout/IconCircleLabelList"/>
    <dgm:cxn modelId="{857FF118-2618-4F7C-935B-0541BE5C0E41}" type="presParOf" srcId="{D1B3A1A2-BACB-4DA1-B139-C0DCE6C0951F}" destId="{9C65EEBA-8088-45F3-8476-10D1853C3699}" srcOrd="1" destOrd="0" presId="urn:microsoft.com/office/officeart/2018/5/layout/IconCircleLabelList"/>
    <dgm:cxn modelId="{F0FC407C-1B11-4231-A362-FF17B37617DD}" type="presParOf" srcId="{D1B3A1A2-BACB-4DA1-B139-C0DCE6C0951F}" destId="{528F3D12-4CC3-4640-B912-79F8407F1213}" srcOrd="2" destOrd="0" presId="urn:microsoft.com/office/officeart/2018/5/layout/IconCircleLabelList"/>
    <dgm:cxn modelId="{48411D81-060B-4BD4-BD00-2543F27719E1}" type="presParOf" srcId="{D1B3A1A2-BACB-4DA1-B139-C0DCE6C0951F}" destId="{2E44726E-36E8-4894-8170-191891D0447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D4DC18-94A8-4300-8924-39BB241972B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23BCFE9-8420-4A16-9800-A66DCEE6FC1C}">
      <dgm:prSet/>
      <dgm:spPr/>
      <dgm:t>
        <a:bodyPr/>
        <a:lstStyle/>
        <a:p>
          <a:r>
            <a:rPr lang="fr-FR"/>
            <a:t>Toujours consulter les plans et repérer visuellement les réseaux avant toute intervention.</a:t>
          </a:r>
          <a:endParaRPr lang="en-US"/>
        </a:p>
      </dgm:t>
    </dgm:pt>
    <dgm:pt modelId="{A9C62507-1916-4716-AF33-CCB091B19889}" type="parTrans" cxnId="{16CC9B68-3946-4D0A-B5AB-0F7C1AA01BCA}">
      <dgm:prSet/>
      <dgm:spPr/>
      <dgm:t>
        <a:bodyPr/>
        <a:lstStyle/>
        <a:p>
          <a:endParaRPr lang="en-US"/>
        </a:p>
      </dgm:t>
    </dgm:pt>
    <dgm:pt modelId="{D1F2AF4F-4B0F-4B7F-8545-68209085C635}" type="sibTrans" cxnId="{16CC9B68-3946-4D0A-B5AB-0F7C1AA01BCA}">
      <dgm:prSet/>
      <dgm:spPr/>
      <dgm:t>
        <a:bodyPr/>
        <a:lstStyle/>
        <a:p>
          <a:endParaRPr lang="en-US"/>
        </a:p>
      </dgm:t>
    </dgm:pt>
    <dgm:pt modelId="{EE81DBA8-6072-4221-99C9-ECD30237B7F1}">
      <dgm:prSet/>
      <dgm:spPr/>
      <dgm:t>
        <a:bodyPr/>
        <a:lstStyle/>
        <a:p>
          <a:r>
            <a:rPr lang="fr-FR"/>
            <a:t>Porter les équipements de protection individuelle adaptés (casque, gants isolants, chaussures de sécurité).</a:t>
          </a:r>
          <a:endParaRPr lang="en-US"/>
        </a:p>
      </dgm:t>
    </dgm:pt>
    <dgm:pt modelId="{D7242A14-9A0B-4066-AB76-314723E4E3D5}" type="parTrans" cxnId="{6C956BC7-125D-4988-96BA-7F419C65EB1E}">
      <dgm:prSet/>
      <dgm:spPr/>
      <dgm:t>
        <a:bodyPr/>
        <a:lstStyle/>
        <a:p>
          <a:endParaRPr lang="en-US"/>
        </a:p>
      </dgm:t>
    </dgm:pt>
    <dgm:pt modelId="{E0DDF2FA-FE06-4FFE-81FB-06114FE7A1E6}" type="sibTrans" cxnId="{6C956BC7-125D-4988-96BA-7F419C65EB1E}">
      <dgm:prSet/>
      <dgm:spPr/>
      <dgm:t>
        <a:bodyPr/>
        <a:lstStyle/>
        <a:p>
          <a:endParaRPr lang="en-US"/>
        </a:p>
      </dgm:t>
    </dgm:pt>
    <dgm:pt modelId="{6177DDA5-5613-4891-976E-1C212353D0C9}">
      <dgm:prSet/>
      <dgm:spPr/>
      <dgm:t>
        <a:bodyPr/>
        <a:lstStyle/>
        <a:p>
          <a:r>
            <a:rPr lang="fr-FR"/>
            <a:t>Participer aux réunions et briefings sécurité pour être informé des particularités du chantier.</a:t>
          </a:r>
          <a:endParaRPr lang="en-US"/>
        </a:p>
      </dgm:t>
    </dgm:pt>
    <dgm:pt modelId="{DF595717-8E64-4C4C-A8F3-CB4F12ED186D}" type="parTrans" cxnId="{CA68AA14-3B8D-47D4-9B93-3BD3A86A5DAF}">
      <dgm:prSet/>
      <dgm:spPr/>
      <dgm:t>
        <a:bodyPr/>
        <a:lstStyle/>
        <a:p>
          <a:endParaRPr lang="en-US"/>
        </a:p>
      </dgm:t>
    </dgm:pt>
    <dgm:pt modelId="{51B79F18-7D0B-4940-A95B-B166822ED53B}" type="sibTrans" cxnId="{CA68AA14-3B8D-47D4-9B93-3BD3A86A5DAF}">
      <dgm:prSet/>
      <dgm:spPr/>
      <dgm:t>
        <a:bodyPr/>
        <a:lstStyle/>
        <a:p>
          <a:endParaRPr lang="en-US"/>
        </a:p>
      </dgm:t>
    </dgm:pt>
    <dgm:pt modelId="{09082F41-5578-49C2-9F70-4961A700F96F}">
      <dgm:prSet/>
      <dgm:spPr/>
      <dgm:t>
        <a:bodyPr/>
        <a:lstStyle/>
        <a:p>
          <a:r>
            <a:rPr lang="fr-FR"/>
            <a:t>Respecter scrupuleusement les distances de sécurité et zones balisées.</a:t>
          </a:r>
          <a:endParaRPr lang="en-US"/>
        </a:p>
      </dgm:t>
    </dgm:pt>
    <dgm:pt modelId="{8112F6D7-976D-4165-B4F1-EE1DDF006F1F}" type="parTrans" cxnId="{F44C83A9-B673-4FA2-98D9-F2BF8DE0C603}">
      <dgm:prSet/>
      <dgm:spPr/>
      <dgm:t>
        <a:bodyPr/>
        <a:lstStyle/>
        <a:p>
          <a:endParaRPr lang="en-US"/>
        </a:p>
      </dgm:t>
    </dgm:pt>
    <dgm:pt modelId="{36D1BE2D-5281-4BEA-B312-5D874C416450}" type="sibTrans" cxnId="{F44C83A9-B673-4FA2-98D9-F2BF8DE0C603}">
      <dgm:prSet/>
      <dgm:spPr/>
      <dgm:t>
        <a:bodyPr/>
        <a:lstStyle/>
        <a:p>
          <a:endParaRPr lang="en-US"/>
        </a:p>
      </dgm:t>
    </dgm:pt>
    <dgm:pt modelId="{78D7DAEF-75E6-4280-AC9C-9D1469C5FF78}">
      <dgm:prSet/>
      <dgm:spPr/>
      <dgm:t>
        <a:bodyPr/>
        <a:lstStyle/>
        <a:p>
          <a:r>
            <a:rPr lang="fr-FR"/>
            <a:t>En cas de doute, </a:t>
          </a:r>
          <a:r>
            <a:rPr lang="fr-FR" b="1"/>
            <a:t>s’abstenir d’intervenir et demander conseil</a:t>
          </a:r>
          <a:r>
            <a:rPr lang="fr-FR"/>
            <a:t> à un responsable formé.</a:t>
          </a:r>
          <a:endParaRPr lang="en-US"/>
        </a:p>
      </dgm:t>
    </dgm:pt>
    <dgm:pt modelId="{6808D02B-ECCC-4805-BAA2-6998215F6A05}" type="parTrans" cxnId="{199D59FB-AAE5-4991-A681-B0559B02AC21}">
      <dgm:prSet/>
      <dgm:spPr/>
      <dgm:t>
        <a:bodyPr/>
        <a:lstStyle/>
        <a:p>
          <a:endParaRPr lang="en-US"/>
        </a:p>
      </dgm:t>
    </dgm:pt>
    <dgm:pt modelId="{B9597E55-6440-4296-9B5A-548DC5D4DD82}" type="sibTrans" cxnId="{199D59FB-AAE5-4991-A681-B0559B02AC21}">
      <dgm:prSet/>
      <dgm:spPr/>
      <dgm:t>
        <a:bodyPr/>
        <a:lstStyle/>
        <a:p>
          <a:endParaRPr lang="en-US"/>
        </a:p>
      </dgm:t>
    </dgm:pt>
    <dgm:pt modelId="{6DF03AB0-29AD-4A7B-B1A8-965487DC746C}" type="pres">
      <dgm:prSet presAssocID="{75D4DC18-94A8-4300-8924-39BB241972B5}" presName="vert0" presStyleCnt="0">
        <dgm:presLayoutVars>
          <dgm:dir/>
          <dgm:animOne val="branch"/>
          <dgm:animLvl val="lvl"/>
        </dgm:presLayoutVars>
      </dgm:prSet>
      <dgm:spPr/>
    </dgm:pt>
    <dgm:pt modelId="{58B7A069-11EB-457A-A203-BDB231B4F61B}" type="pres">
      <dgm:prSet presAssocID="{723BCFE9-8420-4A16-9800-A66DCEE6FC1C}" presName="thickLine" presStyleLbl="alignNode1" presStyleIdx="0" presStyleCnt="5"/>
      <dgm:spPr/>
    </dgm:pt>
    <dgm:pt modelId="{92CD6ADC-9B7D-4500-8DC7-D868765A75F1}" type="pres">
      <dgm:prSet presAssocID="{723BCFE9-8420-4A16-9800-A66DCEE6FC1C}" presName="horz1" presStyleCnt="0"/>
      <dgm:spPr/>
    </dgm:pt>
    <dgm:pt modelId="{5CD29D36-251D-4F0B-A099-E5C7698170A3}" type="pres">
      <dgm:prSet presAssocID="{723BCFE9-8420-4A16-9800-A66DCEE6FC1C}" presName="tx1" presStyleLbl="revTx" presStyleIdx="0" presStyleCnt="5"/>
      <dgm:spPr/>
    </dgm:pt>
    <dgm:pt modelId="{97868222-A572-4499-839C-6EC9D0831B49}" type="pres">
      <dgm:prSet presAssocID="{723BCFE9-8420-4A16-9800-A66DCEE6FC1C}" presName="vert1" presStyleCnt="0"/>
      <dgm:spPr/>
    </dgm:pt>
    <dgm:pt modelId="{9FD0BBE3-695D-4000-96CC-1849B2852982}" type="pres">
      <dgm:prSet presAssocID="{EE81DBA8-6072-4221-99C9-ECD30237B7F1}" presName="thickLine" presStyleLbl="alignNode1" presStyleIdx="1" presStyleCnt="5"/>
      <dgm:spPr/>
    </dgm:pt>
    <dgm:pt modelId="{2805A267-4784-490E-BC6A-EAF023904053}" type="pres">
      <dgm:prSet presAssocID="{EE81DBA8-6072-4221-99C9-ECD30237B7F1}" presName="horz1" presStyleCnt="0"/>
      <dgm:spPr/>
    </dgm:pt>
    <dgm:pt modelId="{FC9BD261-412F-4672-92A0-E44FCF497B54}" type="pres">
      <dgm:prSet presAssocID="{EE81DBA8-6072-4221-99C9-ECD30237B7F1}" presName="tx1" presStyleLbl="revTx" presStyleIdx="1" presStyleCnt="5"/>
      <dgm:spPr/>
    </dgm:pt>
    <dgm:pt modelId="{0C625114-97E8-4EA7-B5FD-BD9EF0891127}" type="pres">
      <dgm:prSet presAssocID="{EE81DBA8-6072-4221-99C9-ECD30237B7F1}" presName="vert1" presStyleCnt="0"/>
      <dgm:spPr/>
    </dgm:pt>
    <dgm:pt modelId="{70E701C4-A01B-478B-B5A7-72A45A927723}" type="pres">
      <dgm:prSet presAssocID="{6177DDA5-5613-4891-976E-1C212353D0C9}" presName="thickLine" presStyleLbl="alignNode1" presStyleIdx="2" presStyleCnt="5"/>
      <dgm:spPr/>
    </dgm:pt>
    <dgm:pt modelId="{C9FA62B6-F360-4DE6-B358-30377F2C6E71}" type="pres">
      <dgm:prSet presAssocID="{6177DDA5-5613-4891-976E-1C212353D0C9}" presName="horz1" presStyleCnt="0"/>
      <dgm:spPr/>
    </dgm:pt>
    <dgm:pt modelId="{76C73E96-6094-4E91-B7B9-13E13EB988E1}" type="pres">
      <dgm:prSet presAssocID="{6177DDA5-5613-4891-976E-1C212353D0C9}" presName="tx1" presStyleLbl="revTx" presStyleIdx="2" presStyleCnt="5"/>
      <dgm:spPr/>
    </dgm:pt>
    <dgm:pt modelId="{B3371B64-AFCC-4498-9075-8374DF2D7C74}" type="pres">
      <dgm:prSet presAssocID="{6177DDA5-5613-4891-976E-1C212353D0C9}" presName="vert1" presStyleCnt="0"/>
      <dgm:spPr/>
    </dgm:pt>
    <dgm:pt modelId="{D5772391-D09D-4BCB-99AA-A146299BE48A}" type="pres">
      <dgm:prSet presAssocID="{09082F41-5578-49C2-9F70-4961A700F96F}" presName="thickLine" presStyleLbl="alignNode1" presStyleIdx="3" presStyleCnt="5"/>
      <dgm:spPr/>
    </dgm:pt>
    <dgm:pt modelId="{B8551BC7-22D9-48E3-90C1-9D67002E667A}" type="pres">
      <dgm:prSet presAssocID="{09082F41-5578-49C2-9F70-4961A700F96F}" presName="horz1" presStyleCnt="0"/>
      <dgm:spPr/>
    </dgm:pt>
    <dgm:pt modelId="{6504E1B2-2776-401B-A003-1CD56A45FE1A}" type="pres">
      <dgm:prSet presAssocID="{09082F41-5578-49C2-9F70-4961A700F96F}" presName="tx1" presStyleLbl="revTx" presStyleIdx="3" presStyleCnt="5"/>
      <dgm:spPr/>
    </dgm:pt>
    <dgm:pt modelId="{60AA848C-C21D-49C8-9EBD-C6283A1807C8}" type="pres">
      <dgm:prSet presAssocID="{09082F41-5578-49C2-9F70-4961A700F96F}" presName="vert1" presStyleCnt="0"/>
      <dgm:spPr/>
    </dgm:pt>
    <dgm:pt modelId="{B6ED948A-0FE7-4358-9C32-C623CA7B6F63}" type="pres">
      <dgm:prSet presAssocID="{78D7DAEF-75E6-4280-AC9C-9D1469C5FF78}" presName="thickLine" presStyleLbl="alignNode1" presStyleIdx="4" presStyleCnt="5"/>
      <dgm:spPr/>
    </dgm:pt>
    <dgm:pt modelId="{0130885E-9E6E-4D7D-8713-F910E074C685}" type="pres">
      <dgm:prSet presAssocID="{78D7DAEF-75E6-4280-AC9C-9D1469C5FF78}" presName="horz1" presStyleCnt="0"/>
      <dgm:spPr/>
    </dgm:pt>
    <dgm:pt modelId="{918F253C-25B1-432F-A8AE-ED4D7ACDB7E7}" type="pres">
      <dgm:prSet presAssocID="{78D7DAEF-75E6-4280-AC9C-9D1469C5FF78}" presName="tx1" presStyleLbl="revTx" presStyleIdx="4" presStyleCnt="5"/>
      <dgm:spPr/>
    </dgm:pt>
    <dgm:pt modelId="{21C1531E-5B1A-4F10-8280-C1FFF28D8D6B}" type="pres">
      <dgm:prSet presAssocID="{78D7DAEF-75E6-4280-AC9C-9D1469C5FF78}" presName="vert1" presStyleCnt="0"/>
      <dgm:spPr/>
    </dgm:pt>
  </dgm:ptLst>
  <dgm:cxnLst>
    <dgm:cxn modelId="{1A44E000-0831-42FE-A804-EBAF4ED25A99}" type="presOf" srcId="{723BCFE9-8420-4A16-9800-A66DCEE6FC1C}" destId="{5CD29D36-251D-4F0B-A099-E5C7698170A3}" srcOrd="0" destOrd="0" presId="urn:microsoft.com/office/officeart/2008/layout/LinedList"/>
    <dgm:cxn modelId="{EC561203-5859-4AA5-A0BE-5A1D51D4AC9F}" type="presOf" srcId="{78D7DAEF-75E6-4280-AC9C-9D1469C5FF78}" destId="{918F253C-25B1-432F-A8AE-ED4D7ACDB7E7}" srcOrd="0" destOrd="0" presId="urn:microsoft.com/office/officeart/2008/layout/LinedList"/>
    <dgm:cxn modelId="{CA68AA14-3B8D-47D4-9B93-3BD3A86A5DAF}" srcId="{75D4DC18-94A8-4300-8924-39BB241972B5}" destId="{6177DDA5-5613-4891-976E-1C212353D0C9}" srcOrd="2" destOrd="0" parTransId="{DF595717-8E64-4C4C-A8F3-CB4F12ED186D}" sibTransId="{51B79F18-7D0B-4940-A95B-B166822ED53B}"/>
    <dgm:cxn modelId="{7B7B343D-63DF-4303-8C2F-EEA3DDB56A42}" type="presOf" srcId="{EE81DBA8-6072-4221-99C9-ECD30237B7F1}" destId="{FC9BD261-412F-4672-92A0-E44FCF497B54}" srcOrd="0" destOrd="0" presId="urn:microsoft.com/office/officeart/2008/layout/LinedList"/>
    <dgm:cxn modelId="{5D60C75B-4BA7-4292-88D6-48BE1145931F}" type="presOf" srcId="{09082F41-5578-49C2-9F70-4961A700F96F}" destId="{6504E1B2-2776-401B-A003-1CD56A45FE1A}" srcOrd="0" destOrd="0" presId="urn:microsoft.com/office/officeart/2008/layout/LinedList"/>
    <dgm:cxn modelId="{16CC9B68-3946-4D0A-B5AB-0F7C1AA01BCA}" srcId="{75D4DC18-94A8-4300-8924-39BB241972B5}" destId="{723BCFE9-8420-4A16-9800-A66DCEE6FC1C}" srcOrd="0" destOrd="0" parTransId="{A9C62507-1916-4716-AF33-CCB091B19889}" sibTransId="{D1F2AF4F-4B0F-4B7F-8545-68209085C635}"/>
    <dgm:cxn modelId="{F44C83A9-B673-4FA2-98D9-F2BF8DE0C603}" srcId="{75D4DC18-94A8-4300-8924-39BB241972B5}" destId="{09082F41-5578-49C2-9F70-4961A700F96F}" srcOrd="3" destOrd="0" parTransId="{8112F6D7-976D-4165-B4F1-EE1DDF006F1F}" sibTransId="{36D1BE2D-5281-4BEA-B312-5D874C416450}"/>
    <dgm:cxn modelId="{4241D3AF-CE8F-4363-B2BE-F0F266ACE433}" type="presOf" srcId="{6177DDA5-5613-4891-976E-1C212353D0C9}" destId="{76C73E96-6094-4E91-B7B9-13E13EB988E1}" srcOrd="0" destOrd="0" presId="urn:microsoft.com/office/officeart/2008/layout/LinedList"/>
    <dgm:cxn modelId="{6C956BC7-125D-4988-96BA-7F419C65EB1E}" srcId="{75D4DC18-94A8-4300-8924-39BB241972B5}" destId="{EE81DBA8-6072-4221-99C9-ECD30237B7F1}" srcOrd="1" destOrd="0" parTransId="{D7242A14-9A0B-4066-AB76-314723E4E3D5}" sibTransId="{E0DDF2FA-FE06-4FFE-81FB-06114FE7A1E6}"/>
    <dgm:cxn modelId="{6051CAF0-60CE-478C-A15E-FAED2E8751FA}" type="presOf" srcId="{75D4DC18-94A8-4300-8924-39BB241972B5}" destId="{6DF03AB0-29AD-4A7B-B1A8-965487DC746C}" srcOrd="0" destOrd="0" presId="urn:microsoft.com/office/officeart/2008/layout/LinedList"/>
    <dgm:cxn modelId="{199D59FB-AAE5-4991-A681-B0559B02AC21}" srcId="{75D4DC18-94A8-4300-8924-39BB241972B5}" destId="{78D7DAEF-75E6-4280-AC9C-9D1469C5FF78}" srcOrd="4" destOrd="0" parTransId="{6808D02B-ECCC-4805-BAA2-6998215F6A05}" sibTransId="{B9597E55-6440-4296-9B5A-548DC5D4DD82}"/>
    <dgm:cxn modelId="{D47EEA71-D122-41CF-A1ED-5E83EF90B1ED}" type="presParOf" srcId="{6DF03AB0-29AD-4A7B-B1A8-965487DC746C}" destId="{58B7A069-11EB-457A-A203-BDB231B4F61B}" srcOrd="0" destOrd="0" presId="urn:microsoft.com/office/officeart/2008/layout/LinedList"/>
    <dgm:cxn modelId="{D514A57B-5E5C-4609-928A-E7C521EDC9DA}" type="presParOf" srcId="{6DF03AB0-29AD-4A7B-B1A8-965487DC746C}" destId="{92CD6ADC-9B7D-4500-8DC7-D868765A75F1}" srcOrd="1" destOrd="0" presId="urn:microsoft.com/office/officeart/2008/layout/LinedList"/>
    <dgm:cxn modelId="{CB345622-A3FF-40B1-920F-5E9CA6A46812}" type="presParOf" srcId="{92CD6ADC-9B7D-4500-8DC7-D868765A75F1}" destId="{5CD29D36-251D-4F0B-A099-E5C7698170A3}" srcOrd="0" destOrd="0" presId="urn:microsoft.com/office/officeart/2008/layout/LinedList"/>
    <dgm:cxn modelId="{5E4F32F5-6C0D-4B93-8077-00A43E6E4D69}" type="presParOf" srcId="{92CD6ADC-9B7D-4500-8DC7-D868765A75F1}" destId="{97868222-A572-4499-839C-6EC9D0831B49}" srcOrd="1" destOrd="0" presId="urn:microsoft.com/office/officeart/2008/layout/LinedList"/>
    <dgm:cxn modelId="{D70CD44D-FDB5-4205-B442-838DA211DF50}" type="presParOf" srcId="{6DF03AB0-29AD-4A7B-B1A8-965487DC746C}" destId="{9FD0BBE3-695D-4000-96CC-1849B2852982}" srcOrd="2" destOrd="0" presId="urn:microsoft.com/office/officeart/2008/layout/LinedList"/>
    <dgm:cxn modelId="{C965BC6A-2700-480B-97A8-7BA6D986B354}" type="presParOf" srcId="{6DF03AB0-29AD-4A7B-B1A8-965487DC746C}" destId="{2805A267-4784-490E-BC6A-EAF023904053}" srcOrd="3" destOrd="0" presId="urn:microsoft.com/office/officeart/2008/layout/LinedList"/>
    <dgm:cxn modelId="{C49B45CA-9A2A-42D7-82D5-EF9D9E58B51F}" type="presParOf" srcId="{2805A267-4784-490E-BC6A-EAF023904053}" destId="{FC9BD261-412F-4672-92A0-E44FCF497B54}" srcOrd="0" destOrd="0" presId="urn:microsoft.com/office/officeart/2008/layout/LinedList"/>
    <dgm:cxn modelId="{5E541619-65C0-4577-9DDF-2F76F2CBC8CE}" type="presParOf" srcId="{2805A267-4784-490E-BC6A-EAF023904053}" destId="{0C625114-97E8-4EA7-B5FD-BD9EF0891127}" srcOrd="1" destOrd="0" presId="urn:microsoft.com/office/officeart/2008/layout/LinedList"/>
    <dgm:cxn modelId="{29D71CD8-5D32-49C9-AD21-C9B53E348F58}" type="presParOf" srcId="{6DF03AB0-29AD-4A7B-B1A8-965487DC746C}" destId="{70E701C4-A01B-478B-B5A7-72A45A927723}" srcOrd="4" destOrd="0" presId="urn:microsoft.com/office/officeart/2008/layout/LinedList"/>
    <dgm:cxn modelId="{908A14BD-34D3-4EA3-91E0-E8C2C1BBE3B4}" type="presParOf" srcId="{6DF03AB0-29AD-4A7B-B1A8-965487DC746C}" destId="{C9FA62B6-F360-4DE6-B358-30377F2C6E71}" srcOrd="5" destOrd="0" presId="urn:microsoft.com/office/officeart/2008/layout/LinedList"/>
    <dgm:cxn modelId="{1E8B6608-487C-4392-BCAC-0872E69D47D8}" type="presParOf" srcId="{C9FA62B6-F360-4DE6-B358-30377F2C6E71}" destId="{76C73E96-6094-4E91-B7B9-13E13EB988E1}" srcOrd="0" destOrd="0" presId="urn:microsoft.com/office/officeart/2008/layout/LinedList"/>
    <dgm:cxn modelId="{F503E8F8-A18B-46FA-BA88-23A34E78C447}" type="presParOf" srcId="{C9FA62B6-F360-4DE6-B358-30377F2C6E71}" destId="{B3371B64-AFCC-4498-9075-8374DF2D7C74}" srcOrd="1" destOrd="0" presId="urn:microsoft.com/office/officeart/2008/layout/LinedList"/>
    <dgm:cxn modelId="{C2507FBB-4298-4551-A3DA-85DF912DD763}" type="presParOf" srcId="{6DF03AB0-29AD-4A7B-B1A8-965487DC746C}" destId="{D5772391-D09D-4BCB-99AA-A146299BE48A}" srcOrd="6" destOrd="0" presId="urn:microsoft.com/office/officeart/2008/layout/LinedList"/>
    <dgm:cxn modelId="{06F51D30-8691-4B17-9B0E-4F4531253D6A}" type="presParOf" srcId="{6DF03AB0-29AD-4A7B-B1A8-965487DC746C}" destId="{B8551BC7-22D9-48E3-90C1-9D67002E667A}" srcOrd="7" destOrd="0" presId="urn:microsoft.com/office/officeart/2008/layout/LinedList"/>
    <dgm:cxn modelId="{84830DF0-1109-4842-AA19-486BDB539B5A}" type="presParOf" srcId="{B8551BC7-22D9-48E3-90C1-9D67002E667A}" destId="{6504E1B2-2776-401B-A003-1CD56A45FE1A}" srcOrd="0" destOrd="0" presId="urn:microsoft.com/office/officeart/2008/layout/LinedList"/>
    <dgm:cxn modelId="{745B38F5-ACE0-4080-BD3D-BD5620AFE531}" type="presParOf" srcId="{B8551BC7-22D9-48E3-90C1-9D67002E667A}" destId="{60AA848C-C21D-49C8-9EBD-C6283A1807C8}" srcOrd="1" destOrd="0" presId="urn:microsoft.com/office/officeart/2008/layout/LinedList"/>
    <dgm:cxn modelId="{11F41A38-A642-4B8B-8E2C-8EC01C2C8DC7}" type="presParOf" srcId="{6DF03AB0-29AD-4A7B-B1A8-965487DC746C}" destId="{B6ED948A-0FE7-4358-9C32-C623CA7B6F63}" srcOrd="8" destOrd="0" presId="urn:microsoft.com/office/officeart/2008/layout/LinedList"/>
    <dgm:cxn modelId="{27B0204C-08E5-4C77-88ED-9AE958B3CD63}" type="presParOf" srcId="{6DF03AB0-29AD-4A7B-B1A8-965487DC746C}" destId="{0130885E-9E6E-4D7D-8713-F910E074C685}" srcOrd="9" destOrd="0" presId="urn:microsoft.com/office/officeart/2008/layout/LinedList"/>
    <dgm:cxn modelId="{7E3C4AE1-35E2-46DC-9359-699C27F6E316}" type="presParOf" srcId="{0130885E-9E6E-4D7D-8713-F910E074C685}" destId="{918F253C-25B1-432F-A8AE-ED4D7ACDB7E7}" srcOrd="0" destOrd="0" presId="urn:microsoft.com/office/officeart/2008/layout/LinedList"/>
    <dgm:cxn modelId="{974309ED-CDCB-4733-A201-4A549BB9AD24}" type="presParOf" srcId="{0130885E-9E6E-4D7D-8713-F910E074C685}" destId="{21C1531E-5B1A-4F10-8280-C1FFF28D8D6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E7C069-4232-44A2-9872-FE53C0A34E40}"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5A6CA8E-A13C-4D54-AFDA-700FC7E488FD}">
      <dgm:prSet/>
      <dgm:spPr/>
      <dgm:t>
        <a:bodyPr/>
        <a:lstStyle/>
        <a:p>
          <a:pPr>
            <a:defRPr cap="all"/>
          </a:pPr>
          <a:r>
            <a:rPr lang="fr-FR" b="1"/>
            <a:t>Électricité</a:t>
          </a:r>
          <a:r>
            <a:rPr lang="fr-FR"/>
            <a:t> : électrocution, brûlures graves, arrêt cardiaque, incendie.</a:t>
          </a:r>
          <a:endParaRPr lang="en-US"/>
        </a:p>
      </dgm:t>
    </dgm:pt>
    <dgm:pt modelId="{603E45F0-44F4-4BFA-A5B0-8F57C4D9DF42}" type="parTrans" cxnId="{9ABAABEB-ACEA-4B56-BEEC-4B1ABB11AE28}">
      <dgm:prSet/>
      <dgm:spPr/>
      <dgm:t>
        <a:bodyPr/>
        <a:lstStyle/>
        <a:p>
          <a:endParaRPr lang="en-US"/>
        </a:p>
      </dgm:t>
    </dgm:pt>
    <dgm:pt modelId="{401F46F1-A56D-4931-A828-A42358930D4E}" type="sibTrans" cxnId="{9ABAABEB-ACEA-4B56-BEEC-4B1ABB11AE28}">
      <dgm:prSet/>
      <dgm:spPr/>
      <dgm:t>
        <a:bodyPr/>
        <a:lstStyle/>
        <a:p>
          <a:endParaRPr lang="en-US"/>
        </a:p>
      </dgm:t>
    </dgm:pt>
    <dgm:pt modelId="{46C73510-CE66-49F6-B62C-B2BF975843DE}">
      <dgm:prSet/>
      <dgm:spPr/>
      <dgm:t>
        <a:bodyPr/>
        <a:lstStyle/>
        <a:p>
          <a:pPr>
            <a:defRPr cap="all"/>
          </a:pPr>
          <a:r>
            <a:rPr lang="fr-FR" b="1"/>
            <a:t>Gaz</a:t>
          </a:r>
          <a:r>
            <a:rPr lang="fr-FR"/>
            <a:t> : explosion, incendie, intoxication par inhalation, évacuation d'urgence.</a:t>
          </a:r>
          <a:endParaRPr lang="en-US"/>
        </a:p>
      </dgm:t>
    </dgm:pt>
    <dgm:pt modelId="{197B6631-5FCB-439C-A633-CAACFD5E6A14}" type="parTrans" cxnId="{7C04AEF0-E087-4F41-8B90-F73419ABB40F}">
      <dgm:prSet/>
      <dgm:spPr/>
      <dgm:t>
        <a:bodyPr/>
        <a:lstStyle/>
        <a:p>
          <a:endParaRPr lang="en-US"/>
        </a:p>
      </dgm:t>
    </dgm:pt>
    <dgm:pt modelId="{EEEBD7B4-3EC9-46DC-A89C-10C6674AAF33}" type="sibTrans" cxnId="{7C04AEF0-E087-4F41-8B90-F73419ABB40F}">
      <dgm:prSet/>
      <dgm:spPr/>
      <dgm:t>
        <a:bodyPr/>
        <a:lstStyle/>
        <a:p>
          <a:endParaRPr lang="en-US"/>
        </a:p>
      </dgm:t>
    </dgm:pt>
    <dgm:pt modelId="{4AA2F7DC-5504-4780-87F7-2303D3C51095}">
      <dgm:prSet/>
      <dgm:spPr/>
      <dgm:t>
        <a:bodyPr/>
        <a:lstStyle/>
        <a:p>
          <a:pPr>
            <a:defRPr cap="all"/>
          </a:pPr>
          <a:r>
            <a:rPr lang="fr-FR" b="1"/>
            <a:t>Eau</a:t>
          </a:r>
          <a:r>
            <a:rPr lang="fr-FR"/>
            <a:t> : inondation du chantier, glissades, interruption de service, pollution.</a:t>
          </a:r>
          <a:endParaRPr lang="en-US"/>
        </a:p>
      </dgm:t>
    </dgm:pt>
    <dgm:pt modelId="{8F17D271-9705-4312-8AF8-C0AA3204C2C3}" type="parTrans" cxnId="{9A4F6600-824E-4ADA-BA18-529DE18A8507}">
      <dgm:prSet/>
      <dgm:spPr/>
      <dgm:t>
        <a:bodyPr/>
        <a:lstStyle/>
        <a:p>
          <a:endParaRPr lang="en-US"/>
        </a:p>
      </dgm:t>
    </dgm:pt>
    <dgm:pt modelId="{B0BB3BEE-0DB9-44D1-BC2C-826520169F68}" type="sibTrans" cxnId="{9A4F6600-824E-4ADA-BA18-529DE18A8507}">
      <dgm:prSet/>
      <dgm:spPr/>
      <dgm:t>
        <a:bodyPr/>
        <a:lstStyle/>
        <a:p>
          <a:endParaRPr lang="en-US"/>
        </a:p>
      </dgm:t>
    </dgm:pt>
    <dgm:pt modelId="{E5D731BE-729B-4C9A-8826-AD4AD012972A}">
      <dgm:prSet/>
      <dgm:spPr/>
      <dgm:t>
        <a:bodyPr/>
        <a:lstStyle/>
        <a:p>
          <a:pPr>
            <a:defRPr cap="all"/>
          </a:pPr>
          <a:r>
            <a:rPr lang="fr-FR" b="1"/>
            <a:t>Télécommunications</a:t>
          </a:r>
          <a:r>
            <a:rPr lang="fr-FR"/>
            <a:t> : coupure de service, dommages financiers (faible danger physique).</a:t>
          </a:r>
          <a:endParaRPr lang="en-US"/>
        </a:p>
      </dgm:t>
    </dgm:pt>
    <dgm:pt modelId="{20E64582-581D-40A0-ADDA-B575112685F7}" type="parTrans" cxnId="{246F9905-4368-4ED3-A6F8-380AF2CD0B38}">
      <dgm:prSet/>
      <dgm:spPr/>
      <dgm:t>
        <a:bodyPr/>
        <a:lstStyle/>
        <a:p>
          <a:endParaRPr lang="en-US"/>
        </a:p>
      </dgm:t>
    </dgm:pt>
    <dgm:pt modelId="{B620E437-0CC2-4CA9-A887-9FCA1A239F2B}" type="sibTrans" cxnId="{246F9905-4368-4ED3-A6F8-380AF2CD0B38}">
      <dgm:prSet/>
      <dgm:spPr/>
      <dgm:t>
        <a:bodyPr/>
        <a:lstStyle/>
        <a:p>
          <a:endParaRPr lang="en-US"/>
        </a:p>
      </dgm:t>
    </dgm:pt>
    <dgm:pt modelId="{01A8D645-77BA-483B-9245-FE6BD03826BF}">
      <dgm:prSet/>
      <dgm:spPr/>
      <dgm:t>
        <a:bodyPr/>
        <a:lstStyle/>
        <a:p>
          <a:pPr>
            <a:defRPr cap="all"/>
          </a:pPr>
          <a:r>
            <a:rPr lang="fr-FR" b="1"/>
            <a:t>Chauffage urbain</a:t>
          </a:r>
          <a:r>
            <a:rPr lang="fr-FR"/>
            <a:t> : brûlures dues à la vapeur, fuite de fluide à haute température.</a:t>
          </a:r>
          <a:endParaRPr lang="en-US"/>
        </a:p>
      </dgm:t>
    </dgm:pt>
    <dgm:pt modelId="{665839D2-5D57-4757-9AD9-0B3BFB8BC15D}" type="parTrans" cxnId="{5F57E54E-E958-49D6-89FB-5B1C234E3974}">
      <dgm:prSet/>
      <dgm:spPr/>
      <dgm:t>
        <a:bodyPr/>
        <a:lstStyle/>
        <a:p>
          <a:endParaRPr lang="en-US"/>
        </a:p>
      </dgm:t>
    </dgm:pt>
    <dgm:pt modelId="{44272C4F-AFB2-4400-A697-9BA16EC4CEB7}" type="sibTrans" cxnId="{5F57E54E-E958-49D6-89FB-5B1C234E3974}">
      <dgm:prSet/>
      <dgm:spPr/>
      <dgm:t>
        <a:bodyPr/>
        <a:lstStyle/>
        <a:p>
          <a:endParaRPr lang="en-US"/>
        </a:p>
      </dgm:t>
    </dgm:pt>
    <dgm:pt modelId="{4073B09F-2705-4EC4-BF7C-60EBC2733442}">
      <dgm:prSet/>
      <dgm:spPr/>
      <dgm:t>
        <a:bodyPr/>
        <a:lstStyle/>
        <a:p>
          <a:pPr>
            <a:defRPr cap="all"/>
          </a:pPr>
          <a:r>
            <a:rPr lang="fr-FR" b="1"/>
            <a:t>Autres</a:t>
          </a:r>
          <a:r>
            <a:rPr lang="fr-FR"/>
            <a:t> : risques spécifiques selon les réseaux particuliers (hydrogène, produits chimiques…).</a:t>
          </a:r>
          <a:endParaRPr lang="en-US"/>
        </a:p>
      </dgm:t>
    </dgm:pt>
    <dgm:pt modelId="{097B3A27-4B01-4F69-AF7F-206D835410A2}" type="parTrans" cxnId="{E20EB125-41D0-4F9D-B301-919EBC2AD607}">
      <dgm:prSet/>
      <dgm:spPr/>
      <dgm:t>
        <a:bodyPr/>
        <a:lstStyle/>
        <a:p>
          <a:endParaRPr lang="en-US"/>
        </a:p>
      </dgm:t>
    </dgm:pt>
    <dgm:pt modelId="{4CD8BF26-8778-442E-9A37-E7221F0D59B9}" type="sibTrans" cxnId="{E20EB125-41D0-4F9D-B301-919EBC2AD607}">
      <dgm:prSet/>
      <dgm:spPr/>
      <dgm:t>
        <a:bodyPr/>
        <a:lstStyle/>
        <a:p>
          <a:endParaRPr lang="en-US"/>
        </a:p>
      </dgm:t>
    </dgm:pt>
    <dgm:pt modelId="{048B35E2-FFB9-4C9F-8B10-9783ABA301CD}" type="pres">
      <dgm:prSet presAssocID="{25E7C069-4232-44A2-9872-FE53C0A34E40}" presName="root" presStyleCnt="0">
        <dgm:presLayoutVars>
          <dgm:dir/>
          <dgm:resizeHandles val="exact"/>
        </dgm:presLayoutVars>
      </dgm:prSet>
      <dgm:spPr/>
    </dgm:pt>
    <dgm:pt modelId="{18DD794E-4A8F-4A9F-9B6A-AC61DF6643E8}" type="pres">
      <dgm:prSet presAssocID="{E5A6CA8E-A13C-4D54-AFDA-700FC7E488FD}" presName="compNode" presStyleCnt="0"/>
      <dgm:spPr/>
    </dgm:pt>
    <dgm:pt modelId="{9040A86E-AE93-4543-A756-492E174A724B}" type="pres">
      <dgm:prSet presAssocID="{E5A6CA8E-A13C-4D54-AFDA-700FC7E488FD}" presName="iconBgRect" presStyleLbl="bgShp" presStyleIdx="0" presStyleCnt="6"/>
      <dgm:spPr>
        <a:prstGeom prst="round2DiagRect">
          <a:avLst>
            <a:gd name="adj1" fmla="val 29727"/>
            <a:gd name="adj2" fmla="val 0"/>
          </a:avLst>
        </a:prstGeom>
      </dgm:spPr>
    </dgm:pt>
    <dgm:pt modelId="{1396BE07-3F7A-44D3-9B17-9C35BD273473}" type="pres">
      <dgm:prSet presAssocID="{E5A6CA8E-A13C-4D54-AFDA-700FC7E488F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eu"/>
        </a:ext>
      </dgm:extLst>
    </dgm:pt>
    <dgm:pt modelId="{6BFEEEDA-2AAE-4455-A65B-FB402165123B}" type="pres">
      <dgm:prSet presAssocID="{E5A6CA8E-A13C-4D54-AFDA-700FC7E488FD}" presName="spaceRect" presStyleCnt="0"/>
      <dgm:spPr/>
    </dgm:pt>
    <dgm:pt modelId="{E9D03462-C725-4AE8-BD9C-082030F91162}" type="pres">
      <dgm:prSet presAssocID="{E5A6CA8E-A13C-4D54-AFDA-700FC7E488FD}" presName="textRect" presStyleLbl="revTx" presStyleIdx="0" presStyleCnt="6">
        <dgm:presLayoutVars>
          <dgm:chMax val="1"/>
          <dgm:chPref val="1"/>
        </dgm:presLayoutVars>
      </dgm:prSet>
      <dgm:spPr/>
    </dgm:pt>
    <dgm:pt modelId="{D94120C9-7205-4A24-8B01-03D0553C038E}" type="pres">
      <dgm:prSet presAssocID="{401F46F1-A56D-4931-A828-A42358930D4E}" presName="sibTrans" presStyleCnt="0"/>
      <dgm:spPr/>
    </dgm:pt>
    <dgm:pt modelId="{2BFF7478-B386-491E-90BA-6DB43AEBDA59}" type="pres">
      <dgm:prSet presAssocID="{46C73510-CE66-49F6-B62C-B2BF975843DE}" presName="compNode" presStyleCnt="0"/>
      <dgm:spPr/>
    </dgm:pt>
    <dgm:pt modelId="{0742A70F-9E88-43D5-8ED8-1C7E472605BE}" type="pres">
      <dgm:prSet presAssocID="{46C73510-CE66-49F6-B62C-B2BF975843DE}" presName="iconBgRect" presStyleLbl="bgShp" presStyleIdx="1" presStyleCnt="6"/>
      <dgm:spPr>
        <a:prstGeom prst="round2DiagRect">
          <a:avLst>
            <a:gd name="adj1" fmla="val 29727"/>
            <a:gd name="adj2" fmla="val 0"/>
          </a:avLst>
        </a:prstGeom>
      </dgm:spPr>
    </dgm:pt>
    <dgm:pt modelId="{EB8C93BA-D10D-4F5E-9275-1F093371C372}" type="pres">
      <dgm:prSet presAssocID="{46C73510-CE66-49F6-B62C-B2BF975843D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plosion"/>
        </a:ext>
      </dgm:extLst>
    </dgm:pt>
    <dgm:pt modelId="{1291214F-4F06-4ED9-A211-BF4687DF200C}" type="pres">
      <dgm:prSet presAssocID="{46C73510-CE66-49F6-B62C-B2BF975843DE}" presName="spaceRect" presStyleCnt="0"/>
      <dgm:spPr/>
    </dgm:pt>
    <dgm:pt modelId="{4126004E-9C45-464E-8113-7DC5C60BBDFF}" type="pres">
      <dgm:prSet presAssocID="{46C73510-CE66-49F6-B62C-B2BF975843DE}" presName="textRect" presStyleLbl="revTx" presStyleIdx="1" presStyleCnt="6">
        <dgm:presLayoutVars>
          <dgm:chMax val="1"/>
          <dgm:chPref val="1"/>
        </dgm:presLayoutVars>
      </dgm:prSet>
      <dgm:spPr/>
    </dgm:pt>
    <dgm:pt modelId="{0A9D4751-B63D-41A9-A31C-1801FAC0EA85}" type="pres">
      <dgm:prSet presAssocID="{EEEBD7B4-3EC9-46DC-A89C-10C6674AAF33}" presName="sibTrans" presStyleCnt="0"/>
      <dgm:spPr/>
    </dgm:pt>
    <dgm:pt modelId="{3B200257-5BBF-4DDA-9ED5-4DFCF1BA426D}" type="pres">
      <dgm:prSet presAssocID="{4AA2F7DC-5504-4780-87F7-2303D3C51095}" presName="compNode" presStyleCnt="0"/>
      <dgm:spPr/>
    </dgm:pt>
    <dgm:pt modelId="{DC826728-BD3E-43C5-A6F9-7E04A066EE62}" type="pres">
      <dgm:prSet presAssocID="{4AA2F7DC-5504-4780-87F7-2303D3C51095}" presName="iconBgRect" presStyleLbl="bgShp" presStyleIdx="2" presStyleCnt="6"/>
      <dgm:spPr>
        <a:prstGeom prst="round2DiagRect">
          <a:avLst>
            <a:gd name="adj1" fmla="val 29727"/>
            <a:gd name="adj2" fmla="val 0"/>
          </a:avLst>
        </a:prstGeom>
      </dgm:spPr>
    </dgm:pt>
    <dgm:pt modelId="{7E716D22-545D-4D22-97F3-3EF1FC315C02}" type="pres">
      <dgm:prSet presAssocID="{4AA2F7DC-5504-4780-87F7-2303D3C5109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uie"/>
        </a:ext>
      </dgm:extLst>
    </dgm:pt>
    <dgm:pt modelId="{D6F03C23-A7EF-4511-8762-4D0FA7D978C7}" type="pres">
      <dgm:prSet presAssocID="{4AA2F7DC-5504-4780-87F7-2303D3C51095}" presName="spaceRect" presStyleCnt="0"/>
      <dgm:spPr/>
    </dgm:pt>
    <dgm:pt modelId="{24DA4D0F-1814-446D-99DA-023DCAB5FC48}" type="pres">
      <dgm:prSet presAssocID="{4AA2F7DC-5504-4780-87F7-2303D3C51095}" presName="textRect" presStyleLbl="revTx" presStyleIdx="2" presStyleCnt="6">
        <dgm:presLayoutVars>
          <dgm:chMax val="1"/>
          <dgm:chPref val="1"/>
        </dgm:presLayoutVars>
      </dgm:prSet>
      <dgm:spPr/>
    </dgm:pt>
    <dgm:pt modelId="{ECFB590E-90BF-47F1-BF61-D6220D982944}" type="pres">
      <dgm:prSet presAssocID="{B0BB3BEE-0DB9-44D1-BC2C-826520169F68}" presName="sibTrans" presStyleCnt="0"/>
      <dgm:spPr/>
    </dgm:pt>
    <dgm:pt modelId="{B6E7E9E8-7C58-466E-A83D-DDF32463DE5C}" type="pres">
      <dgm:prSet presAssocID="{E5D731BE-729B-4C9A-8826-AD4AD012972A}" presName="compNode" presStyleCnt="0"/>
      <dgm:spPr/>
    </dgm:pt>
    <dgm:pt modelId="{81EE8BAC-4B5A-40F0-9309-123035D39220}" type="pres">
      <dgm:prSet presAssocID="{E5D731BE-729B-4C9A-8826-AD4AD012972A}" presName="iconBgRect" presStyleLbl="bgShp" presStyleIdx="3" presStyleCnt="6"/>
      <dgm:spPr>
        <a:prstGeom prst="round2DiagRect">
          <a:avLst>
            <a:gd name="adj1" fmla="val 29727"/>
            <a:gd name="adj2" fmla="val 0"/>
          </a:avLst>
        </a:prstGeom>
      </dgm:spPr>
    </dgm:pt>
    <dgm:pt modelId="{A3DFA4A6-0959-47D0-843E-33E9796750E7}" type="pres">
      <dgm:prSet presAssocID="{E5D731BE-729B-4C9A-8826-AD4AD012972A}"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4A274BA0-E39A-481F-A4C7-1298D0EBBBFD}" type="pres">
      <dgm:prSet presAssocID="{E5D731BE-729B-4C9A-8826-AD4AD012972A}" presName="spaceRect" presStyleCnt="0"/>
      <dgm:spPr/>
    </dgm:pt>
    <dgm:pt modelId="{12FD5E1A-2F17-45EC-8179-465ED5776198}" type="pres">
      <dgm:prSet presAssocID="{E5D731BE-729B-4C9A-8826-AD4AD012972A}" presName="textRect" presStyleLbl="revTx" presStyleIdx="3" presStyleCnt="6">
        <dgm:presLayoutVars>
          <dgm:chMax val="1"/>
          <dgm:chPref val="1"/>
        </dgm:presLayoutVars>
      </dgm:prSet>
      <dgm:spPr/>
    </dgm:pt>
    <dgm:pt modelId="{72B1A9CF-AD55-4995-A9A4-2D10F1D98915}" type="pres">
      <dgm:prSet presAssocID="{B620E437-0CC2-4CA9-A887-9FCA1A239F2B}" presName="sibTrans" presStyleCnt="0"/>
      <dgm:spPr/>
    </dgm:pt>
    <dgm:pt modelId="{B8854A97-EB68-4E5E-974E-E57C93CE7457}" type="pres">
      <dgm:prSet presAssocID="{01A8D645-77BA-483B-9245-FE6BD03826BF}" presName="compNode" presStyleCnt="0"/>
      <dgm:spPr/>
    </dgm:pt>
    <dgm:pt modelId="{04B0F699-EFB8-4101-B691-17DA07327F5B}" type="pres">
      <dgm:prSet presAssocID="{01A8D645-77BA-483B-9245-FE6BD03826BF}" presName="iconBgRect" presStyleLbl="bgShp" presStyleIdx="4" presStyleCnt="6"/>
      <dgm:spPr>
        <a:prstGeom prst="round2DiagRect">
          <a:avLst>
            <a:gd name="adj1" fmla="val 29727"/>
            <a:gd name="adj2" fmla="val 0"/>
          </a:avLst>
        </a:prstGeom>
      </dgm:spPr>
    </dgm:pt>
    <dgm:pt modelId="{976E3C9B-DC35-439D-9217-C94C9EEE52DD}" type="pres">
      <dgm:prSet presAssocID="{01A8D645-77BA-483B-9245-FE6BD03826BF}"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hermomètre"/>
        </a:ext>
      </dgm:extLst>
    </dgm:pt>
    <dgm:pt modelId="{D245F58A-4266-4335-94BF-57C90B4E3EC5}" type="pres">
      <dgm:prSet presAssocID="{01A8D645-77BA-483B-9245-FE6BD03826BF}" presName="spaceRect" presStyleCnt="0"/>
      <dgm:spPr/>
    </dgm:pt>
    <dgm:pt modelId="{7A2746F2-2BEA-420F-8737-ED4EA75F7E57}" type="pres">
      <dgm:prSet presAssocID="{01A8D645-77BA-483B-9245-FE6BD03826BF}" presName="textRect" presStyleLbl="revTx" presStyleIdx="4" presStyleCnt="6">
        <dgm:presLayoutVars>
          <dgm:chMax val="1"/>
          <dgm:chPref val="1"/>
        </dgm:presLayoutVars>
      </dgm:prSet>
      <dgm:spPr/>
    </dgm:pt>
    <dgm:pt modelId="{5C9ACE92-6E41-4570-A281-B202E837DD35}" type="pres">
      <dgm:prSet presAssocID="{44272C4F-AFB2-4400-A697-9BA16EC4CEB7}" presName="sibTrans" presStyleCnt="0"/>
      <dgm:spPr/>
    </dgm:pt>
    <dgm:pt modelId="{C94B15D8-C658-4A45-88D7-077A90D5FA79}" type="pres">
      <dgm:prSet presAssocID="{4073B09F-2705-4EC4-BF7C-60EBC2733442}" presName="compNode" presStyleCnt="0"/>
      <dgm:spPr/>
    </dgm:pt>
    <dgm:pt modelId="{B3FFB9FC-C692-4D9E-A35A-1F1D0491408E}" type="pres">
      <dgm:prSet presAssocID="{4073B09F-2705-4EC4-BF7C-60EBC2733442}" presName="iconBgRect" presStyleLbl="bgShp" presStyleIdx="5" presStyleCnt="6"/>
      <dgm:spPr>
        <a:prstGeom prst="round2DiagRect">
          <a:avLst>
            <a:gd name="adj1" fmla="val 29727"/>
            <a:gd name="adj2" fmla="val 0"/>
          </a:avLst>
        </a:prstGeom>
      </dgm:spPr>
    </dgm:pt>
    <dgm:pt modelId="{E7897F83-F266-47E2-82DC-EB3E72DCDF05}" type="pres">
      <dgm:prSet presAssocID="{4073B09F-2705-4EC4-BF7C-60EBC273344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tome"/>
        </a:ext>
      </dgm:extLst>
    </dgm:pt>
    <dgm:pt modelId="{EA4011DC-9935-4DA0-968C-A5EBAD5820F7}" type="pres">
      <dgm:prSet presAssocID="{4073B09F-2705-4EC4-BF7C-60EBC2733442}" presName="spaceRect" presStyleCnt="0"/>
      <dgm:spPr/>
    </dgm:pt>
    <dgm:pt modelId="{B3E5F24A-0F31-463D-88CD-08A49300041D}" type="pres">
      <dgm:prSet presAssocID="{4073B09F-2705-4EC4-BF7C-60EBC2733442}" presName="textRect" presStyleLbl="revTx" presStyleIdx="5" presStyleCnt="6">
        <dgm:presLayoutVars>
          <dgm:chMax val="1"/>
          <dgm:chPref val="1"/>
        </dgm:presLayoutVars>
      </dgm:prSet>
      <dgm:spPr/>
    </dgm:pt>
  </dgm:ptLst>
  <dgm:cxnLst>
    <dgm:cxn modelId="{9A4F6600-824E-4ADA-BA18-529DE18A8507}" srcId="{25E7C069-4232-44A2-9872-FE53C0A34E40}" destId="{4AA2F7DC-5504-4780-87F7-2303D3C51095}" srcOrd="2" destOrd="0" parTransId="{8F17D271-9705-4312-8AF8-C0AA3204C2C3}" sibTransId="{B0BB3BEE-0DB9-44D1-BC2C-826520169F68}"/>
    <dgm:cxn modelId="{246F9905-4368-4ED3-A6F8-380AF2CD0B38}" srcId="{25E7C069-4232-44A2-9872-FE53C0A34E40}" destId="{E5D731BE-729B-4C9A-8826-AD4AD012972A}" srcOrd="3" destOrd="0" parTransId="{20E64582-581D-40A0-ADDA-B575112685F7}" sibTransId="{B620E437-0CC2-4CA9-A887-9FCA1A239F2B}"/>
    <dgm:cxn modelId="{0C6E931B-3F4B-425A-9ED5-C9A55A98A5E3}" type="presOf" srcId="{4073B09F-2705-4EC4-BF7C-60EBC2733442}" destId="{B3E5F24A-0F31-463D-88CD-08A49300041D}" srcOrd="0" destOrd="0" presId="urn:microsoft.com/office/officeart/2018/5/layout/IconLeafLabelList"/>
    <dgm:cxn modelId="{E20EB125-41D0-4F9D-B301-919EBC2AD607}" srcId="{25E7C069-4232-44A2-9872-FE53C0A34E40}" destId="{4073B09F-2705-4EC4-BF7C-60EBC2733442}" srcOrd="5" destOrd="0" parTransId="{097B3A27-4B01-4F69-AF7F-206D835410A2}" sibTransId="{4CD8BF26-8778-442E-9A37-E7221F0D59B9}"/>
    <dgm:cxn modelId="{AEFCBF40-A808-4B11-91C3-DBAC9BD3A3E4}" type="presOf" srcId="{46C73510-CE66-49F6-B62C-B2BF975843DE}" destId="{4126004E-9C45-464E-8113-7DC5C60BBDFF}" srcOrd="0" destOrd="0" presId="urn:microsoft.com/office/officeart/2018/5/layout/IconLeafLabelList"/>
    <dgm:cxn modelId="{27C1E647-A324-471A-BB54-7D4EC2F94F84}" type="presOf" srcId="{01A8D645-77BA-483B-9245-FE6BD03826BF}" destId="{7A2746F2-2BEA-420F-8737-ED4EA75F7E57}" srcOrd="0" destOrd="0" presId="urn:microsoft.com/office/officeart/2018/5/layout/IconLeafLabelList"/>
    <dgm:cxn modelId="{5F57E54E-E958-49D6-89FB-5B1C234E3974}" srcId="{25E7C069-4232-44A2-9872-FE53C0A34E40}" destId="{01A8D645-77BA-483B-9245-FE6BD03826BF}" srcOrd="4" destOrd="0" parTransId="{665839D2-5D57-4757-9AD9-0B3BFB8BC15D}" sibTransId="{44272C4F-AFB2-4400-A697-9BA16EC4CEB7}"/>
    <dgm:cxn modelId="{2BDBBA59-1252-408E-BB65-4ED8E5EC08CE}" type="presOf" srcId="{E5D731BE-729B-4C9A-8826-AD4AD012972A}" destId="{12FD5E1A-2F17-45EC-8179-465ED5776198}" srcOrd="0" destOrd="0" presId="urn:microsoft.com/office/officeart/2018/5/layout/IconLeafLabelList"/>
    <dgm:cxn modelId="{112ECA7F-08ED-4B0D-9C8B-91FD47CAF42E}" type="presOf" srcId="{4AA2F7DC-5504-4780-87F7-2303D3C51095}" destId="{24DA4D0F-1814-446D-99DA-023DCAB5FC48}" srcOrd="0" destOrd="0" presId="urn:microsoft.com/office/officeart/2018/5/layout/IconLeafLabelList"/>
    <dgm:cxn modelId="{BD01E2B7-6DB7-4438-83B3-9541495BEFB8}" type="presOf" srcId="{25E7C069-4232-44A2-9872-FE53C0A34E40}" destId="{048B35E2-FFB9-4C9F-8B10-9783ABA301CD}" srcOrd="0" destOrd="0" presId="urn:microsoft.com/office/officeart/2018/5/layout/IconLeafLabelList"/>
    <dgm:cxn modelId="{472CB5DC-316E-46D5-B013-1CE180E55412}" type="presOf" srcId="{E5A6CA8E-A13C-4D54-AFDA-700FC7E488FD}" destId="{E9D03462-C725-4AE8-BD9C-082030F91162}" srcOrd="0" destOrd="0" presId="urn:microsoft.com/office/officeart/2018/5/layout/IconLeafLabelList"/>
    <dgm:cxn modelId="{9ABAABEB-ACEA-4B56-BEEC-4B1ABB11AE28}" srcId="{25E7C069-4232-44A2-9872-FE53C0A34E40}" destId="{E5A6CA8E-A13C-4D54-AFDA-700FC7E488FD}" srcOrd="0" destOrd="0" parTransId="{603E45F0-44F4-4BFA-A5B0-8F57C4D9DF42}" sibTransId="{401F46F1-A56D-4931-A828-A42358930D4E}"/>
    <dgm:cxn modelId="{7C04AEF0-E087-4F41-8B90-F73419ABB40F}" srcId="{25E7C069-4232-44A2-9872-FE53C0A34E40}" destId="{46C73510-CE66-49F6-B62C-B2BF975843DE}" srcOrd="1" destOrd="0" parTransId="{197B6631-5FCB-439C-A633-CAACFD5E6A14}" sibTransId="{EEEBD7B4-3EC9-46DC-A89C-10C6674AAF33}"/>
    <dgm:cxn modelId="{26C2C0E1-0FEB-4F28-A5D8-399661EEF135}" type="presParOf" srcId="{048B35E2-FFB9-4C9F-8B10-9783ABA301CD}" destId="{18DD794E-4A8F-4A9F-9B6A-AC61DF6643E8}" srcOrd="0" destOrd="0" presId="urn:microsoft.com/office/officeart/2018/5/layout/IconLeafLabelList"/>
    <dgm:cxn modelId="{3EE8B20B-7693-4D85-B2CC-29C3C83071AB}" type="presParOf" srcId="{18DD794E-4A8F-4A9F-9B6A-AC61DF6643E8}" destId="{9040A86E-AE93-4543-A756-492E174A724B}" srcOrd="0" destOrd="0" presId="urn:microsoft.com/office/officeart/2018/5/layout/IconLeafLabelList"/>
    <dgm:cxn modelId="{E018F786-8842-4DC2-92BE-43B7524E5EB8}" type="presParOf" srcId="{18DD794E-4A8F-4A9F-9B6A-AC61DF6643E8}" destId="{1396BE07-3F7A-44D3-9B17-9C35BD273473}" srcOrd="1" destOrd="0" presId="urn:microsoft.com/office/officeart/2018/5/layout/IconLeafLabelList"/>
    <dgm:cxn modelId="{78CFC329-73F9-4DCD-ADDD-8ED74511D7A2}" type="presParOf" srcId="{18DD794E-4A8F-4A9F-9B6A-AC61DF6643E8}" destId="{6BFEEEDA-2AAE-4455-A65B-FB402165123B}" srcOrd="2" destOrd="0" presId="urn:microsoft.com/office/officeart/2018/5/layout/IconLeafLabelList"/>
    <dgm:cxn modelId="{0EEEEC42-487E-4D8A-B6A9-658E1254CB1F}" type="presParOf" srcId="{18DD794E-4A8F-4A9F-9B6A-AC61DF6643E8}" destId="{E9D03462-C725-4AE8-BD9C-082030F91162}" srcOrd="3" destOrd="0" presId="urn:microsoft.com/office/officeart/2018/5/layout/IconLeafLabelList"/>
    <dgm:cxn modelId="{8FDE4C89-F852-4FC6-B4D2-3C44E2416A1B}" type="presParOf" srcId="{048B35E2-FFB9-4C9F-8B10-9783ABA301CD}" destId="{D94120C9-7205-4A24-8B01-03D0553C038E}" srcOrd="1" destOrd="0" presId="urn:microsoft.com/office/officeart/2018/5/layout/IconLeafLabelList"/>
    <dgm:cxn modelId="{6BE0BF24-F529-474A-9FD0-E401A3F3B306}" type="presParOf" srcId="{048B35E2-FFB9-4C9F-8B10-9783ABA301CD}" destId="{2BFF7478-B386-491E-90BA-6DB43AEBDA59}" srcOrd="2" destOrd="0" presId="urn:microsoft.com/office/officeart/2018/5/layout/IconLeafLabelList"/>
    <dgm:cxn modelId="{9AB8DC23-980C-4A47-A194-11E3055D22A7}" type="presParOf" srcId="{2BFF7478-B386-491E-90BA-6DB43AEBDA59}" destId="{0742A70F-9E88-43D5-8ED8-1C7E472605BE}" srcOrd="0" destOrd="0" presId="urn:microsoft.com/office/officeart/2018/5/layout/IconLeafLabelList"/>
    <dgm:cxn modelId="{84E570F9-2FBF-497B-A47B-C87B13BEDD1E}" type="presParOf" srcId="{2BFF7478-B386-491E-90BA-6DB43AEBDA59}" destId="{EB8C93BA-D10D-4F5E-9275-1F093371C372}" srcOrd="1" destOrd="0" presId="urn:microsoft.com/office/officeart/2018/5/layout/IconLeafLabelList"/>
    <dgm:cxn modelId="{03660D9B-379F-4DE4-9072-90D9D9F0D406}" type="presParOf" srcId="{2BFF7478-B386-491E-90BA-6DB43AEBDA59}" destId="{1291214F-4F06-4ED9-A211-BF4687DF200C}" srcOrd="2" destOrd="0" presId="urn:microsoft.com/office/officeart/2018/5/layout/IconLeafLabelList"/>
    <dgm:cxn modelId="{380A720E-2138-4F87-A6C4-5396901920BB}" type="presParOf" srcId="{2BFF7478-B386-491E-90BA-6DB43AEBDA59}" destId="{4126004E-9C45-464E-8113-7DC5C60BBDFF}" srcOrd="3" destOrd="0" presId="urn:microsoft.com/office/officeart/2018/5/layout/IconLeafLabelList"/>
    <dgm:cxn modelId="{85575334-9F6C-4FF2-B082-8B537F7EF62C}" type="presParOf" srcId="{048B35E2-FFB9-4C9F-8B10-9783ABA301CD}" destId="{0A9D4751-B63D-41A9-A31C-1801FAC0EA85}" srcOrd="3" destOrd="0" presId="urn:microsoft.com/office/officeart/2018/5/layout/IconLeafLabelList"/>
    <dgm:cxn modelId="{D280C2B8-0A42-4905-8D88-5A09E373A242}" type="presParOf" srcId="{048B35E2-FFB9-4C9F-8B10-9783ABA301CD}" destId="{3B200257-5BBF-4DDA-9ED5-4DFCF1BA426D}" srcOrd="4" destOrd="0" presId="urn:microsoft.com/office/officeart/2018/5/layout/IconLeafLabelList"/>
    <dgm:cxn modelId="{FB1C8EBE-9B3E-4BBF-9A5F-4BDCFA07B82A}" type="presParOf" srcId="{3B200257-5BBF-4DDA-9ED5-4DFCF1BA426D}" destId="{DC826728-BD3E-43C5-A6F9-7E04A066EE62}" srcOrd="0" destOrd="0" presId="urn:microsoft.com/office/officeart/2018/5/layout/IconLeafLabelList"/>
    <dgm:cxn modelId="{8F847564-7341-416F-9EB4-2FC1FBC1D9BB}" type="presParOf" srcId="{3B200257-5BBF-4DDA-9ED5-4DFCF1BA426D}" destId="{7E716D22-545D-4D22-97F3-3EF1FC315C02}" srcOrd="1" destOrd="0" presId="urn:microsoft.com/office/officeart/2018/5/layout/IconLeafLabelList"/>
    <dgm:cxn modelId="{12D5F230-B451-47FF-B78E-FFB3BC62E465}" type="presParOf" srcId="{3B200257-5BBF-4DDA-9ED5-4DFCF1BA426D}" destId="{D6F03C23-A7EF-4511-8762-4D0FA7D978C7}" srcOrd="2" destOrd="0" presId="urn:microsoft.com/office/officeart/2018/5/layout/IconLeafLabelList"/>
    <dgm:cxn modelId="{B4C3AA08-59C8-497F-97F2-D44F33B2B2CF}" type="presParOf" srcId="{3B200257-5BBF-4DDA-9ED5-4DFCF1BA426D}" destId="{24DA4D0F-1814-446D-99DA-023DCAB5FC48}" srcOrd="3" destOrd="0" presId="urn:microsoft.com/office/officeart/2018/5/layout/IconLeafLabelList"/>
    <dgm:cxn modelId="{4C7AE905-EF41-4250-8EB1-D03CEE731A1C}" type="presParOf" srcId="{048B35E2-FFB9-4C9F-8B10-9783ABA301CD}" destId="{ECFB590E-90BF-47F1-BF61-D6220D982944}" srcOrd="5" destOrd="0" presId="urn:microsoft.com/office/officeart/2018/5/layout/IconLeafLabelList"/>
    <dgm:cxn modelId="{06AF01FD-85ED-4E08-A9F6-34A54AEA3572}" type="presParOf" srcId="{048B35E2-FFB9-4C9F-8B10-9783ABA301CD}" destId="{B6E7E9E8-7C58-466E-A83D-DDF32463DE5C}" srcOrd="6" destOrd="0" presId="urn:microsoft.com/office/officeart/2018/5/layout/IconLeafLabelList"/>
    <dgm:cxn modelId="{4E100F55-95C8-411D-ADDD-B26EF37C4263}" type="presParOf" srcId="{B6E7E9E8-7C58-466E-A83D-DDF32463DE5C}" destId="{81EE8BAC-4B5A-40F0-9309-123035D39220}" srcOrd="0" destOrd="0" presId="urn:microsoft.com/office/officeart/2018/5/layout/IconLeafLabelList"/>
    <dgm:cxn modelId="{AC412A1A-2FF7-443B-9132-59481459BB1A}" type="presParOf" srcId="{B6E7E9E8-7C58-466E-A83D-DDF32463DE5C}" destId="{A3DFA4A6-0959-47D0-843E-33E9796750E7}" srcOrd="1" destOrd="0" presId="urn:microsoft.com/office/officeart/2018/5/layout/IconLeafLabelList"/>
    <dgm:cxn modelId="{DA16969B-7082-4BDA-A42A-535144C61EDC}" type="presParOf" srcId="{B6E7E9E8-7C58-466E-A83D-DDF32463DE5C}" destId="{4A274BA0-E39A-481F-A4C7-1298D0EBBBFD}" srcOrd="2" destOrd="0" presId="urn:microsoft.com/office/officeart/2018/5/layout/IconLeafLabelList"/>
    <dgm:cxn modelId="{3AA19759-69E3-4904-B5E9-82CB417F383F}" type="presParOf" srcId="{B6E7E9E8-7C58-466E-A83D-DDF32463DE5C}" destId="{12FD5E1A-2F17-45EC-8179-465ED5776198}" srcOrd="3" destOrd="0" presId="urn:microsoft.com/office/officeart/2018/5/layout/IconLeafLabelList"/>
    <dgm:cxn modelId="{3AF947AF-61B7-4A96-A240-E4A00122F588}" type="presParOf" srcId="{048B35E2-FFB9-4C9F-8B10-9783ABA301CD}" destId="{72B1A9CF-AD55-4995-A9A4-2D10F1D98915}" srcOrd="7" destOrd="0" presId="urn:microsoft.com/office/officeart/2018/5/layout/IconLeafLabelList"/>
    <dgm:cxn modelId="{C85EEDB2-A941-4EBA-B10D-779ADDC913C1}" type="presParOf" srcId="{048B35E2-FFB9-4C9F-8B10-9783ABA301CD}" destId="{B8854A97-EB68-4E5E-974E-E57C93CE7457}" srcOrd="8" destOrd="0" presId="urn:microsoft.com/office/officeart/2018/5/layout/IconLeafLabelList"/>
    <dgm:cxn modelId="{057CDD58-D55A-468F-AA0F-4B6D83C08475}" type="presParOf" srcId="{B8854A97-EB68-4E5E-974E-E57C93CE7457}" destId="{04B0F699-EFB8-4101-B691-17DA07327F5B}" srcOrd="0" destOrd="0" presId="urn:microsoft.com/office/officeart/2018/5/layout/IconLeafLabelList"/>
    <dgm:cxn modelId="{3D573866-3122-45CC-AF2E-CADA93B21168}" type="presParOf" srcId="{B8854A97-EB68-4E5E-974E-E57C93CE7457}" destId="{976E3C9B-DC35-439D-9217-C94C9EEE52DD}" srcOrd="1" destOrd="0" presId="urn:microsoft.com/office/officeart/2018/5/layout/IconLeafLabelList"/>
    <dgm:cxn modelId="{0BD07A97-725E-4191-A24C-6D54CBF865A9}" type="presParOf" srcId="{B8854A97-EB68-4E5E-974E-E57C93CE7457}" destId="{D245F58A-4266-4335-94BF-57C90B4E3EC5}" srcOrd="2" destOrd="0" presId="urn:microsoft.com/office/officeart/2018/5/layout/IconLeafLabelList"/>
    <dgm:cxn modelId="{35C99971-3999-424E-B951-EF69D9F860E8}" type="presParOf" srcId="{B8854A97-EB68-4E5E-974E-E57C93CE7457}" destId="{7A2746F2-2BEA-420F-8737-ED4EA75F7E57}" srcOrd="3" destOrd="0" presId="urn:microsoft.com/office/officeart/2018/5/layout/IconLeafLabelList"/>
    <dgm:cxn modelId="{C8447787-AB3C-48EE-A3B2-84730DE40781}" type="presParOf" srcId="{048B35E2-FFB9-4C9F-8B10-9783ABA301CD}" destId="{5C9ACE92-6E41-4570-A281-B202E837DD35}" srcOrd="9" destOrd="0" presId="urn:microsoft.com/office/officeart/2018/5/layout/IconLeafLabelList"/>
    <dgm:cxn modelId="{D071D385-F419-4BED-A165-560BDBD6C251}" type="presParOf" srcId="{048B35E2-FFB9-4C9F-8B10-9783ABA301CD}" destId="{C94B15D8-C658-4A45-88D7-077A90D5FA79}" srcOrd="10" destOrd="0" presId="urn:microsoft.com/office/officeart/2018/5/layout/IconLeafLabelList"/>
    <dgm:cxn modelId="{8E2C7701-79B1-46D5-B7E3-770F3B410411}" type="presParOf" srcId="{C94B15D8-C658-4A45-88D7-077A90D5FA79}" destId="{B3FFB9FC-C692-4D9E-A35A-1F1D0491408E}" srcOrd="0" destOrd="0" presId="urn:microsoft.com/office/officeart/2018/5/layout/IconLeafLabelList"/>
    <dgm:cxn modelId="{5B371D76-16C2-4E54-9DBE-E6B754240C90}" type="presParOf" srcId="{C94B15D8-C658-4A45-88D7-077A90D5FA79}" destId="{E7897F83-F266-47E2-82DC-EB3E72DCDF05}" srcOrd="1" destOrd="0" presId="urn:microsoft.com/office/officeart/2018/5/layout/IconLeafLabelList"/>
    <dgm:cxn modelId="{AD2CF7C7-FF40-4F59-AA01-C830E1EA454D}" type="presParOf" srcId="{C94B15D8-C658-4A45-88D7-077A90D5FA79}" destId="{EA4011DC-9935-4DA0-968C-A5EBAD5820F7}" srcOrd="2" destOrd="0" presId="urn:microsoft.com/office/officeart/2018/5/layout/IconLeafLabelList"/>
    <dgm:cxn modelId="{B20A9893-6B14-456D-A19C-B75D6ECD10D1}" type="presParOf" srcId="{C94B15D8-C658-4A45-88D7-077A90D5FA79}" destId="{B3E5F24A-0F31-463D-88CD-08A49300041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C0ABFF-49DF-4929-9551-E8FA312C0237}"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A7A68EE6-C71F-4634-BCB8-7DF2E301727A}">
      <dgm:prSet/>
      <dgm:spPr/>
      <dgm:t>
        <a:bodyPr/>
        <a:lstStyle/>
        <a:p>
          <a:r>
            <a:rPr lang="fr-FR" b="0" i="0" baseline="0"/>
            <a:t>Arrêter les travaux.</a:t>
          </a:r>
          <a:endParaRPr lang="en-US"/>
        </a:p>
      </dgm:t>
    </dgm:pt>
    <dgm:pt modelId="{1793A00B-5DA9-4D53-86F4-0C6776AB56D4}" type="parTrans" cxnId="{72A8163E-731D-47F2-AE0F-F50033FD52D8}">
      <dgm:prSet/>
      <dgm:spPr/>
      <dgm:t>
        <a:bodyPr/>
        <a:lstStyle/>
        <a:p>
          <a:endParaRPr lang="en-US"/>
        </a:p>
      </dgm:t>
    </dgm:pt>
    <dgm:pt modelId="{C9ED19F8-2BDE-41F5-BDD1-7DF2675B2AB5}" type="sibTrans" cxnId="{72A8163E-731D-47F2-AE0F-F50033FD52D8}">
      <dgm:prSet phldrT="01" phldr="0"/>
      <dgm:spPr/>
      <dgm:t>
        <a:bodyPr/>
        <a:lstStyle/>
        <a:p>
          <a:r>
            <a:rPr lang="en-US"/>
            <a:t>01</a:t>
          </a:r>
        </a:p>
      </dgm:t>
    </dgm:pt>
    <dgm:pt modelId="{DC05ABA2-B5D4-408A-96EE-9F5B22D514F7}">
      <dgm:prSet/>
      <dgm:spPr/>
      <dgm:t>
        <a:bodyPr/>
        <a:lstStyle/>
        <a:p>
          <a:r>
            <a:rPr lang="fr-FR" b="0" i="0" baseline="0"/>
            <a:t>Contacter l’exploitant pour obtenir une autorisation spécifique et définir une procédure adaptée.</a:t>
          </a:r>
          <a:endParaRPr lang="en-US"/>
        </a:p>
      </dgm:t>
    </dgm:pt>
    <dgm:pt modelId="{DFEF53D0-E8C7-43F8-AEF8-877871ABC0BF}" type="parTrans" cxnId="{61BDCBE8-9E2A-4E7A-B88C-28DDDDB0FE6B}">
      <dgm:prSet/>
      <dgm:spPr/>
      <dgm:t>
        <a:bodyPr/>
        <a:lstStyle/>
        <a:p>
          <a:endParaRPr lang="en-US"/>
        </a:p>
      </dgm:t>
    </dgm:pt>
    <dgm:pt modelId="{7FAF3215-2DD8-4C61-8DC9-2455CCE4315F}" type="sibTrans" cxnId="{61BDCBE8-9E2A-4E7A-B88C-28DDDDB0FE6B}">
      <dgm:prSet phldrT="02" phldr="0"/>
      <dgm:spPr/>
      <dgm:t>
        <a:bodyPr/>
        <a:lstStyle/>
        <a:p>
          <a:r>
            <a:rPr lang="en-US"/>
            <a:t>02</a:t>
          </a:r>
        </a:p>
      </dgm:t>
    </dgm:pt>
    <dgm:pt modelId="{CF6A4450-5340-4DC8-ABB1-A97369B7E69A}">
      <dgm:prSet/>
      <dgm:spPr/>
      <dgm:t>
        <a:bodyPr/>
        <a:lstStyle/>
        <a:p>
          <a:r>
            <a:rPr lang="fr-FR" b="0" i="0" baseline="0"/>
            <a:t>Mettre en place des dispositifs de protection complémentaires (par exemple : ligne déviée, écran isolant).</a:t>
          </a:r>
          <a:endParaRPr lang="en-US"/>
        </a:p>
      </dgm:t>
    </dgm:pt>
    <dgm:pt modelId="{3696EBF8-0B1D-4185-BE2C-2EEC8170A6C6}" type="parTrans" cxnId="{62589FA5-09F7-4803-A031-F0B704A2165A}">
      <dgm:prSet/>
      <dgm:spPr/>
      <dgm:t>
        <a:bodyPr/>
        <a:lstStyle/>
        <a:p>
          <a:endParaRPr lang="en-US"/>
        </a:p>
      </dgm:t>
    </dgm:pt>
    <dgm:pt modelId="{8363B7C5-6EB4-486B-9CDA-897B7A9D1EE2}" type="sibTrans" cxnId="{62589FA5-09F7-4803-A031-F0B704A2165A}">
      <dgm:prSet phldrT="03" phldr="0"/>
      <dgm:spPr/>
      <dgm:t>
        <a:bodyPr/>
        <a:lstStyle/>
        <a:p>
          <a:r>
            <a:rPr lang="en-US"/>
            <a:t>03</a:t>
          </a:r>
        </a:p>
      </dgm:t>
    </dgm:pt>
    <dgm:pt modelId="{D1A0A39E-858A-4B3A-B402-2F3A009253D6}" type="pres">
      <dgm:prSet presAssocID="{F7C0ABFF-49DF-4929-9551-E8FA312C0237}" presName="Name0" presStyleCnt="0">
        <dgm:presLayoutVars>
          <dgm:animLvl val="lvl"/>
          <dgm:resizeHandles val="exact"/>
        </dgm:presLayoutVars>
      </dgm:prSet>
      <dgm:spPr/>
    </dgm:pt>
    <dgm:pt modelId="{8277A4E9-2971-4AFB-BCDA-F6B002E2A52E}" type="pres">
      <dgm:prSet presAssocID="{A7A68EE6-C71F-4634-BCB8-7DF2E301727A}" presName="compositeNode" presStyleCnt="0">
        <dgm:presLayoutVars>
          <dgm:bulletEnabled val="1"/>
        </dgm:presLayoutVars>
      </dgm:prSet>
      <dgm:spPr/>
    </dgm:pt>
    <dgm:pt modelId="{D974F412-187A-4E61-8368-B174E91DBA27}" type="pres">
      <dgm:prSet presAssocID="{A7A68EE6-C71F-4634-BCB8-7DF2E301727A}" presName="bgRect" presStyleLbl="alignNode1" presStyleIdx="0" presStyleCnt="3"/>
      <dgm:spPr/>
    </dgm:pt>
    <dgm:pt modelId="{AD1ED1CE-0D14-4913-81DF-E61FCD8254BA}" type="pres">
      <dgm:prSet presAssocID="{C9ED19F8-2BDE-41F5-BDD1-7DF2675B2AB5}" presName="sibTransNodeRect" presStyleLbl="alignNode1" presStyleIdx="0" presStyleCnt="3">
        <dgm:presLayoutVars>
          <dgm:chMax val="0"/>
          <dgm:bulletEnabled val="1"/>
        </dgm:presLayoutVars>
      </dgm:prSet>
      <dgm:spPr/>
    </dgm:pt>
    <dgm:pt modelId="{2A995FD9-D6CC-46FC-955F-652E2DCFAB09}" type="pres">
      <dgm:prSet presAssocID="{A7A68EE6-C71F-4634-BCB8-7DF2E301727A}" presName="nodeRect" presStyleLbl="alignNode1" presStyleIdx="0" presStyleCnt="3">
        <dgm:presLayoutVars>
          <dgm:bulletEnabled val="1"/>
        </dgm:presLayoutVars>
      </dgm:prSet>
      <dgm:spPr/>
    </dgm:pt>
    <dgm:pt modelId="{5BF4514F-4614-422C-A381-68EEA0F4446C}" type="pres">
      <dgm:prSet presAssocID="{C9ED19F8-2BDE-41F5-BDD1-7DF2675B2AB5}" presName="sibTrans" presStyleCnt="0"/>
      <dgm:spPr/>
    </dgm:pt>
    <dgm:pt modelId="{F66B8D87-D6B7-41C3-BDCA-3376A6D0DF6D}" type="pres">
      <dgm:prSet presAssocID="{DC05ABA2-B5D4-408A-96EE-9F5B22D514F7}" presName="compositeNode" presStyleCnt="0">
        <dgm:presLayoutVars>
          <dgm:bulletEnabled val="1"/>
        </dgm:presLayoutVars>
      </dgm:prSet>
      <dgm:spPr/>
    </dgm:pt>
    <dgm:pt modelId="{E8D55F26-5081-4E49-8923-5A78E7EFFB89}" type="pres">
      <dgm:prSet presAssocID="{DC05ABA2-B5D4-408A-96EE-9F5B22D514F7}" presName="bgRect" presStyleLbl="alignNode1" presStyleIdx="1" presStyleCnt="3"/>
      <dgm:spPr/>
    </dgm:pt>
    <dgm:pt modelId="{D8FBF6B4-6B8A-4E28-B33A-8C3D043C563C}" type="pres">
      <dgm:prSet presAssocID="{7FAF3215-2DD8-4C61-8DC9-2455CCE4315F}" presName="sibTransNodeRect" presStyleLbl="alignNode1" presStyleIdx="1" presStyleCnt="3">
        <dgm:presLayoutVars>
          <dgm:chMax val="0"/>
          <dgm:bulletEnabled val="1"/>
        </dgm:presLayoutVars>
      </dgm:prSet>
      <dgm:spPr/>
    </dgm:pt>
    <dgm:pt modelId="{B4DAC2E2-089D-4D03-9CC6-545DFAF7DC19}" type="pres">
      <dgm:prSet presAssocID="{DC05ABA2-B5D4-408A-96EE-9F5B22D514F7}" presName="nodeRect" presStyleLbl="alignNode1" presStyleIdx="1" presStyleCnt="3">
        <dgm:presLayoutVars>
          <dgm:bulletEnabled val="1"/>
        </dgm:presLayoutVars>
      </dgm:prSet>
      <dgm:spPr/>
    </dgm:pt>
    <dgm:pt modelId="{E8A65E58-AB2B-4434-AD4C-B8AAB2DB8D3D}" type="pres">
      <dgm:prSet presAssocID="{7FAF3215-2DD8-4C61-8DC9-2455CCE4315F}" presName="sibTrans" presStyleCnt="0"/>
      <dgm:spPr/>
    </dgm:pt>
    <dgm:pt modelId="{835EA100-D628-4C34-B624-598A60BC3149}" type="pres">
      <dgm:prSet presAssocID="{CF6A4450-5340-4DC8-ABB1-A97369B7E69A}" presName="compositeNode" presStyleCnt="0">
        <dgm:presLayoutVars>
          <dgm:bulletEnabled val="1"/>
        </dgm:presLayoutVars>
      </dgm:prSet>
      <dgm:spPr/>
    </dgm:pt>
    <dgm:pt modelId="{F5F96469-A6C9-4DB2-841A-1EBC0DF68DD7}" type="pres">
      <dgm:prSet presAssocID="{CF6A4450-5340-4DC8-ABB1-A97369B7E69A}" presName="bgRect" presStyleLbl="alignNode1" presStyleIdx="2" presStyleCnt="3"/>
      <dgm:spPr/>
    </dgm:pt>
    <dgm:pt modelId="{24485FA0-3465-47E9-8C9F-18610EDEB331}" type="pres">
      <dgm:prSet presAssocID="{8363B7C5-6EB4-486B-9CDA-897B7A9D1EE2}" presName="sibTransNodeRect" presStyleLbl="alignNode1" presStyleIdx="2" presStyleCnt="3">
        <dgm:presLayoutVars>
          <dgm:chMax val="0"/>
          <dgm:bulletEnabled val="1"/>
        </dgm:presLayoutVars>
      </dgm:prSet>
      <dgm:spPr/>
    </dgm:pt>
    <dgm:pt modelId="{B634C820-BA6E-4A04-A862-1B1163026194}" type="pres">
      <dgm:prSet presAssocID="{CF6A4450-5340-4DC8-ABB1-A97369B7E69A}" presName="nodeRect" presStyleLbl="alignNode1" presStyleIdx="2" presStyleCnt="3">
        <dgm:presLayoutVars>
          <dgm:bulletEnabled val="1"/>
        </dgm:presLayoutVars>
      </dgm:prSet>
      <dgm:spPr/>
    </dgm:pt>
  </dgm:ptLst>
  <dgm:cxnLst>
    <dgm:cxn modelId="{4A31142B-A64C-4C78-BB0B-AC5A1E12A445}" type="presOf" srcId="{CF6A4450-5340-4DC8-ABB1-A97369B7E69A}" destId="{B634C820-BA6E-4A04-A862-1B1163026194}" srcOrd="1" destOrd="0" presId="urn:microsoft.com/office/officeart/2016/7/layout/LinearBlockProcessNumbered"/>
    <dgm:cxn modelId="{F2FD5E37-43D4-4458-A378-BC1547C3C449}" type="presOf" srcId="{DC05ABA2-B5D4-408A-96EE-9F5B22D514F7}" destId="{B4DAC2E2-089D-4D03-9CC6-545DFAF7DC19}" srcOrd="1" destOrd="0" presId="urn:microsoft.com/office/officeart/2016/7/layout/LinearBlockProcessNumbered"/>
    <dgm:cxn modelId="{8C4F8538-9979-4F81-88CD-C98F7CFD2B3C}" type="presOf" srcId="{C9ED19F8-2BDE-41F5-BDD1-7DF2675B2AB5}" destId="{AD1ED1CE-0D14-4913-81DF-E61FCD8254BA}" srcOrd="0" destOrd="0" presId="urn:microsoft.com/office/officeart/2016/7/layout/LinearBlockProcessNumbered"/>
    <dgm:cxn modelId="{72A8163E-731D-47F2-AE0F-F50033FD52D8}" srcId="{F7C0ABFF-49DF-4929-9551-E8FA312C0237}" destId="{A7A68EE6-C71F-4634-BCB8-7DF2E301727A}" srcOrd="0" destOrd="0" parTransId="{1793A00B-5DA9-4D53-86F4-0C6776AB56D4}" sibTransId="{C9ED19F8-2BDE-41F5-BDD1-7DF2675B2AB5}"/>
    <dgm:cxn modelId="{0A005558-A50B-42BB-A705-07BDE953656F}" type="presOf" srcId="{DC05ABA2-B5D4-408A-96EE-9F5B22D514F7}" destId="{E8D55F26-5081-4E49-8923-5A78E7EFFB89}" srcOrd="0" destOrd="0" presId="urn:microsoft.com/office/officeart/2016/7/layout/LinearBlockProcessNumbered"/>
    <dgm:cxn modelId="{36B78586-419D-4815-A1E0-C3F8B1E739EA}" type="presOf" srcId="{A7A68EE6-C71F-4634-BCB8-7DF2E301727A}" destId="{D974F412-187A-4E61-8368-B174E91DBA27}" srcOrd="0" destOrd="0" presId="urn:microsoft.com/office/officeart/2016/7/layout/LinearBlockProcessNumbered"/>
    <dgm:cxn modelId="{62589FA5-09F7-4803-A031-F0B704A2165A}" srcId="{F7C0ABFF-49DF-4929-9551-E8FA312C0237}" destId="{CF6A4450-5340-4DC8-ABB1-A97369B7E69A}" srcOrd="2" destOrd="0" parTransId="{3696EBF8-0B1D-4185-BE2C-2EEC8170A6C6}" sibTransId="{8363B7C5-6EB4-486B-9CDA-897B7A9D1EE2}"/>
    <dgm:cxn modelId="{B873ECBA-4A16-4F35-B78E-8B28E2AA67BC}" type="presOf" srcId="{F7C0ABFF-49DF-4929-9551-E8FA312C0237}" destId="{D1A0A39E-858A-4B3A-B402-2F3A009253D6}" srcOrd="0" destOrd="0" presId="urn:microsoft.com/office/officeart/2016/7/layout/LinearBlockProcessNumbered"/>
    <dgm:cxn modelId="{C34C5DCC-F460-43BF-B07F-D32543D32271}" type="presOf" srcId="{8363B7C5-6EB4-486B-9CDA-897B7A9D1EE2}" destId="{24485FA0-3465-47E9-8C9F-18610EDEB331}" srcOrd="0" destOrd="0" presId="urn:microsoft.com/office/officeart/2016/7/layout/LinearBlockProcessNumbered"/>
    <dgm:cxn modelId="{61BDCBE8-9E2A-4E7A-B88C-28DDDDB0FE6B}" srcId="{F7C0ABFF-49DF-4929-9551-E8FA312C0237}" destId="{DC05ABA2-B5D4-408A-96EE-9F5B22D514F7}" srcOrd="1" destOrd="0" parTransId="{DFEF53D0-E8C7-43F8-AEF8-877871ABC0BF}" sibTransId="{7FAF3215-2DD8-4C61-8DC9-2455CCE4315F}"/>
    <dgm:cxn modelId="{54B992F0-0742-4DEF-AC3E-3A14B34202CE}" type="presOf" srcId="{CF6A4450-5340-4DC8-ABB1-A97369B7E69A}" destId="{F5F96469-A6C9-4DB2-841A-1EBC0DF68DD7}" srcOrd="0" destOrd="0" presId="urn:microsoft.com/office/officeart/2016/7/layout/LinearBlockProcessNumbered"/>
    <dgm:cxn modelId="{DDAEF9F6-B725-421D-9E2F-5B44618D3C39}" type="presOf" srcId="{7FAF3215-2DD8-4C61-8DC9-2455CCE4315F}" destId="{D8FBF6B4-6B8A-4E28-B33A-8C3D043C563C}" srcOrd="0" destOrd="0" presId="urn:microsoft.com/office/officeart/2016/7/layout/LinearBlockProcessNumbered"/>
    <dgm:cxn modelId="{33F2DBFE-6E18-4870-BF27-18A4E34405FE}" type="presOf" srcId="{A7A68EE6-C71F-4634-BCB8-7DF2E301727A}" destId="{2A995FD9-D6CC-46FC-955F-652E2DCFAB09}" srcOrd="1" destOrd="0" presId="urn:microsoft.com/office/officeart/2016/7/layout/LinearBlockProcessNumbered"/>
    <dgm:cxn modelId="{5403AEFA-019C-4161-BFDF-8A08390DB109}" type="presParOf" srcId="{D1A0A39E-858A-4B3A-B402-2F3A009253D6}" destId="{8277A4E9-2971-4AFB-BCDA-F6B002E2A52E}" srcOrd="0" destOrd="0" presId="urn:microsoft.com/office/officeart/2016/7/layout/LinearBlockProcessNumbered"/>
    <dgm:cxn modelId="{D7051077-C195-4530-9B3E-8EB98362F89A}" type="presParOf" srcId="{8277A4E9-2971-4AFB-BCDA-F6B002E2A52E}" destId="{D974F412-187A-4E61-8368-B174E91DBA27}" srcOrd="0" destOrd="0" presId="urn:microsoft.com/office/officeart/2016/7/layout/LinearBlockProcessNumbered"/>
    <dgm:cxn modelId="{9D66228B-DD4E-4EB9-BF51-E3BE9739C376}" type="presParOf" srcId="{8277A4E9-2971-4AFB-BCDA-F6B002E2A52E}" destId="{AD1ED1CE-0D14-4913-81DF-E61FCD8254BA}" srcOrd="1" destOrd="0" presId="urn:microsoft.com/office/officeart/2016/7/layout/LinearBlockProcessNumbered"/>
    <dgm:cxn modelId="{22740215-0E1B-4618-B353-8E6303976FB1}" type="presParOf" srcId="{8277A4E9-2971-4AFB-BCDA-F6B002E2A52E}" destId="{2A995FD9-D6CC-46FC-955F-652E2DCFAB09}" srcOrd="2" destOrd="0" presId="urn:microsoft.com/office/officeart/2016/7/layout/LinearBlockProcessNumbered"/>
    <dgm:cxn modelId="{983D8A21-A092-43B9-80D7-1983799361DE}" type="presParOf" srcId="{D1A0A39E-858A-4B3A-B402-2F3A009253D6}" destId="{5BF4514F-4614-422C-A381-68EEA0F4446C}" srcOrd="1" destOrd="0" presId="urn:microsoft.com/office/officeart/2016/7/layout/LinearBlockProcessNumbered"/>
    <dgm:cxn modelId="{6071BBD1-C012-4465-A9F1-4367B04FAF1B}" type="presParOf" srcId="{D1A0A39E-858A-4B3A-B402-2F3A009253D6}" destId="{F66B8D87-D6B7-41C3-BDCA-3376A6D0DF6D}" srcOrd="2" destOrd="0" presId="urn:microsoft.com/office/officeart/2016/7/layout/LinearBlockProcessNumbered"/>
    <dgm:cxn modelId="{7F71C333-DA01-4597-A327-5EA28F4C2F80}" type="presParOf" srcId="{F66B8D87-D6B7-41C3-BDCA-3376A6D0DF6D}" destId="{E8D55F26-5081-4E49-8923-5A78E7EFFB89}" srcOrd="0" destOrd="0" presId="urn:microsoft.com/office/officeart/2016/7/layout/LinearBlockProcessNumbered"/>
    <dgm:cxn modelId="{A946193F-336A-4C8B-AA31-1178424EF746}" type="presParOf" srcId="{F66B8D87-D6B7-41C3-BDCA-3376A6D0DF6D}" destId="{D8FBF6B4-6B8A-4E28-B33A-8C3D043C563C}" srcOrd="1" destOrd="0" presId="urn:microsoft.com/office/officeart/2016/7/layout/LinearBlockProcessNumbered"/>
    <dgm:cxn modelId="{A57A7353-E310-46F9-B409-D2E3F027A6D8}" type="presParOf" srcId="{F66B8D87-D6B7-41C3-BDCA-3376A6D0DF6D}" destId="{B4DAC2E2-089D-4D03-9CC6-545DFAF7DC19}" srcOrd="2" destOrd="0" presId="urn:microsoft.com/office/officeart/2016/7/layout/LinearBlockProcessNumbered"/>
    <dgm:cxn modelId="{04B96CF3-88E4-4F39-98C8-6152613F3215}" type="presParOf" srcId="{D1A0A39E-858A-4B3A-B402-2F3A009253D6}" destId="{E8A65E58-AB2B-4434-AD4C-B8AAB2DB8D3D}" srcOrd="3" destOrd="0" presId="urn:microsoft.com/office/officeart/2016/7/layout/LinearBlockProcessNumbered"/>
    <dgm:cxn modelId="{FFEFA610-F249-4B90-A4A2-754D0A61E2F5}" type="presParOf" srcId="{D1A0A39E-858A-4B3A-B402-2F3A009253D6}" destId="{835EA100-D628-4C34-B624-598A60BC3149}" srcOrd="4" destOrd="0" presId="urn:microsoft.com/office/officeart/2016/7/layout/LinearBlockProcessNumbered"/>
    <dgm:cxn modelId="{90CFDFDB-BB11-4C77-B7D1-B53738EB977C}" type="presParOf" srcId="{835EA100-D628-4C34-B624-598A60BC3149}" destId="{F5F96469-A6C9-4DB2-841A-1EBC0DF68DD7}" srcOrd="0" destOrd="0" presId="urn:microsoft.com/office/officeart/2016/7/layout/LinearBlockProcessNumbered"/>
    <dgm:cxn modelId="{65F3B5B3-7314-448C-8C28-8085ECCD8CF0}" type="presParOf" srcId="{835EA100-D628-4C34-B624-598A60BC3149}" destId="{24485FA0-3465-47E9-8C9F-18610EDEB331}" srcOrd="1" destOrd="0" presId="urn:microsoft.com/office/officeart/2016/7/layout/LinearBlockProcessNumbered"/>
    <dgm:cxn modelId="{9A5F784A-9853-4609-BC39-3B405A1CD811}" type="presParOf" srcId="{835EA100-D628-4C34-B624-598A60BC3149}" destId="{B634C820-BA6E-4A04-A862-1B1163026194}"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F0B7FA3-826B-4DD6-97E5-38FD581046C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E6BA6E3-FBC1-4E31-9DE0-33D17F6B67CE}">
      <dgm:prSet/>
      <dgm:spPr/>
      <dgm:t>
        <a:bodyPr/>
        <a:lstStyle/>
        <a:p>
          <a:r>
            <a:rPr lang="fr-FR"/>
            <a:t>Réseaux </a:t>
          </a:r>
          <a:r>
            <a:rPr lang="fr-FR" b="1"/>
            <a:t>mal localisés</a:t>
          </a:r>
          <a:r>
            <a:rPr lang="fr-FR"/>
            <a:t> ou </a:t>
          </a:r>
          <a:r>
            <a:rPr lang="fr-FR" b="1"/>
            <a:t>non détectés</a:t>
          </a:r>
          <a:r>
            <a:rPr lang="fr-FR"/>
            <a:t> (classe B ou C).</a:t>
          </a:r>
          <a:endParaRPr lang="en-US"/>
        </a:p>
      </dgm:t>
    </dgm:pt>
    <dgm:pt modelId="{70B81B75-3621-46CE-BE82-9800E9AAA0C4}" type="parTrans" cxnId="{95899007-8FEB-4EE5-A2CF-5A6A498937F7}">
      <dgm:prSet/>
      <dgm:spPr/>
      <dgm:t>
        <a:bodyPr/>
        <a:lstStyle/>
        <a:p>
          <a:endParaRPr lang="en-US"/>
        </a:p>
      </dgm:t>
    </dgm:pt>
    <dgm:pt modelId="{A84F26D4-0178-46DE-BCEC-55944C9D60E2}" type="sibTrans" cxnId="{95899007-8FEB-4EE5-A2CF-5A6A498937F7}">
      <dgm:prSet/>
      <dgm:spPr/>
      <dgm:t>
        <a:bodyPr/>
        <a:lstStyle/>
        <a:p>
          <a:endParaRPr lang="en-US"/>
        </a:p>
      </dgm:t>
    </dgm:pt>
    <dgm:pt modelId="{72D5DBED-9754-4F29-AC1F-19DC6A2A098F}">
      <dgm:prSet/>
      <dgm:spPr/>
      <dgm:t>
        <a:bodyPr/>
        <a:lstStyle/>
        <a:p>
          <a:r>
            <a:rPr lang="fr-FR"/>
            <a:t>Interventions en zone </a:t>
          </a:r>
          <a:r>
            <a:rPr lang="fr-FR" b="1"/>
            <a:t>urbaine dense</a:t>
          </a:r>
          <a:r>
            <a:rPr lang="fr-FR"/>
            <a:t> (réseaux nombreux et superposés).</a:t>
          </a:r>
          <a:endParaRPr lang="en-US"/>
        </a:p>
      </dgm:t>
    </dgm:pt>
    <dgm:pt modelId="{E75661F5-DCA8-42C2-969C-5A98A5650B99}" type="parTrans" cxnId="{F405EBE6-C116-4AD1-ABC0-F0640179F7F4}">
      <dgm:prSet/>
      <dgm:spPr/>
      <dgm:t>
        <a:bodyPr/>
        <a:lstStyle/>
        <a:p>
          <a:endParaRPr lang="en-US"/>
        </a:p>
      </dgm:t>
    </dgm:pt>
    <dgm:pt modelId="{B343201D-E19B-4722-B1D7-60A6D8B8126F}" type="sibTrans" cxnId="{F405EBE6-C116-4AD1-ABC0-F0640179F7F4}">
      <dgm:prSet/>
      <dgm:spPr/>
      <dgm:t>
        <a:bodyPr/>
        <a:lstStyle/>
        <a:p>
          <a:endParaRPr lang="en-US"/>
        </a:p>
      </dgm:t>
    </dgm:pt>
    <dgm:pt modelId="{2D60D928-64A4-4EFC-81DF-499AEE7EEBAD}">
      <dgm:prSet/>
      <dgm:spPr/>
      <dgm:t>
        <a:bodyPr/>
        <a:lstStyle/>
        <a:p>
          <a:r>
            <a:rPr lang="fr-FR" b="1"/>
            <a:t>Utilisation d’engins mécaniques</a:t>
          </a:r>
          <a:r>
            <a:rPr lang="fr-FR"/>
            <a:t> inappropriés en zones sensibles.</a:t>
          </a:r>
          <a:endParaRPr lang="en-US"/>
        </a:p>
      </dgm:t>
    </dgm:pt>
    <dgm:pt modelId="{70781189-FA68-4930-8BA8-59C12089EDE6}" type="parTrans" cxnId="{AC6503B1-287C-4FCC-8716-70AE338CC951}">
      <dgm:prSet/>
      <dgm:spPr/>
      <dgm:t>
        <a:bodyPr/>
        <a:lstStyle/>
        <a:p>
          <a:endParaRPr lang="en-US"/>
        </a:p>
      </dgm:t>
    </dgm:pt>
    <dgm:pt modelId="{0ADE000E-EFD2-4907-B8A8-C5D075672A75}" type="sibTrans" cxnId="{AC6503B1-287C-4FCC-8716-70AE338CC951}">
      <dgm:prSet/>
      <dgm:spPr/>
      <dgm:t>
        <a:bodyPr/>
        <a:lstStyle/>
        <a:p>
          <a:endParaRPr lang="en-US"/>
        </a:p>
      </dgm:t>
    </dgm:pt>
    <dgm:pt modelId="{A8B61440-5ECD-4B3B-B01F-E433328E11CA}">
      <dgm:prSet/>
      <dgm:spPr/>
      <dgm:t>
        <a:bodyPr/>
        <a:lstStyle/>
        <a:p>
          <a:r>
            <a:rPr lang="fr-FR"/>
            <a:t>Absence de lecture des plans ou </a:t>
          </a:r>
          <a:r>
            <a:rPr lang="fr-FR" b="1"/>
            <a:t>non-respect des consignes de sécurité</a:t>
          </a:r>
          <a:r>
            <a:rPr lang="fr-FR"/>
            <a:t>.</a:t>
          </a:r>
          <a:endParaRPr lang="en-US"/>
        </a:p>
      </dgm:t>
    </dgm:pt>
    <dgm:pt modelId="{B2CD8135-3629-48AF-AD17-A86385C15480}" type="parTrans" cxnId="{202CB6CE-E04B-4A16-856D-0E2A78C0F660}">
      <dgm:prSet/>
      <dgm:spPr/>
      <dgm:t>
        <a:bodyPr/>
        <a:lstStyle/>
        <a:p>
          <a:endParaRPr lang="en-US"/>
        </a:p>
      </dgm:t>
    </dgm:pt>
    <dgm:pt modelId="{88D9865B-40A3-4936-8C35-65DB27B7021D}" type="sibTrans" cxnId="{202CB6CE-E04B-4A16-856D-0E2A78C0F660}">
      <dgm:prSet/>
      <dgm:spPr/>
      <dgm:t>
        <a:bodyPr/>
        <a:lstStyle/>
        <a:p>
          <a:endParaRPr lang="en-US"/>
        </a:p>
      </dgm:t>
    </dgm:pt>
    <dgm:pt modelId="{FCE601D1-3EC0-4D3A-B30D-8BCEEDE52B33}">
      <dgm:prSet/>
      <dgm:spPr/>
      <dgm:t>
        <a:bodyPr/>
        <a:lstStyle/>
        <a:p>
          <a:r>
            <a:rPr lang="fr-FR"/>
            <a:t>Conditions météo défavorables, </a:t>
          </a:r>
          <a:r>
            <a:rPr lang="fr-FR" b="1"/>
            <a:t>chantier mal balisé</a:t>
          </a:r>
          <a:r>
            <a:rPr lang="fr-FR"/>
            <a:t>.</a:t>
          </a:r>
          <a:endParaRPr lang="en-US"/>
        </a:p>
      </dgm:t>
    </dgm:pt>
    <dgm:pt modelId="{A5D8A5BB-1123-4021-8E79-AB53D2C6CC02}" type="parTrans" cxnId="{787329DF-3347-4CCB-9811-372F4AC9B6D3}">
      <dgm:prSet/>
      <dgm:spPr/>
      <dgm:t>
        <a:bodyPr/>
        <a:lstStyle/>
        <a:p>
          <a:endParaRPr lang="en-US"/>
        </a:p>
      </dgm:t>
    </dgm:pt>
    <dgm:pt modelId="{ABD33A3C-C014-49B8-88B9-D0400B486D16}" type="sibTrans" cxnId="{787329DF-3347-4CCB-9811-372F4AC9B6D3}">
      <dgm:prSet/>
      <dgm:spPr/>
      <dgm:t>
        <a:bodyPr/>
        <a:lstStyle/>
        <a:p>
          <a:endParaRPr lang="en-US"/>
        </a:p>
      </dgm:t>
    </dgm:pt>
    <dgm:pt modelId="{A1F1C344-B863-4231-A787-995B35973606}" type="pres">
      <dgm:prSet presAssocID="{3F0B7FA3-826B-4DD6-97E5-38FD581046C9}" presName="root" presStyleCnt="0">
        <dgm:presLayoutVars>
          <dgm:dir/>
          <dgm:resizeHandles val="exact"/>
        </dgm:presLayoutVars>
      </dgm:prSet>
      <dgm:spPr/>
    </dgm:pt>
    <dgm:pt modelId="{1D335492-02DA-4FB0-A589-5B2592D8430E}" type="pres">
      <dgm:prSet presAssocID="{0E6BA6E3-FBC1-4E31-9DE0-33D17F6B67CE}" presName="compNode" presStyleCnt="0"/>
      <dgm:spPr/>
    </dgm:pt>
    <dgm:pt modelId="{24B91508-8AC6-41EF-8703-DACB3BFBC285}" type="pres">
      <dgm:prSet presAssocID="{0E6BA6E3-FBC1-4E31-9DE0-33D17F6B67CE}" presName="bgRect" presStyleLbl="bgShp" presStyleIdx="0" presStyleCnt="5"/>
      <dgm:spPr/>
    </dgm:pt>
    <dgm:pt modelId="{9C97F5B7-8EE7-49F9-8724-9A80208557D9}" type="pres">
      <dgm:prSet presAssocID="{0E6BA6E3-FBC1-4E31-9DE0-33D17F6B67C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4C4EDE45-992D-4C92-946D-2A8A948C3704}" type="pres">
      <dgm:prSet presAssocID="{0E6BA6E3-FBC1-4E31-9DE0-33D17F6B67CE}" presName="spaceRect" presStyleCnt="0"/>
      <dgm:spPr/>
    </dgm:pt>
    <dgm:pt modelId="{A004AAD4-1E6A-4FBF-9ED0-17955A78604B}" type="pres">
      <dgm:prSet presAssocID="{0E6BA6E3-FBC1-4E31-9DE0-33D17F6B67CE}" presName="parTx" presStyleLbl="revTx" presStyleIdx="0" presStyleCnt="5">
        <dgm:presLayoutVars>
          <dgm:chMax val="0"/>
          <dgm:chPref val="0"/>
        </dgm:presLayoutVars>
      </dgm:prSet>
      <dgm:spPr/>
    </dgm:pt>
    <dgm:pt modelId="{F886CA97-9194-4F3C-A3F7-C31E54063658}" type="pres">
      <dgm:prSet presAssocID="{A84F26D4-0178-46DE-BCEC-55944C9D60E2}" presName="sibTrans" presStyleCnt="0"/>
      <dgm:spPr/>
    </dgm:pt>
    <dgm:pt modelId="{FA4ED85A-2C77-4C89-BADE-D1B534C1DB33}" type="pres">
      <dgm:prSet presAssocID="{72D5DBED-9754-4F29-AC1F-19DC6A2A098F}" presName="compNode" presStyleCnt="0"/>
      <dgm:spPr/>
    </dgm:pt>
    <dgm:pt modelId="{1BD564F6-6EE7-4B83-9BAD-07BD81925364}" type="pres">
      <dgm:prSet presAssocID="{72D5DBED-9754-4F29-AC1F-19DC6A2A098F}" presName="bgRect" presStyleLbl="bgShp" presStyleIdx="1" presStyleCnt="5"/>
      <dgm:spPr/>
    </dgm:pt>
    <dgm:pt modelId="{45B18DFD-C869-49B1-B725-3395D45C9311}" type="pres">
      <dgm:prSet presAssocID="{72D5DBED-9754-4F29-AC1F-19DC6A2A098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érencier"/>
        </a:ext>
      </dgm:extLst>
    </dgm:pt>
    <dgm:pt modelId="{32544C3C-8EDE-43F2-826E-10531A27CAF1}" type="pres">
      <dgm:prSet presAssocID="{72D5DBED-9754-4F29-AC1F-19DC6A2A098F}" presName="spaceRect" presStyleCnt="0"/>
      <dgm:spPr/>
    </dgm:pt>
    <dgm:pt modelId="{6C3994F2-C5A7-4151-927B-B39E039EECCD}" type="pres">
      <dgm:prSet presAssocID="{72D5DBED-9754-4F29-AC1F-19DC6A2A098F}" presName="parTx" presStyleLbl="revTx" presStyleIdx="1" presStyleCnt="5">
        <dgm:presLayoutVars>
          <dgm:chMax val="0"/>
          <dgm:chPref val="0"/>
        </dgm:presLayoutVars>
      </dgm:prSet>
      <dgm:spPr/>
    </dgm:pt>
    <dgm:pt modelId="{76AE863F-519D-4824-8168-73863FC6E2E5}" type="pres">
      <dgm:prSet presAssocID="{B343201D-E19B-4722-B1D7-60A6D8B8126F}" presName="sibTrans" presStyleCnt="0"/>
      <dgm:spPr/>
    </dgm:pt>
    <dgm:pt modelId="{62BE1D86-D09D-4A6A-8FF2-64EAE66FA428}" type="pres">
      <dgm:prSet presAssocID="{2D60D928-64A4-4EFC-81DF-499AEE7EEBAD}" presName="compNode" presStyleCnt="0"/>
      <dgm:spPr/>
    </dgm:pt>
    <dgm:pt modelId="{B301DC7B-54FC-4383-AFF6-801C5D898534}" type="pres">
      <dgm:prSet presAssocID="{2D60D928-64A4-4EFC-81DF-499AEE7EEBAD}" presName="bgRect" presStyleLbl="bgShp" presStyleIdx="2" presStyleCnt="5"/>
      <dgm:spPr/>
    </dgm:pt>
    <dgm:pt modelId="{DF65252E-3EC7-4A00-B96D-33CA8866381E}" type="pres">
      <dgm:prSet presAssocID="{2D60D928-64A4-4EFC-81DF-499AEE7EEBA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vertissement"/>
        </a:ext>
      </dgm:extLst>
    </dgm:pt>
    <dgm:pt modelId="{D1CCFF1C-46BF-4053-8295-11CEFB79406D}" type="pres">
      <dgm:prSet presAssocID="{2D60D928-64A4-4EFC-81DF-499AEE7EEBAD}" presName="spaceRect" presStyleCnt="0"/>
      <dgm:spPr/>
    </dgm:pt>
    <dgm:pt modelId="{EF665734-8405-4587-9910-FAE31BFF1CC3}" type="pres">
      <dgm:prSet presAssocID="{2D60D928-64A4-4EFC-81DF-499AEE7EEBAD}" presName="parTx" presStyleLbl="revTx" presStyleIdx="2" presStyleCnt="5">
        <dgm:presLayoutVars>
          <dgm:chMax val="0"/>
          <dgm:chPref val="0"/>
        </dgm:presLayoutVars>
      </dgm:prSet>
      <dgm:spPr/>
    </dgm:pt>
    <dgm:pt modelId="{73F715C4-FFE4-45DA-B8D9-DEB51417BC25}" type="pres">
      <dgm:prSet presAssocID="{0ADE000E-EFD2-4907-B8A8-C5D075672A75}" presName="sibTrans" presStyleCnt="0"/>
      <dgm:spPr/>
    </dgm:pt>
    <dgm:pt modelId="{A3C21010-1A31-473B-9116-17D84A343BB4}" type="pres">
      <dgm:prSet presAssocID="{A8B61440-5ECD-4B3B-B01F-E433328E11CA}" presName="compNode" presStyleCnt="0"/>
      <dgm:spPr/>
    </dgm:pt>
    <dgm:pt modelId="{4C2711A8-FEA4-43B8-A3D9-D6A1481A84A8}" type="pres">
      <dgm:prSet presAssocID="{A8B61440-5ECD-4B3B-B01F-E433328E11CA}" presName="bgRect" presStyleLbl="bgShp" presStyleIdx="3" presStyleCnt="5"/>
      <dgm:spPr/>
    </dgm:pt>
    <dgm:pt modelId="{D075FD2A-4818-40C9-A0F5-B44AD3E6F7F4}" type="pres">
      <dgm:prSet presAssocID="{A8B61440-5ECD-4B3B-B01F-E433328E11C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vres"/>
        </a:ext>
      </dgm:extLst>
    </dgm:pt>
    <dgm:pt modelId="{8C145545-BDC1-4507-A655-9D746D24C56F}" type="pres">
      <dgm:prSet presAssocID="{A8B61440-5ECD-4B3B-B01F-E433328E11CA}" presName="spaceRect" presStyleCnt="0"/>
      <dgm:spPr/>
    </dgm:pt>
    <dgm:pt modelId="{8CF24CE3-8DC9-4BD3-98F9-8B331CF31DCF}" type="pres">
      <dgm:prSet presAssocID="{A8B61440-5ECD-4B3B-B01F-E433328E11CA}" presName="parTx" presStyleLbl="revTx" presStyleIdx="3" presStyleCnt="5">
        <dgm:presLayoutVars>
          <dgm:chMax val="0"/>
          <dgm:chPref val="0"/>
        </dgm:presLayoutVars>
      </dgm:prSet>
      <dgm:spPr/>
    </dgm:pt>
    <dgm:pt modelId="{48BE05E0-A40D-4215-BC48-F8255AE7CD53}" type="pres">
      <dgm:prSet presAssocID="{88D9865B-40A3-4936-8C35-65DB27B7021D}" presName="sibTrans" presStyleCnt="0"/>
      <dgm:spPr/>
    </dgm:pt>
    <dgm:pt modelId="{3DDABEAD-EDFD-40B7-BD77-BDA73C53A5A0}" type="pres">
      <dgm:prSet presAssocID="{FCE601D1-3EC0-4D3A-B30D-8BCEEDE52B33}" presName="compNode" presStyleCnt="0"/>
      <dgm:spPr/>
    </dgm:pt>
    <dgm:pt modelId="{3E3B7E62-7A38-4446-9993-19BDA067A592}" type="pres">
      <dgm:prSet presAssocID="{FCE601D1-3EC0-4D3A-B30D-8BCEEDE52B33}" presName="bgRect" presStyleLbl="bgShp" presStyleIdx="4" presStyleCnt="5"/>
      <dgm:spPr/>
    </dgm:pt>
    <dgm:pt modelId="{4BDD092A-7BA5-42C5-B552-10F2317A4386}" type="pres">
      <dgm:prSet presAssocID="{FCE601D1-3EC0-4D3A-B30D-8BCEEDE52B3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w Temperature"/>
        </a:ext>
      </dgm:extLst>
    </dgm:pt>
    <dgm:pt modelId="{68E92262-9588-4B76-89B5-5F37DA12695C}" type="pres">
      <dgm:prSet presAssocID="{FCE601D1-3EC0-4D3A-B30D-8BCEEDE52B33}" presName="spaceRect" presStyleCnt="0"/>
      <dgm:spPr/>
    </dgm:pt>
    <dgm:pt modelId="{2844DC0E-8998-4530-9A73-C18DF765D0CD}" type="pres">
      <dgm:prSet presAssocID="{FCE601D1-3EC0-4D3A-B30D-8BCEEDE52B33}" presName="parTx" presStyleLbl="revTx" presStyleIdx="4" presStyleCnt="5">
        <dgm:presLayoutVars>
          <dgm:chMax val="0"/>
          <dgm:chPref val="0"/>
        </dgm:presLayoutVars>
      </dgm:prSet>
      <dgm:spPr/>
    </dgm:pt>
  </dgm:ptLst>
  <dgm:cxnLst>
    <dgm:cxn modelId="{95899007-8FEB-4EE5-A2CF-5A6A498937F7}" srcId="{3F0B7FA3-826B-4DD6-97E5-38FD581046C9}" destId="{0E6BA6E3-FBC1-4E31-9DE0-33D17F6B67CE}" srcOrd="0" destOrd="0" parTransId="{70B81B75-3621-46CE-BE82-9800E9AAA0C4}" sibTransId="{A84F26D4-0178-46DE-BCEC-55944C9D60E2}"/>
    <dgm:cxn modelId="{EB9D1B27-8E45-4CC2-BB5D-9D953E5D77F7}" type="presOf" srcId="{72D5DBED-9754-4F29-AC1F-19DC6A2A098F}" destId="{6C3994F2-C5A7-4151-927B-B39E039EECCD}" srcOrd="0" destOrd="0" presId="urn:microsoft.com/office/officeart/2018/2/layout/IconVerticalSolidList"/>
    <dgm:cxn modelId="{60C0CA36-B7B0-4BDA-8BDA-4C2CD3681E61}" type="presOf" srcId="{0E6BA6E3-FBC1-4E31-9DE0-33D17F6B67CE}" destId="{A004AAD4-1E6A-4FBF-9ED0-17955A78604B}" srcOrd="0" destOrd="0" presId="urn:microsoft.com/office/officeart/2018/2/layout/IconVerticalSolidList"/>
    <dgm:cxn modelId="{A979AA71-7807-4EDF-80AD-1FF4BC0C6797}" type="presOf" srcId="{FCE601D1-3EC0-4D3A-B30D-8BCEEDE52B33}" destId="{2844DC0E-8998-4530-9A73-C18DF765D0CD}" srcOrd="0" destOrd="0" presId="urn:microsoft.com/office/officeart/2018/2/layout/IconVerticalSolidList"/>
    <dgm:cxn modelId="{5D5A0A8C-584B-4583-98D3-369DE70CBB2D}" type="presOf" srcId="{3F0B7FA3-826B-4DD6-97E5-38FD581046C9}" destId="{A1F1C344-B863-4231-A787-995B35973606}" srcOrd="0" destOrd="0" presId="urn:microsoft.com/office/officeart/2018/2/layout/IconVerticalSolidList"/>
    <dgm:cxn modelId="{25B926AE-1CAB-47D0-99BE-5AE4033315F1}" type="presOf" srcId="{A8B61440-5ECD-4B3B-B01F-E433328E11CA}" destId="{8CF24CE3-8DC9-4BD3-98F9-8B331CF31DCF}" srcOrd="0" destOrd="0" presId="urn:microsoft.com/office/officeart/2018/2/layout/IconVerticalSolidList"/>
    <dgm:cxn modelId="{AC6503B1-287C-4FCC-8716-70AE338CC951}" srcId="{3F0B7FA3-826B-4DD6-97E5-38FD581046C9}" destId="{2D60D928-64A4-4EFC-81DF-499AEE7EEBAD}" srcOrd="2" destOrd="0" parTransId="{70781189-FA68-4930-8BA8-59C12089EDE6}" sibTransId="{0ADE000E-EFD2-4907-B8A8-C5D075672A75}"/>
    <dgm:cxn modelId="{202CB6CE-E04B-4A16-856D-0E2A78C0F660}" srcId="{3F0B7FA3-826B-4DD6-97E5-38FD581046C9}" destId="{A8B61440-5ECD-4B3B-B01F-E433328E11CA}" srcOrd="3" destOrd="0" parTransId="{B2CD8135-3629-48AF-AD17-A86385C15480}" sibTransId="{88D9865B-40A3-4936-8C35-65DB27B7021D}"/>
    <dgm:cxn modelId="{5B99D0D3-5FCD-40E3-8860-41FA9770F29E}" type="presOf" srcId="{2D60D928-64A4-4EFC-81DF-499AEE7EEBAD}" destId="{EF665734-8405-4587-9910-FAE31BFF1CC3}" srcOrd="0" destOrd="0" presId="urn:microsoft.com/office/officeart/2018/2/layout/IconVerticalSolidList"/>
    <dgm:cxn modelId="{787329DF-3347-4CCB-9811-372F4AC9B6D3}" srcId="{3F0B7FA3-826B-4DD6-97E5-38FD581046C9}" destId="{FCE601D1-3EC0-4D3A-B30D-8BCEEDE52B33}" srcOrd="4" destOrd="0" parTransId="{A5D8A5BB-1123-4021-8E79-AB53D2C6CC02}" sibTransId="{ABD33A3C-C014-49B8-88B9-D0400B486D16}"/>
    <dgm:cxn modelId="{F405EBE6-C116-4AD1-ABC0-F0640179F7F4}" srcId="{3F0B7FA3-826B-4DD6-97E5-38FD581046C9}" destId="{72D5DBED-9754-4F29-AC1F-19DC6A2A098F}" srcOrd="1" destOrd="0" parTransId="{E75661F5-DCA8-42C2-969C-5A98A5650B99}" sibTransId="{B343201D-E19B-4722-B1D7-60A6D8B8126F}"/>
    <dgm:cxn modelId="{8151F5C7-8886-491C-9F1B-1E97BB1838C2}" type="presParOf" srcId="{A1F1C344-B863-4231-A787-995B35973606}" destId="{1D335492-02DA-4FB0-A589-5B2592D8430E}" srcOrd="0" destOrd="0" presId="urn:microsoft.com/office/officeart/2018/2/layout/IconVerticalSolidList"/>
    <dgm:cxn modelId="{9A3398D5-2B7A-4B85-869D-0CBE2D96EB36}" type="presParOf" srcId="{1D335492-02DA-4FB0-A589-5B2592D8430E}" destId="{24B91508-8AC6-41EF-8703-DACB3BFBC285}" srcOrd="0" destOrd="0" presId="urn:microsoft.com/office/officeart/2018/2/layout/IconVerticalSolidList"/>
    <dgm:cxn modelId="{F09DFBAE-551E-4BCC-AB7B-9E1D76F94224}" type="presParOf" srcId="{1D335492-02DA-4FB0-A589-5B2592D8430E}" destId="{9C97F5B7-8EE7-49F9-8724-9A80208557D9}" srcOrd="1" destOrd="0" presId="urn:microsoft.com/office/officeart/2018/2/layout/IconVerticalSolidList"/>
    <dgm:cxn modelId="{126B8DF8-ED20-41BA-B3AD-1F63A82FFE4C}" type="presParOf" srcId="{1D335492-02DA-4FB0-A589-5B2592D8430E}" destId="{4C4EDE45-992D-4C92-946D-2A8A948C3704}" srcOrd="2" destOrd="0" presId="urn:microsoft.com/office/officeart/2018/2/layout/IconVerticalSolidList"/>
    <dgm:cxn modelId="{75DFEB55-67FD-4E54-B44A-044C3D3525CA}" type="presParOf" srcId="{1D335492-02DA-4FB0-A589-5B2592D8430E}" destId="{A004AAD4-1E6A-4FBF-9ED0-17955A78604B}" srcOrd="3" destOrd="0" presId="urn:microsoft.com/office/officeart/2018/2/layout/IconVerticalSolidList"/>
    <dgm:cxn modelId="{BC7EABC1-7803-4247-A3D8-1388A1DE553E}" type="presParOf" srcId="{A1F1C344-B863-4231-A787-995B35973606}" destId="{F886CA97-9194-4F3C-A3F7-C31E54063658}" srcOrd="1" destOrd="0" presId="urn:microsoft.com/office/officeart/2018/2/layout/IconVerticalSolidList"/>
    <dgm:cxn modelId="{D77E5C11-F3B3-478C-A4C3-F659C164E421}" type="presParOf" srcId="{A1F1C344-B863-4231-A787-995B35973606}" destId="{FA4ED85A-2C77-4C89-BADE-D1B534C1DB33}" srcOrd="2" destOrd="0" presId="urn:microsoft.com/office/officeart/2018/2/layout/IconVerticalSolidList"/>
    <dgm:cxn modelId="{32CAF7CD-105C-4E8E-9F42-13341A0567A7}" type="presParOf" srcId="{FA4ED85A-2C77-4C89-BADE-D1B534C1DB33}" destId="{1BD564F6-6EE7-4B83-9BAD-07BD81925364}" srcOrd="0" destOrd="0" presId="urn:microsoft.com/office/officeart/2018/2/layout/IconVerticalSolidList"/>
    <dgm:cxn modelId="{0AD3BD72-E5F1-45F0-B289-B7BBF0956C34}" type="presParOf" srcId="{FA4ED85A-2C77-4C89-BADE-D1B534C1DB33}" destId="{45B18DFD-C869-49B1-B725-3395D45C9311}" srcOrd="1" destOrd="0" presId="urn:microsoft.com/office/officeart/2018/2/layout/IconVerticalSolidList"/>
    <dgm:cxn modelId="{87BD0EA9-0D66-4807-9D3A-FD2DA0BAFB80}" type="presParOf" srcId="{FA4ED85A-2C77-4C89-BADE-D1B534C1DB33}" destId="{32544C3C-8EDE-43F2-826E-10531A27CAF1}" srcOrd="2" destOrd="0" presId="urn:microsoft.com/office/officeart/2018/2/layout/IconVerticalSolidList"/>
    <dgm:cxn modelId="{8C742FC1-1A24-40C4-864E-15BC5EB866C5}" type="presParOf" srcId="{FA4ED85A-2C77-4C89-BADE-D1B534C1DB33}" destId="{6C3994F2-C5A7-4151-927B-B39E039EECCD}" srcOrd="3" destOrd="0" presId="urn:microsoft.com/office/officeart/2018/2/layout/IconVerticalSolidList"/>
    <dgm:cxn modelId="{8EB86A1C-9736-492B-974E-55430B442BFE}" type="presParOf" srcId="{A1F1C344-B863-4231-A787-995B35973606}" destId="{76AE863F-519D-4824-8168-73863FC6E2E5}" srcOrd="3" destOrd="0" presId="urn:microsoft.com/office/officeart/2018/2/layout/IconVerticalSolidList"/>
    <dgm:cxn modelId="{B9858B1D-AF61-491B-9A4C-4665F93AFFDD}" type="presParOf" srcId="{A1F1C344-B863-4231-A787-995B35973606}" destId="{62BE1D86-D09D-4A6A-8FF2-64EAE66FA428}" srcOrd="4" destOrd="0" presId="urn:microsoft.com/office/officeart/2018/2/layout/IconVerticalSolidList"/>
    <dgm:cxn modelId="{3892C150-6DCD-414E-8F61-4B2B5986C7D9}" type="presParOf" srcId="{62BE1D86-D09D-4A6A-8FF2-64EAE66FA428}" destId="{B301DC7B-54FC-4383-AFF6-801C5D898534}" srcOrd="0" destOrd="0" presId="urn:microsoft.com/office/officeart/2018/2/layout/IconVerticalSolidList"/>
    <dgm:cxn modelId="{C5E30AED-9F14-4D52-8FCE-E62B9931ED27}" type="presParOf" srcId="{62BE1D86-D09D-4A6A-8FF2-64EAE66FA428}" destId="{DF65252E-3EC7-4A00-B96D-33CA8866381E}" srcOrd="1" destOrd="0" presId="urn:microsoft.com/office/officeart/2018/2/layout/IconVerticalSolidList"/>
    <dgm:cxn modelId="{891BE191-0DF4-4083-8D82-E25F73A9B9F6}" type="presParOf" srcId="{62BE1D86-D09D-4A6A-8FF2-64EAE66FA428}" destId="{D1CCFF1C-46BF-4053-8295-11CEFB79406D}" srcOrd="2" destOrd="0" presId="urn:microsoft.com/office/officeart/2018/2/layout/IconVerticalSolidList"/>
    <dgm:cxn modelId="{AAF4D931-6407-44B4-ABA2-8EBCD9A2BAF7}" type="presParOf" srcId="{62BE1D86-D09D-4A6A-8FF2-64EAE66FA428}" destId="{EF665734-8405-4587-9910-FAE31BFF1CC3}" srcOrd="3" destOrd="0" presId="urn:microsoft.com/office/officeart/2018/2/layout/IconVerticalSolidList"/>
    <dgm:cxn modelId="{A00831DB-6A7A-4B9B-819D-7F4DCAB5465F}" type="presParOf" srcId="{A1F1C344-B863-4231-A787-995B35973606}" destId="{73F715C4-FFE4-45DA-B8D9-DEB51417BC25}" srcOrd="5" destOrd="0" presId="urn:microsoft.com/office/officeart/2018/2/layout/IconVerticalSolidList"/>
    <dgm:cxn modelId="{E5FD137B-4AEA-465E-B24D-3FFAF059DB79}" type="presParOf" srcId="{A1F1C344-B863-4231-A787-995B35973606}" destId="{A3C21010-1A31-473B-9116-17D84A343BB4}" srcOrd="6" destOrd="0" presId="urn:microsoft.com/office/officeart/2018/2/layout/IconVerticalSolidList"/>
    <dgm:cxn modelId="{E5588336-725E-43B5-9E80-4BE1CE6AEC8B}" type="presParOf" srcId="{A3C21010-1A31-473B-9116-17D84A343BB4}" destId="{4C2711A8-FEA4-43B8-A3D9-D6A1481A84A8}" srcOrd="0" destOrd="0" presId="urn:microsoft.com/office/officeart/2018/2/layout/IconVerticalSolidList"/>
    <dgm:cxn modelId="{6BEF16E8-533B-4521-8643-57B953F45574}" type="presParOf" srcId="{A3C21010-1A31-473B-9116-17D84A343BB4}" destId="{D075FD2A-4818-40C9-A0F5-B44AD3E6F7F4}" srcOrd="1" destOrd="0" presId="urn:microsoft.com/office/officeart/2018/2/layout/IconVerticalSolidList"/>
    <dgm:cxn modelId="{60473A80-520A-4DD5-9C8D-BC68AA19BBB7}" type="presParOf" srcId="{A3C21010-1A31-473B-9116-17D84A343BB4}" destId="{8C145545-BDC1-4507-A655-9D746D24C56F}" srcOrd="2" destOrd="0" presId="urn:microsoft.com/office/officeart/2018/2/layout/IconVerticalSolidList"/>
    <dgm:cxn modelId="{DB5E347D-567A-44A4-B2A0-D2F057249BEB}" type="presParOf" srcId="{A3C21010-1A31-473B-9116-17D84A343BB4}" destId="{8CF24CE3-8DC9-4BD3-98F9-8B331CF31DCF}" srcOrd="3" destOrd="0" presId="urn:microsoft.com/office/officeart/2018/2/layout/IconVerticalSolidList"/>
    <dgm:cxn modelId="{DE7EA6F1-70E2-4B9D-847F-F0E197EF33E4}" type="presParOf" srcId="{A1F1C344-B863-4231-A787-995B35973606}" destId="{48BE05E0-A40D-4215-BC48-F8255AE7CD53}" srcOrd="7" destOrd="0" presId="urn:microsoft.com/office/officeart/2018/2/layout/IconVerticalSolidList"/>
    <dgm:cxn modelId="{97549B13-D66A-4AF9-9420-ED0342CF4DCC}" type="presParOf" srcId="{A1F1C344-B863-4231-A787-995B35973606}" destId="{3DDABEAD-EDFD-40B7-BD77-BDA73C53A5A0}" srcOrd="8" destOrd="0" presId="urn:microsoft.com/office/officeart/2018/2/layout/IconVerticalSolidList"/>
    <dgm:cxn modelId="{F112BC40-3F05-432B-9874-0025D3FD01F8}" type="presParOf" srcId="{3DDABEAD-EDFD-40B7-BD77-BDA73C53A5A0}" destId="{3E3B7E62-7A38-4446-9993-19BDA067A592}" srcOrd="0" destOrd="0" presId="urn:microsoft.com/office/officeart/2018/2/layout/IconVerticalSolidList"/>
    <dgm:cxn modelId="{14CA5C07-63AA-4236-94B4-78AFFDD17C73}" type="presParOf" srcId="{3DDABEAD-EDFD-40B7-BD77-BDA73C53A5A0}" destId="{4BDD092A-7BA5-42C5-B552-10F2317A4386}" srcOrd="1" destOrd="0" presId="urn:microsoft.com/office/officeart/2018/2/layout/IconVerticalSolidList"/>
    <dgm:cxn modelId="{6D670FBB-4982-487F-891A-0E5DE797DECC}" type="presParOf" srcId="{3DDABEAD-EDFD-40B7-BD77-BDA73C53A5A0}" destId="{68E92262-9588-4B76-89B5-5F37DA12695C}" srcOrd="2" destOrd="0" presId="urn:microsoft.com/office/officeart/2018/2/layout/IconVerticalSolidList"/>
    <dgm:cxn modelId="{74E3D363-CB2B-4A12-8466-28F065BC0D2F}" type="presParOf" srcId="{3DDABEAD-EDFD-40B7-BD77-BDA73C53A5A0}" destId="{2844DC0E-8998-4530-9A73-C18DF765D0C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066902F-5831-48BD-A6C6-720638661F5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22864D9-EFC4-458B-AF75-AB90A7870D81}">
      <dgm:prSet/>
      <dgm:spPr/>
      <dgm:t>
        <a:bodyPr/>
        <a:lstStyle/>
        <a:p>
          <a:pPr>
            <a:defRPr cap="all"/>
          </a:pPr>
          <a:r>
            <a:rPr lang="fr-FR"/>
            <a:t>Lire les plans à jour et </a:t>
          </a:r>
          <a:r>
            <a:rPr lang="fr-FR" b="1"/>
            <a:t>identifier les zones sensibles</a:t>
          </a:r>
          <a:r>
            <a:rPr lang="fr-FR"/>
            <a:t>.</a:t>
          </a:r>
          <a:endParaRPr lang="en-US"/>
        </a:p>
      </dgm:t>
    </dgm:pt>
    <dgm:pt modelId="{671115B8-0A40-45DE-BBCE-DC6BC46B81A6}" type="parTrans" cxnId="{33B96DE3-97F8-4206-B92F-DD917558BC7F}">
      <dgm:prSet/>
      <dgm:spPr/>
      <dgm:t>
        <a:bodyPr/>
        <a:lstStyle/>
        <a:p>
          <a:endParaRPr lang="en-US"/>
        </a:p>
      </dgm:t>
    </dgm:pt>
    <dgm:pt modelId="{7E47D80B-40EB-43AD-8E52-E6807380F595}" type="sibTrans" cxnId="{33B96DE3-97F8-4206-B92F-DD917558BC7F}">
      <dgm:prSet/>
      <dgm:spPr/>
      <dgm:t>
        <a:bodyPr/>
        <a:lstStyle/>
        <a:p>
          <a:endParaRPr lang="en-US"/>
        </a:p>
      </dgm:t>
    </dgm:pt>
    <dgm:pt modelId="{9B7EE343-2214-40AF-9780-0A4C556C73C9}">
      <dgm:prSet/>
      <dgm:spPr/>
      <dgm:t>
        <a:bodyPr/>
        <a:lstStyle/>
        <a:p>
          <a:pPr>
            <a:defRPr cap="all"/>
          </a:pPr>
          <a:r>
            <a:rPr lang="fr-FR"/>
            <a:t>Respecter la </a:t>
          </a:r>
          <a:r>
            <a:rPr lang="fr-FR" b="1"/>
            <a:t>réglementation DT-DICT</a:t>
          </a:r>
          <a:r>
            <a:rPr lang="fr-FR"/>
            <a:t> et le marquage-piquetage.</a:t>
          </a:r>
          <a:endParaRPr lang="en-US"/>
        </a:p>
      </dgm:t>
    </dgm:pt>
    <dgm:pt modelId="{C25BB0D1-59AC-45E3-81B0-2BF097C79392}" type="parTrans" cxnId="{B53919F9-227A-40DC-9E46-2294256A924E}">
      <dgm:prSet/>
      <dgm:spPr/>
      <dgm:t>
        <a:bodyPr/>
        <a:lstStyle/>
        <a:p>
          <a:endParaRPr lang="en-US"/>
        </a:p>
      </dgm:t>
    </dgm:pt>
    <dgm:pt modelId="{6176FA6C-4E86-4B43-B548-926BAAE89C8F}" type="sibTrans" cxnId="{B53919F9-227A-40DC-9E46-2294256A924E}">
      <dgm:prSet/>
      <dgm:spPr/>
      <dgm:t>
        <a:bodyPr/>
        <a:lstStyle/>
        <a:p>
          <a:endParaRPr lang="en-US"/>
        </a:p>
      </dgm:t>
    </dgm:pt>
    <dgm:pt modelId="{0EBAA7D3-BB9F-4A76-9CD8-9A6B66B089C6}">
      <dgm:prSet/>
      <dgm:spPr/>
      <dgm:t>
        <a:bodyPr/>
        <a:lstStyle/>
        <a:p>
          <a:pPr>
            <a:defRPr cap="all"/>
          </a:pPr>
          <a:r>
            <a:rPr lang="fr-FR"/>
            <a:t>Utiliser des </a:t>
          </a:r>
          <a:r>
            <a:rPr lang="fr-FR" b="1"/>
            <a:t>outils manuels adaptés</a:t>
          </a:r>
          <a:r>
            <a:rPr lang="fr-FR"/>
            <a:t> dans les zones à risque.</a:t>
          </a:r>
          <a:endParaRPr lang="en-US"/>
        </a:p>
      </dgm:t>
    </dgm:pt>
    <dgm:pt modelId="{BE545470-F4B4-4D6F-9C38-3DB18C71FC31}" type="parTrans" cxnId="{12D65DF6-6FB4-4AEF-93E6-8B61084F0732}">
      <dgm:prSet/>
      <dgm:spPr/>
      <dgm:t>
        <a:bodyPr/>
        <a:lstStyle/>
        <a:p>
          <a:endParaRPr lang="en-US"/>
        </a:p>
      </dgm:t>
    </dgm:pt>
    <dgm:pt modelId="{97377963-D456-493D-89D0-DED1C2985B4E}" type="sibTrans" cxnId="{12D65DF6-6FB4-4AEF-93E6-8B61084F0732}">
      <dgm:prSet/>
      <dgm:spPr/>
      <dgm:t>
        <a:bodyPr/>
        <a:lstStyle/>
        <a:p>
          <a:endParaRPr lang="en-US"/>
        </a:p>
      </dgm:t>
    </dgm:pt>
    <dgm:pt modelId="{76698BD7-3441-4ACA-8823-FE5DF8410139}">
      <dgm:prSet/>
      <dgm:spPr/>
      <dgm:t>
        <a:bodyPr/>
        <a:lstStyle/>
        <a:p>
          <a:pPr>
            <a:defRPr cap="all"/>
          </a:pPr>
          <a:r>
            <a:rPr lang="fr-FR"/>
            <a:t>Ne jamais intervenir sans avoir localisé les réseaux (par détection, géoradar…).</a:t>
          </a:r>
          <a:endParaRPr lang="en-US"/>
        </a:p>
      </dgm:t>
    </dgm:pt>
    <dgm:pt modelId="{3B6A13BF-D49E-4175-B96C-6317BCA0DCFB}" type="parTrans" cxnId="{89416395-72B2-435A-98CC-6C69838A358A}">
      <dgm:prSet/>
      <dgm:spPr/>
      <dgm:t>
        <a:bodyPr/>
        <a:lstStyle/>
        <a:p>
          <a:endParaRPr lang="en-US"/>
        </a:p>
      </dgm:t>
    </dgm:pt>
    <dgm:pt modelId="{4F921458-A55C-4C99-A449-D17DDF17EF6E}" type="sibTrans" cxnId="{89416395-72B2-435A-98CC-6C69838A358A}">
      <dgm:prSet/>
      <dgm:spPr/>
      <dgm:t>
        <a:bodyPr/>
        <a:lstStyle/>
        <a:p>
          <a:endParaRPr lang="en-US"/>
        </a:p>
      </dgm:t>
    </dgm:pt>
    <dgm:pt modelId="{A40DCFB2-AFBE-4BE6-B4E3-0B2565197A2F}">
      <dgm:prSet/>
      <dgm:spPr/>
      <dgm:t>
        <a:bodyPr/>
        <a:lstStyle/>
        <a:p>
          <a:pPr>
            <a:defRPr cap="all"/>
          </a:pPr>
          <a:r>
            <a:rPr lang="fr-FR" b="1"/>
            <a:t>S’arrêter immédiatement</a:t>
          </a:r>
          <a:r>
            <a:rPr lang="fr-FR"/>
            <a:t> en cas de doute ou d’obstacle non prévu.</a:t>
          </a:r>
          <a:endParaRPr lang="en-US"/>
        </a:p>
      </dgm:t>
    </dgm:pt>
    <dgm:pt modelId="{D51B4850-EABE-4440-8137-C93BEBCFD349}" type="parTrans" cxnId="{D9194957-08D8-4E95-B3B7-99671DC9E1DF}">
      <dgm:prSet/>
      <dgm:spPr/>
      <dgm:t>
        <a:bodyPr/>
        <a:lstStyle/>
        <a:p>
          <a:endParaRPr lang="en-US"/>
        </a:p>
      </dgm:t>
    </dgm:pt>
    <dgm:pt modelId="{BEA1689E-825E-4D84-95E1-11F424F47B11}" type="sibTrans" cxnId="{D9194957-08D8-4E95-B3B7-99671DC9E1DF}">
      <dgm:prSet/>
      <dgm:spPr/>
      <dgm:t>
        <a:bodyPr/>
        <a:lstStyle/>
        <a:p>
          <a:endParaRPr lang="en-US"/>
        </a:p>
      </dgm:t>
    </dgm:pt>
    <dgm:pt modelId="{7F2FE6A8-BC7C-448D-96AE-48022DB6B9A4}">
      <dgm:prSet/>
      <dgm:spPr/>
      <dgm:t>
        <a:bodyPr/>
        <a:lstStyle/>
        <a:p>
          <a:pPr>
            <a:defRPr cap="all"/>
          </a:pPr>
          <a:r>
            <a:rPr lang="fr-FR"/>
            <a:t>Alerter le responsable de chantier ou le chef d’équipe sans délai.</a:t>
          </a:r>
          <a:endParaRPr lang="en-US"/>
        </a:p>
      </dgm:t>
    </dgm:pt>
    <dgm:pt modelId="{F336245C-04DB-4001-BD48-34906C0165E3}" type="parTrans" cxnId="{B0506232-6AC9-4120-BBBE-C2C35D575564}">
      <dgm:prSet/>
      <dgm:spPr/>
      <dgm:t>
        <a:bodyPr/>
        <a:lstStyle/>
        <a:p>
          <a:endParaRPr lang="en-US"/>
        </a:p>
      </dgm:t>
    </dgm:pt>
    <dgm:pt modelId="{88BD0C4C-1BC2-4A62-B1C1-58F1121526D4}" type="sibTrans" cxnId="{B0506232-6AC9-4120-BBBE-C2C35D575564}">
      <dgm:prSet/>
      <dgm:spPr/>
      <dgm:t>
        <a:bodyPr/>
        <a:lstStyle/>
        <a:p>
          <a:endParaRPr lang="en-US"/>
        </a:p>
      </dgm:t>
    </dgm:pt>
    <dgm:pt modelId="{5A145DB3-CA7A-4EBB-8373-513D82879C5B}" type="pres">
      <dgm:prSet presAssocID="{1066902F-5831-48BD-A6C6-720638661F57}" presName="root" presStyleCnt="0">
        <dgm:presLayoutVars>
          <dgm:dir/>
          <dgm:resizeHandles val="exact"/>
        </dgm:presLayoutVars>
      </dgm:prSet>
      <dgm:spPr/>
    </dgm:pt>
    <dgm:pt modelId="{410B8889-5B06-4F2F-88C1-1005E6BE54C2}" type="pres">
      <dgm:prSet presAssocID="{B22864D9-EFC4-458B-AF75-AB90A7870D81}" presName="compNode" presStyleCnt="0"/>
      <dgm:spPr/>
    </dgm:pt>
    <dgm:pt modelId="{5B090FDD-5303-45FB-A188-9EF05A410625}" type="pres">
      <dgm:prSet presAssocID="{B22864D9-EFC4-458B-AF75-AB90A7870D81}" presName="iconBgRect" presStyleLbl="bgShp" presStyleIdx="0" presStyleCnt="6"/>
      <dgm:spPr>
        <a:prstGeom prst="round2DiagRect">
          <a:avLst>
            <a:gd name="adj1" fmla="val 29727"/>
            <a:gd name="adj2" fmla="val 0"/>
          </a:avLst>
        </a:prstGeom>
      </dgm:spPr>
    </dgm:pt>
    <dgm:pt modelId="{8EB64B46-0B9D-4270-A537-FB5FCDBF06D1}" type="pres">
      <dgm:prSet presAssocID="{B22864D9-EFC4-458B-AF75-AB90A7870D8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vres"/>
        </a:ext>
      </dgm:extLst>
    </dgm:pt>
    <dgm:pt modelId="{B1DB91B2-890E-43E7-BFD8-747CC47ACAAA}" type="pres">
      <dgm:prSet presAssocID="{B22864D9-EFC4-458B-AF75-AB90A7870D81}" presName="spaceRect" presStyleCnt="0"/>
      <dgm:spPr/>
    </dgm:pt>
    <dgm:pt modelId="{50ACBE1F-C1D2-4DFC-B953-0C518418540E}" type="pres">
      <dgm:prSet presAssocID="{B22864D9-EFC4-458B-AF75-AB90A7870D81}" presName="textRect" presStyleLbl="revTx" presStyleIdx="0" presStyleCnt="6">
        <dgm:presLayoutVars>
          <dgm:chMax val="1"/>
          <dgm:chPref val="1"/>
        </dgm:presLayoutVars>
      </dgm:prSet>
      <dgm:spPr/>
    </dgm:pt>
    <dgm:pt modelId="{76A7523C-1D91-4292-B454-D0AB03969F96}" type="pres">
      <dgm:prSet presAssocID="{7E47D80B-40EB-43AD-8E52-E6807380F595}" presName="sibTrans" presStyleCnt="0"/>
      <dgm:spPr/>
    </dgm:pt>
    <dgm:pt modelId="{AD364C4B-D1FB-4BCF-A31E-0D5B40AC34BC}" type="pres">
      <dgm:prSet presAssocID="{9B7EE343-2214-40AF-9780-0A4C556C73C9}" presName="compNode" presStyleCnt="0"/>
      <dgm:spPr/>
    </dgm:pt>
    <dgm:pt modelId="{9E025DB1-30B3-4D1F-AE5B-53F1B36092BF}" type="pres">
      <dgm:prSet presAssocID="{9B7EE343-2214-40AF-9780-0A4C556C73C9}" presName="iconBgRect" presStyleLbl="bgShp" presStyleIdx="1" presStyleCnt="6"/>
      <dgm:spPr>
        <a:prstGeom prst="round2DiagRect">
          <a:avLst>
            <a:gd name="adj1" fmla="val 29727"/>
            <a:gd name="adj2" fmla="val 0"/>
          </a:avLst>
        </a:prstGeom>
      </dgm:spPr>
    </dgm:pt>
    <dgm:pt modelId="{ABD03060-77F2-445F-9454-3F84CF136610}" type="pres">
      <dgm:prSet presAssocID="{9B7EE343-2214-40AF-9780-0A4C556C73C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bel"/>
        </a:ext>
      </dgm:extLst>
    </dgm:pt>
    <dgm:pt modelId="{EB7988B3-AACB-4FF8-9474-9E8E371BC334}" type="pres">
      <dgm:prSet presAssocID="{9B7EE343-2214-40AF-9780-0A4C556C73C9}" presName="spaceRect" presStyleCnt="0"/>
      <dgm:spPr/>
    </dgm:pt>
    <dgm:pt modelId="{3F55BE75-0A45-417B-BF59-4204DD773E63}" type="pres">
      <dgm:prSet presAssocID="{9B7EE343-2214-40AF-9780-0A4C556C73C9}" presName="textRect" presStyleLbl="revTx" presStyleIdx="1" presStyleCnt="6">
        <dgm:presLayoutVars>
          <dgm:chMax val="1"/>
          <dgm:chPref val="1"/>
        </dgm:presLayoutVars>
      </dgm:prSet>
      <dgm:spPr/>
    </dgm:pt>
    <dgm:pt modelId="{74CBD3E8-284D-480F-BB70-443B374C8896}" type="pres">
      <dgm:prSet presAssocID="{6176FA6C-4E86-4B43-B548-926BAAE89C8F}" presName="sibTrans" presStyleCnt="0"/>
      <dgm:spPr/>
    </dgm:pt>
    <dgm:pt modelId="{21E9DF9F-25F0-470E-9C8A-D4229E14BE5D}" type="pres">
      <dgm:prSet presAssocID="{0EBAA7D3-BB9F-4A76-9CD8-9A6B66B089C6}" presName="compNode" presStyleCnt="0"/>
      <dgm:spPr/>
    </dgm:pt>
    <dgm:pt modelId="{1D660E5C-58FF-41A9-9C0B-5A953F53C2BF}" type="pres">
      <dgm:prSet presAssocID="{0EBAA7D3-BB9F-4A76-9CD8-9A6B66B089C6}" presName="iconBgRect" presStyleLbl="bgShp" presStyleIdx="2" presStyleCnt="6"/>
      <dgm:spPr>
        <a:prstGeom prst="round2DiagRect">
          <a:avLst>
            <a:gd name="adj1" fmla="val 29727"/>
            <a:gd name="adj2" fmla="val 0"/>
          </a:avLst>
        </a:prstGeom>
      </dgm:spPr>
    </dgm:pt>
    <dgm:pt modelId="{A256CEC1-EB10-4964-BD71-8E738E026655}" type="pres">
      <dgm:prSet presAssocID="{0EBAA7D3-BB9F-4A76-9CD8-9A6B66B089C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vertissement"/>
        </a:ext>
      </dgm:extLst>
    </dgm:pt>
    <dgm:pt modelId="{AAAE8DB8-BFBC-47B6-BF93-E8506130EFB5}" type="pres">
      <dgm:prSet presAssocID="{0EBAA7D3-BB9F-4A76-9CD8-9A6B66B089C6}" presName="spaceRect" presStyleCnt="0"/>
      <dgm:spPr/>
    </dgm:pt>
    <dgm:pt modelId="{33F721AF-57D0-44EF-86AE-11B87ABBD1F1}" type="pres">
      <dgm:prSet presAssocID="{0EBAA7D3-BB9F-4A76-9CD8-9A6B66B089C6}" presName="textRect" presStyleLbl="revTx" presStyleIdx="2" presStyleCnt="6">
        <dgm:presLayoutVars>
          <dgm:chMax val="1"/>
          <dgm:chPref val="1"/>
        </dgm:presLayoutVars>
      </dgm:prSet>
      <dgm:spPr/>
    </dgm:pt>
    <dgm:pt modelId="{A1B4F2BF-C55A-4529-B7C6-8ACEA244BE9C}" type="pres">
      <dgm:prSet presAssocID="{97377963-D456-493D-89D0-DED1C2985B4E}" presName="sibTrans" presStyleCnt="0"/>
      <dgm:spPr/>
    </dgm:pt>
    <dgm:pt modelId="{BE679F32-216C-4797-858E-742539C5200C}" type="pres">
      <dgm:prSet presAssocID="{76698BD7-3441-4ACA-8823-FE5DF8410139}" presName="compNode" presStyleCnt="0"/>
      <dgm:spPr/>
    </dgm:pt>
    <dgm:pt modelId="{ED70EA54-90D6-4929-B7E8-8EE47E6ADBEE}" type="pres">
      <dgm:prSet presAssocID="{76698BD7-3441-4ACA-8823-FE5DF8410139}" presName="iconBgRect" presStyleLbl="bgShp" presStyleIdx="3" presStyleCnt="6"/>
      <dgm:spPr>
        <a:prstGeom prst="round2DiagRect">
          <a:avLst>
            <a:gd name="adj1" fmla="val 29727"/>
            <a:gd name="adj2" fmla="val 0"/>
          </a:avLst>
        </a:prstGeom>
      </dgm:spPr>
    </dgm:pt>
    <dgm:pt modelId="{EAD58E11-34A7-4344-9C17-9EA90CA6BAE7}" type="pres">
      <dgm:prSet presAssocID="{76698BD7-3441-4ACA-8823-FE5DF841013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83B053DD-87A2-4607-84F6-61960EC6FA73}" type="pres">
      <dgm:prSet presAssocID="{76698BD7-3441-4ACA-8823-FE5DF8410139}" presName="spaceRect" presStyleCnt="0"/>
      <dgm:spPr/>
    </dgm:pt>
    <dgm:pt modelId="{B723FCC4-8C35-4532-A6A1-D2C2E7994FFE}" type="pres">
      <dgm:prSet presAssocID="{76698BD7-3441-4ACA-8823-FE5DF8410139}" presName="textRect" presStyleLbl="revTx" presStyleIdx="3" presStyleCnt="6">
        <dgm:presLayoutVars>
          <dgm:chMax val="1"/>
          <dgm:chPref val="1"/>
        </dgm:presLayoutVars>
      </dgm:prSet>
      <dgm:spPr/>
    </dgm:pt>
    <dgm:pt modelId="{E4991559-1221-4D07-BC5E-425254485AE4}" type="pres">
      <dgm:prSet presAssocID="{4F921458-A55C-4C99-A449-D17DDF17EF6E}" presName="sibTrans" presStyleCnt="0"/>
      <dgm:spPr/>
    </dgm:pt>
    <dgm:pt modelId="{7BF811E3-A134-435C-AAA6-2CFB10CB490E}" type="pres">
      <dgm:prSet presAssocID="{A40DCFB2-AFBE-4BE6-B4E3-0B2565197A2F}" presName="compNode" presStyleCnt="0"/>
      <dgm:spPr/>
    </dgm:pt>
    <dgm:pt modelId="{A51A95B5-6EE2-4E66-A286-A8EBE4F513E3}" type="pres">
      <dgm:prSet presAssocID="{A40DCFB2-AFBE-4BE6-B4E3-0B2565197A2F}" presName="iconBgRect" presStyleLbl="bgShp" presStyleIdx="4" presStyleCnt="6"/>
      <dgm:spPr>
        <a:prstGeom prst="round2DiagRect">
          <a:avLst>
            <a:gd name="adj1" fmla="val 29727"/>
            <a:gd name="adj2" fmla="val 0"/>
          </a:avLst>
        </a:prstGeom>
      </dgm:spPr>
    </dgm:pt>
    <dgm:pt modelId="{281BDC8E-8951-4A3A-B7F2-BC715CD27215}" type="pres">
      <dgm:prSet presAssocID="{A40DCFB2-AFBE-4BE6-B4E3-0B2565197A2F}"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Irritant"/>
        </a:ext>
      </dgm:extLst>
    </dgm:pt>
    <dgm:pt modelId="{BFB8BF3B-6B8D-4667-8C03-8FCBD22DE564}" type="pres">
      <dgm:prSet presAssocID="{A40DCFB2-AFBE-4BE6-B4E3-0B2565197A2F}" presName="spaceRect" presStyleCnt="0"/>
      <dgm:spPr/>
    </dgm:pt>
    <dgm:pt modelId="{1620C1BE-8F93-4431-9001-5D75063F3FC7}" type="pres">
      <dgm:prSet presAssocID="{A40DCFB2-AFBE-4BE6-B4E3-0B2565197A2F}" presName="textRect" presStyleLbl="revTx" presStyleIdx="4" presStyleCnt="6">
        <dgm:presLayoutVars>
          <dgm:chMax val="1"/>
          <dgm:chPref val="1"/>
        </dgm:presLayoutVars>
      </dgm:prSet>
      <dgm:spPr/>
    </dgm:pt>
    <dgm:pt modelId="{A59F439C-0750-46B1-B0F4-A83306AF8390}" type="pres">
      <dgm:prSet presAssocID="{BEA1689E-825E-4D84-95E1-11F424F47B11}" presName="sibTrans" presStyleCnt="0"/>
      <dgm:spPr/>
    </dgm:pt>
    <dgm:pt modelId="{0A713901-1C02-40D8-9839-08053A92574C}" type="pres">
      <dgm:prSet presAssocID="{7F2FE6A8-BC7C-448D-96AE-48022DB6B9A4}" presName="compNode" presStyleCnt="0"/>
      <dgm:spPr/>
    </dgm:pt>
    <dgm:pt modelId="{03488FE4-E84F-40E7-A0B4-FC43EEAAD35E}" type="pres">
      <dgm:prSet presAssocID="{7F2FE6A8-BC7C-448D-96AE-48022DB6B9A4}" presName="iconBgRect" presStyleLbl="bgShp" presStyleIdx="5" presStyleCnt="6"/>
      <dgm:spPr>
        <a:prstGeom prst="round2DiagRect">
          <a:avLst>
            <a:gd name="adj1" fmla="val 29727"/>
            <a:gd name="adj2" fmla="val 0"/>
          </a:avLst>
        </a:prstGeom>
      </dgm:spPr>
    </dgm:pt>
    <dgm:pt modelId="{E7554434-4CB3-43DB-A3C7-CC22B751FA63}" type="pres">
      <dgm:prSet presAssocID="{7F2FE6A8-BC7C-448D-96AE-48022DB6B9A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ronomètre"/>
        </a:ext>
      </dgm:extLst>
    </dgm:pt>
    <dgm:pt modelId="{BCAE2DA3-24A7-46BF-A07F-23579F4D89D9}" type="pres">
      <dgm:prSet presAssocID="{7F2FE6A8-BC7C-448D-96AE-48022DB6B9A4}" presName="spaceRect" presStyleCnt="0"/>
      <dgm:spPr/>
    </dgm:pt>
    <dgm:pt modelId="{21EEF63F-32BF-4068-AE97-8603E419DB9E}" type="pres">
      <dgm:prSet presAssocID="{7F2FE6A8-BC7C-448D-96AE-48022DB6B9A4}" presName="textRect" presStyleLbl="revTx" presStyleIdx="5" presStyleCnt="6">
        <dgm:presLayoutVars>
          <dgm:chMax val="1"/>
          <dgm:chPref val="1"/>
        </dgm:presLayoutVars>
      </dgm:prSet>
      <dgm:spPr/>
    </dgm:pt>
  </dgm:ptLst>
  <dgm:cxnLst>
    <dgm:cxn modelId="{F3CA800A-753E-41D7-9604-F2E19C7D97DE}" type="presOf" srcId="{A40DCFB2-AFBE-4BE6-B4E3-0B2565197A2F}" destId="{1620C1BE-8F93-4431-9001-5D75063F3FC7}" srcOrd="0" destOrd="0" presId="urn:microsoft.com/office/officeart/2018/5/layout/IconLeafLabelList"/>
    <dgm:cxn modelId="{ADA7700C-0040-48D4-95A5-61BDE9BB7A97}" type="presOf" srcId="{1066902F-5831-48BD-A6C6-720638661F57}" destId="{5A145DB3-CA7A-4EBB-8373-513D82879C5B}" srcOrd="0" destOrd="0" presId="urn:microsoft.com/office/officeart/2018/5/layout/IconLeafLabelList"/>
    <dgm:cxn modelId="{90D98F0D-254A-460B-9FA6-F4977105EE8D}" type="presOf" srcId="{0EBAA7D3-BB9F-4A76-9CD8-9A6B66B089C6}" destId="{33F721AF-57D0-44EF-86AE-11B87ABBD1F1}" srcOrd="0" destOrd="0" presId="urn:microsoft.com/office/officeart/2018/5/layout/IconLeafLabelList"/>
    <dgm:cxn modelId="{90347011-5FAD-4A51-91FE-98024EE7AC68}" type="presOf" srcId="{7F2FE6A8-BC7C-448D-96AE-48022DB6B9A4}" destId="{21EEF63F-32BF-4068-AE97-8603E419DB9E}" srcOrd="0" destOrd="0" presId="urn:microsoft.com/office/officeart/2018/5/layout/IconLeafLabelList"/>
    <dgm:cxn modelId="{B0506232-6AC9-4120-BBBE-C2C35D575564}" srcId="{1066902F-5831-48BD-A6C6-720638661F57}" destId="{7F2FE6A8-BC7C-448D-96AE-48022DB6B9A4}" srcOrd="5" destOrd="0" parTransId="{F336245C-04DB-4001-BD48-34906C0165E3}" sibTransId="{88BD0C4C-1BC2-4A62-B1C1-58F1121526D4}"/>
    <dgm:cxn modelId="{4085D056-4EE0-4499-BB1C-B177DDE557A5}" type="presOf" srcId="{9B7EE343-2214-40AF-9780-0A4C556C73C9}" destId="{3F55BE75-0A45-417B-BF59-4204DD773E63}" srcOrd="0" destOrd="0" presId="urn:microsoft.com/office/officeart/2018/5/layout/IconLeafLabelList"/>
    <dgm:cxn modelId="{D9194957-08D8-4E95-B3B7-99671DC9E1DF}" srcId="{1066902F-5831-48BD-A6C6-720638661F57}" destId="{A40DCFB2-AFBE-4BE6-B4E3-0B2565197A2F}" srcOrd="4" destOrd="0" parTransId="{D51B4850-EABE-4440-8137-C93BEBCFD349}" sibTransId="{BEA1689E-825E-4D84-95E1-11F424F47B11}"/>
    <dgm:cxn modelId="{332ABA58-F222-4BAD-91A4-804045D8905B}" type="presOf" srcId="{76698BD7-3441-4ACA-8823-FE5DF8410139}" destId="{B723FCC4-8C35-4532-A6A1-D2C2E7994FFE}" srcOrd="0" destOrd="0" presId="urn:microsoft.com/office/officeart/2018/5/layout/IconLeafLabelList"/>
    <dgm:cxn modelId="{E0C63185-2F3C-4C4B-B3EB-0E7BD6AA65DB}" type="presOf" srcId="{B22864D9-EFC4-458B-AF75-AB90A7870D81}" destId="{50ACBE1F-C1D2-4DFC-B953-0C518418540E}" srcOrd="0" destOrd="0" presId="urn:microsoft.com/office/officeart/2018/5/layout/IconLeafLabelList"/>
    <dgm:cxn modelId="{89416395-72B2-435A-98CC-6C69838A358A}" srcId="{1066902F-5831-48BD-A6C6-720638661F57}" destId="{76698BD7-3441-4ACA-8823-FE5DF8410139}" srcOrd="3" destOrd="0" parTransId="{3B6A13BF-D49E-4175-B96C-6317BCA0DCFB}" sibTransId="{4F921458-A55C-4C99-A449-D17DDF17EF6E}"/>
    <dgm:cxn modelId="{33B96DE3-97F8-4206-B92F-DD917558BC7F}" srcId="{1066902F-5831-48BD-A6C6-720638661F57}" destId="{B22864D9-EFC4-458B-AF75-AB90A7870D81}" srcOrd="0" destOrd="0" parTransId="{671115B8-0A40-45DE-BBCE-DC6BC46B81A6}" sibTransId="{7E47D80B-40EB-43AD-8E52-E6807380F595}"/>
    <dgm:cxn modelId="{12D65DF6-6FB4-4AEF-93E6-8B61084F0732}" srcId="{1066902F-5831-48BD-A6C6-720638661F57}" destId="{0EBAA7D3-BB9F-4A76-9CD8-9A6B66B089C6}" srcOrd="2" destOrd="0" parTransId="{BE545470-F4B4-4D6F-9C38-3DB18C71FC31}" sibTransId="{97377963-D456-493D-89D0-DED1C2985B4E}"/>
    <dgm:cxn modelId="{B53919F9-227A-40DC-9E46-2294256A924E}" srcId="{1066902F-5831-48BD-A6C6-720638661F57}" destId="{9B7EE343-2214-40AF-9780-0A4C556C73C9}" srcOrd="1" destOrd="0" parTransId="{C25BB0D1-59AC-45E3-81B0-2BF097C79392}" sibTransId="{6176FA6C-4E86-4B43-B548-926BAAE89C8F}"/>
    <dgm:cxn modelId="{B5BD0C79-DA47-4DC7-B13A-25C241F052DB}" type="presParOf" srcId="{5A145DB3-CA7A-4EBB-8373-513D82879C5B}" destId="{410B8889-5B06-4F2F-88C1-1005E6BE54C2}" srcOrd="0" destOrd="0" presId="urn:microsoft.com/office/officeart/2018/5/layout/IconLeafLabelList"/>
    <dgm:cxn modelId="{6A5896CF-0858-4F10-B18C-FDC03B2EB37D}" type="presParOf" srcId="{410B8889-5B06-4F2F-88C1-1005E6BE54C2}" destId="{5B090FDD-5303-45FB-A188-9EF05A410625}" srcOrd="0" destOrd="0" presId="urn:microsoft.com/office/officeart/2018/5/layout/IconLeafLabelList"/>
    <dgm:cxn modelId="{C22F2CBF-2839-42B1-A944-61D0A7DEA385}" type="presParOf" srcId="{410B8889-5B06-4F2F-88C1-1005E6BE54C2}" destId="{8EB64B46-0B9D-4270-A537-FB5FCDBF06D1}" srcOrd="1" destOrd="0" presId="urn:microsoft.com/office/officeart/2018/5/layout/IconLeafLabelList"/>
    <dgm:cxn modelId="{00F1231F-8BD2-4450-9CE5-CD2211FCD14E}" type="presParOf" srcId="{410B8889-5B06-4F2F-88C1-1005E6BE54C2}" destId="{B1DB91B2-890E-43E7-BFD8-747CC47ACAAA}" srcOrd="2" destOrd="0" presId="urn:microsoft.com/office/officeart/2018/5/layout/IconLeafLabelList"/>
    <dgm:cxn modelId="{6E80528E-626C-4D41-B672-646B46D47523}" type="presParOf" srcId="{410B8889-5B06-4F2F-88C1-1005E6BE54C2}" destId="{50ACBE1F-C1D2-4DFC-B953-0C518418540E}" srcOrd="3" destOrd="0" presId="urn:microsoft.com/office/officeart/2018/5/layout/IconLeafLabelList"/>
    <dgm:cxn modelId="{7DF758D5-8486-4883-9B6B-2E71299BA04D}" type="presParOf" srcId="{5A145DB3-CA7A-4EBB-8373-513D82879C5B}" destId="{76A7523C-1D91-4292-B454-D0AB03969F96}" srcOrd="1" destOrd="0" presId="urn:microsoft.com/office/officeart/2018/5/layout/IconLeafLabelList"/>
    <dgm:cxn modelId="{E80F3C2C-E189-4793-92B6-D6A68ABC81DE}" type="presParOf" srcId="{5A145DB3-CA7A-4EBB-8373-513D82879C5B}" destId="{AD364C4B-D1FB-4BCF-A31E-0D5B40AC34BC}" srcOrd="2" destOrd="0" presId="urn:microsoft.com/office/officeart/2018/5/layout/IconLeafLabelList"/>
    <dgm:cxn modelId="{2BBAA93F-583E-4423-98A3-76F7ED8A9D3E}" type="presParOf" srcId="{AD364C4B-D1FB-4BCF-A31E-0D5B40AC34BC}" destId="{9E025DB1-30B3-4D1F-AE5B-53F1B36092BF}" srcOrd="0" destOrd="0" presId="urn:microsoft.com/office/officeart/2018/5/layout/IconLeafLabelList"/>
    <dgm:cxn modelId="{CAE6E97F-8E3E-47D6-A7A1-9FC1024101B6}" type="presParOf" srcId="{AD364C4B-D1FB-4BCF-A31E-0D5B40AC34BC}" destId="{ABD03060-77F2-445F-9454-3F84CF136610}" srcOrd="1" destOrd="0" presId="urn:microsoft.com/office/officeart/2018/5/layout/IconLeafLabelList"/>
    <dgm:cxn modelId="{1E21816E-B790-40BC-A83B-BD0F4EB831D4}" type="presParOf" srcId="{AD364C4B-D1FB-4BCF-A31E-0D5B40AC34BC}" destId="{EB7988B3-AACB-4FF8-9474-9E8E371BC334}" srcOrd="2" destOrd="0" presId="urn:microsoft.com/office/officeart/2018/5/layout/IconLeafLabelList"/>
    <dgm:cxn modelId="{730746DF-9E86-471A-8C52-5B17783DD203}" type="presParOf" srcId="{AD364C4B-D1FB-4BCF-A31E-0D5B40AC34BC}" destId="{3F55BE75-0A45-417B-BF59-4204DD773E63}" srcOrd="3" destOrd="0" presId="urn:microsoft.com/office/officeart/2018/5/layout/IconLeafLabelList"/>
    <dgm:cxn modelId="{86F8F688-0912-43E7-959E-BE495A6224E4}" type="presParOf" srcId="{5A145DB3-CA7A-4EBB-8373-513D82879C5B}" destId="{74CBD3E8-284D-480F-BB70-443B374C8896}" srcOrd="3" destOrd="0" presId="urn:microsoft.com/office/officeart/2018/5/layout/IconLeafLabelList"/>
    <dgm:cxn modelId="{DF711040-46D7-454E-8809-8FADE0E49DBB}" type="presParOf" srcId="{5A145DB3-CA7A-4EBB-8373-513D82879C5B}" destId="{21E9DF9F-25F0-470E-9C8A-D4229E14BE5D}" srcOrd="4" destOrd="0" presId="urn:microsoft.com/office/officeart/2018/5/layout/IconLeafLabelList"/>
    <dgm:cxn modelId="{46B1D926-F69A-4F9D-BBDB-62D171F9E61B}" type="presParOf" srcId="{21E9DF9F-25F0-470E-9C8A-D4229E14BE5D}" destId="{1D660E5C-58FF-41A9-9C0B-5A953F53C2BF}" srcOrd="0" destOrd="0" presId="urn:microsoft.com/office/officeart/2018/5/layout/IconLeafLabelList"/>
    <dgm:cxn modelId="{E0936710-1288-4A8B-9FCC-1022C1A28380}" type="presParOf" srcId="{21E9DF9F-25F0-470E-9C8A-D4229E14BE5D}" destId="{A256CEC1-EB10-4964-BD71-8E738E026655}" srcOrd="1" destOrd="0" presId="urn:microsoft.com/office/officeart/2018/5/layout/IconLeafLabelList"/>
    <dgm:cxn modelId="{B15774B8-A7FE-466E-82D7-E3C4BFCB1250}" type="presParOf" srcId="{21E9DF9F-25F0-470E-9C8A-D4229E14BE5D}" destId="{AAAE8DB8-BFBC-47B6-BF93-E8506130EFB5}" srcOrd="2" destOrd="0" presId="urn:microsoft.com/office/officeart/2018/5/layout/IconLeafLabelList"/>
    <dgm:cxn modelId="{D1C4BF96-9C76-4711-A31C-AFF02FA368A1}" type="presParOf" srcId="{21E9DF9F-25F0-470E-9C8A-D4229E14BE5D}" destId="{33F721AF-57D0-44EF-86AE-11B87ABBD1F1}" srcOrd="3" destOrd="0" presId="urn:microsoft.com/office/officeart/2018/5/layout/IconLeafLabelList"/>
    <dgm:cxn modelId="{629CF4D6-E546-497A-BCC1-6E4AB3EA4E1E}" type="presParOf" srcId="{5A145DB3-CA7A-4EBB-8373-513D82879C5B}" destId="{A1B4F2BF-C55A-4529-B7C6-8ACEA244BE9C}" srcOrd="5" destOrd="0" presId="urn:microsoft.com/office/officeart/2018/5/layout/IconLeafLabelList"/>
    <dgm:cxn modelId="{D2F72486-0459-4E4C-A363-3C15CFE74C1E}" type="presParOf" srcId="{5A145DB3-CA7A-4EBB-8373-513D82879C5B}" destId="{BE679F32-216C-4797-858E-742539C5200C}" srcOrd="6" destOrd="0" presId="urn:microsoft.com/office/officeart/2018/5/layout/IconLeafLabelList"/>
    <dgm:cxn modelId="{26B5BE51-E4D3-4B68-B6C5-EA67E80113B8}" type="presParOf" srcId="{BE679F32-216C-4797-858E-742539C5200C}" destId="{ED70EA54-90D6-4929-B7E8-8EE47E6ADBEE}" srcOrd="0" destOrd="0" presId="urn:microsoft.com/office/officeart/2018/5/layout/IconLeafLabelList"/>
    <dgm:cxn modelId="{503175C6-CB69-4DA5-9E26-25CE4F78C422}" type="presParOf" srcId="{BE679F32-216C-4797-858E-742539C5200C}" destId="{EAD58E11-34A7-4344-9C17-9EA90CA6BAE7}" srcOrd="1" destOrd="0" presId="urn:microsoft.com/office/officeart/2018/5/layout/IconLeafLabelList"/>
    <dgm:cxn modelId="{13AE0961-42A3-4F54-9827-31FBC585C93B}" type="presParOf" srcId="{BE679F32-216C-4797-858E-742539C5200C}" destId="{83B053DD-87A2-4607-84F6-61960EC6FA73}" srcOrd="2" destOrd="0" presId="urn:microsoft.com/office/officeart/2018/5/layout/IconLeafLabelList"/>
    <dgm:cxn modelId="{9A7235BD-97CD-476E-A621-C9E26C5C702E}" type="presParOf" srcId="{BE679F32-216C-4797-858E-742539C5200C}" destId="{B723FCC4-8C35-4532-A6A1-D2C2E7994FFE}" srcOrd="3" destOrd="0" presId="urn:microsoft.com/office/officeart/2018/5/layout/IconLeafLabelList"/>
    <dgm:cxn modelId="{F4F99BC5-C1CB-4E9F-91EA-ABB2D4B07211}" type="presParOf" srcId="{5A145DB3-CA7A-4EBB-8373-513D82879C5B}" destId="{E4991559-1221-4D07-BC5E-425254485AE4}" srcOrd="7" destOrd="0" presId="urn:microsoft.com/office/officeart/2018/5/layout/IconLeafLabelList"/>
    <dgm:cxn modelId="{E78EA668-0175-4B01-B88E-B427B5B60C94}" type="presParOf" srcId="{5A145DB3-CA7A-4EBB-8373-513D82879C5B}" destId="{7BF811E3-A134-435C-AAA6-2CFB10CB490E}" srcOrd="8" destOrd="0" presId="urn:microsoft.com/office/officeart/2018/5/layout/IconLeafLabelList"/>
    <dgm:cxn modelId="{7D674CF2-1BAB-4DB3-88DC-C58160C10508}" type="presParOf" srcId="{7BF811E3-A134-435C-AAA6-2CFB10CB490E}" destId="{A51A95B5-6EE2-4E66-A286-A8EBE4F513E3}" srcOrd="0" destOrd="0" presId="urn:microsoft.com/office/officeart/2018/5/layout/IconLeafLabelList"/>
    <dgm:cxn modelId="{3ADE3976-61C4-4440-B710-C8FF59405E8D}" type="presParOf" srcId="{7BF811E3-A134-435C-AAA6-2CFB10CB490E}" destId="{281BDC8E-8951-4A3A-B7F2-BC715CD27215}" srcOrd="1" destOrd="0" presId="urn:microsoft.com/office/officeart/2018/5/layout/IconLeafLabelList"/>
    <dgm:cxn modelId="{CDD0A710-1E92-4BE3-94E8-C293873E0CAD}" type="presParOf" srcId="{7BF811E3-A134-435C-AAA6-2CFB10CB490E}" destId="{BFB8BF3B-6B8D-4667-8C03-8FCBD22DE564}" srcOrd="2" destOrd="0" presId="urn:microsoft.com/office/officeart/2018/5/layout/IconLeafLabelList"/>
    <dgm:cxn modelId="{C7B61515-2B94-4074-BE3D-AD123CB4D420}" type="presParOf" srcId="{7BF811E3-A134-435C-AAA6-2CFB10CB490E}" destId="{1620C1BE-8F93-4431-9001-5D75063F3FC7}" srcOrd="3" destOrd="0" presId="urn:microsoft.com/office/officeart/2018/5/layout/IconLeafLabelList"/>
    <dgm:cxn modelId="{FD97B133-A912-4E64-966D-9AE3233C928E}" type="presParOf" srcId="{5A145DB3-CA7A-4EBB-8373-513D82879C5B}" destId="{A59F439C-0750-46B1-B0F4-A83306AF8390}" srcOrd="9" destOrd="0" presId="urn:microsoft.com/office/officeart/2018/5/layout/IconLeafLabelList"/>
    <dgm:cxn modelId="{F92F7691-29F8-41C8-BB94-9CC5A7098A54}" type="presParOf" srcId="{5A145DB3-CA7A-4EBB-8373-513D82879C5B}" destId="{0A713901-1C02-40D8-9839-08053A92574C}" srcOrd="10" destOrd="0" presId="urn:microsoft.com/office/officeart/2018/5/layout/IconLeafLabelList"/>
    <dgm:cxn modelId="{8428AF1D-E332-4E06-A03C-412D68FDF978}" type="presParOf" srcId="{0A713901-1C02-40D8-9839-08053A92574C}" destId="{03488FE4-E84F-40E7-A0B4-FC43EEAAD35E}" srcOrd="0" destOrd="0" presId="urn:microsoft.com/office/officeart/2018/5/layout/IconLeafLabelList"/>
    <dgm:cxn modelId="{14F34B04-33E3-4EED-99CD-807A4DEE5AC9}" type="presParOf" srcId="{0A713901-1C02-40D8-9839-08053A92574C}" destId="{E7554434-4CB3-43DB-A3C7-CC22B751FA63}" srcOrd="1" destOrd="0" presId="urn:microsoft.com/office/officeart/2018/5/layout/IconLeafLabelList"/>
    <dgm:cxn modelId="{7584CB6C-B908-44FE-8128-0C0B5A675268}" type="presParOf" srcId="{0A713901-1C02-40D8-9839-08053A92574C}" destId="{BCAE2DA3-24A7-46BF-A07F-23579F4D89D9}" srcOrd="2" destOrd="0" presId="urn:microsoft.com/office/officeart/2018/5/layout/IconLeafLabelList"/>
    <dgm:cxn modelId="{27FCD9B0-29C2-4D5B-BFF4-9324EA4D5B0B}" type="presParOf" srcId="{0A713901-1C02-40D8-9839-08053A92574C}" destId="{21EEF63F-32BF-4068-AE97-8603E419DB9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A3AA87F-C5C6-43CA-8434-0A21D1EB51C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8F6EDD5-FCB5-4990-AD56-83F90CF81F7A}">
      <dgm:prSet/>
      <dgm:spPr/>
      <dgm:t>
        <a:bodyPr/>
        <a:lstStyle/>
        <a:p>
          <a:r>
            <a:rPr lang="fr-FR"/>
            <a:t>Port obligatoire des </a:t>
          </a:r>
          <a:r>
            <a:rPr lang="fr-FR" b="1"/>
            <a:t>Équipements de Protection Individuelle (EPI)</a:t>
          </a:r>
          <a:r>
            <a:rPr lang="fr-FR"/>
            <a:t> :</a:t>
          </a:r>
          <a:endParaRPr lang="en-US"/>
        </a:p>
      </dgm:t>
    </dgm:pt>
    <dgm:pt modelId="{29C794AA-0467-4906-8AD2-2D31037336F6}" type="parTrans" cxnId="{FF1AD797-95B0-4984-9C47-3ED030E4A833}">
      <dgm:prSet/>
      <dgm:spPr/>
      <dgm:t>
        <a:bodyPr/>
        <a:lstStyle/>
        <a:p>
          <a:endParaRPr lang="en-US"/>
        </a:p>
      </dgm:t>
    </dgm:pt>
    <dgm:pt modelId="{BB392FC4-598D-4394-9E0B-78CAA540EA28}" type="sibTrans" cxnId="{FF1AD797-95B0-4984-9C47-3ED030E4A833}">
      <dgm:prSet/>
      <dgm:spPr/>
      <dgm:t>
        <a:bodyPr/>
        <a:lstStyle/>
        <a:p>
          <a:endParaRPr lang="en-US"/>
        </a:p>
      </dgm:t>
    </dgm:pt>
    <dgm:pt modelId="{4A328388-05BA-4EAA-B5B7-42F346D63B6D}">
      <dgm:prSet/>
      <dgm:spPr/>
      <dgm:t>
        <a:bodyPr/>
        <a:lstStyle/>
        <a:p>
          <a:r>
            <a:rPr lang="fr-FR"/>
            <a:t>Casque, gants isolants, lunettes, chaussures de sécurité, gilet haute visibilité.</a:t>
          </a:r>
          <a:endParaRPr lang="en-US"/>
        </a:p>
      </dgm:t>
    </dgm:pt>
    <dgm:pt modelId="{D203465E-63C7-49C5-9FC4-A1B4B118A935}" type="parTrans" cxnId="{494E06A3-C339-45F6-A9D1-34FBE78830D9}">
      <dgm:prSet/>
      <dgm:spPr/>
      <dgm:t>
        <a:bodyPr/>
        <a:lstStyle/>
        <a:p>
          <a:endParaRPr lang="en-US"/>
        </a:p>
      </dgm:t>
    </dgm:pt>
    <dgm:pt modelId="{9499BE8F-C33C-470A-9151-221B858EFFFC}" type="sibTrans" cxnId="{494E06A3-C339-45F6-A9D1-34FBE78830D9}">
      <dgm:prSet/>
      <dgm:spPr/>
      <dgm:t>
        <a:bodyPr/>
        <a:lstStyle/>
        <a:p>
          <a:endParaRPr lang="en-US"/>
        </a:p>
      </dgm:t>
    </dgm:pt>
    <dgm:pt modelId="{7C12B281-D88D-4AC5-A9E7-699F3B8D3E99}">
      <dgm:prSet/>
      <dgm:spPr/>
      <dgm:t>
        <a:bodyPr/>
        <a:lstStyle/>
        <a:p>
          <a:r>
            <a:rPr lang="fr-FR"/>
            <a:t>Mise en place de </a:t>
          </a:r>
          <a:r>
            <a:rPr lang="fr-FR" b="1"/>
            <a:t>signalisation temporaire</a:t>
          </a:r>
          <a:r>
            <a:rPr lang="fr-FR"/>
            <a:t> pour délimiter la zone de travail.</a:t>
          </a:r>
          <a:endParaRPr lang="en-US"/>
        </a:p>
      </dgm:t>
    </dgm:pt>
    <dgm:pt modelId="{B0285257-4B2E-4B8B-A167-F65ADD21EB62}" type="parTrans" cxnId="{520118DC-971D-496C-A640-7F541DEE05A2}">
      <dgm:prSet/>
      <dgm:spPr/>
      <dgm:t>
        <a:bodyPr/>
        <a:lstStyle/>
        <a:p>
          <a:endParaRPr lang="en-US"/>
        </a:p>
      </dgm:t>
    </dgm:pt>
    <dgm:pt modelId="{39D336EC-6FAF-4F26-9FB2-A1D8EDAA6FDB}" type="sibTrans" cxnId="{520118DC-971D-496C-A640-7F541DEE05A2}">
      <dgm:prSet/>
      <dgm:spPr/>
      <dgm:t>
        <a:bodyPr/>
        <a:lstStyle/>
        <a:p>
          <a:endParaRPr lang="en-US"/>
        </a:p>
      </dgm:t>
    </dgm:pt>
    <dgm:pt modelId="{0DBC3D82-AFAF-4663-A500-3DF86B0644AC}">
      <dgm:prSet/>
      <dgm:spPr/>
      <dgm:t>
        <a:bodyPr/>
        <a:lstStyle/>
        <a:p>
          <a:r>
            <a:rPr lang="fr-FR"/>
            <a:t>Vérification du matériel utilisé (détecteurs, plans, documents).</a:t>
          </a:r>
          <a:endParaRPr lang="en-US"/>
        </a:p>
      </dgm:t>
    </dgm:pt>
    <dgm:pt modelId="{B5C7AC3E-992E-4901-B354-33F3DE64467D}" type="parTrans" cxnId="{DEEB8FE4-A699-45F1-AA6E-E5A3220E5277}">
      <dgm:prSet/>
      <dgm:spPr/>
      <dgm:t>
        <a:bodyPr/>
        <a:lstStyle/>
        <a:p>
          <a:endParaRPr lang="en-US"/>
        </a:p>
      </dgm:t>
    </dgm:pt>
    <dgm:pt modelId="{41A17BE0-73ED-477C-8F44-94E30F1008ED}" type="sibTrans" cxnId="{DEEB8FE4-A699-45F1-AA6E-E5A3220E5277}">
      <dgm:prSet/>
      <dgm:spPr/>
      <dgm:t>
        <a:bodyPr/>
        <a:lstStyle/>
        <a:p>
          <a:endParaRPr lang="en-US"/>
        </a:p>
      </dgm:t>
    </dgm:pt>
    <dgm:pt modelId="{A9B1EFA3-8850-423A-B06E-C7FD00925E98}">
      <dgm:prSet/>
      <dgm:spPr/>
      <dgm:t>
        <a:bodyPr/>
        <a:lstStyle/>
        <a:p>
          <a:r>
            <a:rPr lang="fr-FR"/>
            <a:t>Suivi des </a:t>
          </a:r>
          <a:r>
            <a:rPr lang="fr-FR" b="1"/>
            <a:t>briefings sécurité quotidiens</a:t>
          </a:r>
          <a:r>
            <a:rPr lang="fr-FR"/>
            <a:t> avant prise de poste.</a:t>
          </a:r>
          <a:endParaRPr lang="en-US"/>
        </a:p>
      </dgm:t>
    </dgm:pt>
    <dgm:pt modelId="{1B6C3E2A-A48F-4ABF-A56B-74A9971B2264}" type="parTrans" cxnId="{343DB892-14F6-476C-9242-CCFF36B2CCDD}">
      <dgm:prSet/>
      <dgm:spPr/>
      <dgm:t>
        <a:bodyPr/>
        <a:lstStyle/>
        <a:p>
          <a:endParaRPr lang="en-US"/>
        </a:p>
      </dgm:t>
    </dgm:pt>
    <dgm:pt modelId="{8FF5DD1D-BEA8-49BF-8834-3B542B6AD262}" type="sibTrans" cxnId="{343DB892-14F6-476C-9242-CCFF36B2CCDD}">
      <dgm:prSet/>
      <dgm:spPr/>
      <dgm:t>
        <a:bodyPr/>
        <a:lstStyle/>
        <a:p>
          <a:endParaRPr lang="en-US"/>
        </a:p>
      </dgm:t>
    </dgm:pt>
    <dgm:pt modelId="{2C7106BB-6541-4338-AF09-838F0D4C4878}">
      <dgm:prSet/>
      <dgm:spPr/>
      <dgm:t>
        <a:bodyPr/>
        <a:lstStyle/>
        <a:p>
          <a:r>
            <a:rPr lang="fr-FR"/>
            <a:t>Application stricte des procédures en cas d’endommagement ou de suspicion de fuite.</a:t>
          </a:r>
          <a:endParaRPr lang="en-US"/>
        </a:p>
      </dgm:t>
    </dgm:pt>
    <dgm:pt modelId="{2E7443A8-F6C6-42EB-9DF5-631C3C8E8B7E}" type="parTrans" cxnId="{BC815573-6283-4811-941C-91F96E36FA96}">
      <dgm:prSet/>
      <dgm:spPr/>
      <dgm:t>
        <a:bodyPr/>
        <a:lstStyle/>
        <a:p>
          <a:endParaRPr lang="en-US"/>
        </a:p>
      </dgm:t>
    </dgm:pt>
    <dgm:pt modelId="{CE2E89AB-3210-4F04-8EEB-B6783D9E0B8B}" type="sibTrans" cxnId="{BC815573-6283-4811-941C-91F96E36FA96}">
      <dgm:prSet/>
      <dgm:spPr/>
      <dgm:t>
        <a:bodyPr/>
        <a:lstStyle/>
        <a:p>
          <a:endParaRPr lang="en-US"/>
        </a:p>
      </dgm:t>
    </dgm:pt>
    <dgm:pt modelId="{6B62ABCA-D2EE-4C69-8200-375F360262D3}" type="pres">
      <dgm:prSet presAssocID="{BA3AA87F-C5C6-43CA-8434-0A21D1EB51CC}" presName="linear" presStyleCnt="0">
        <dgm:presLayoutVars>
          <dgm:animLvl val="lvl"/>
          <dgm:resizeHandles val="exact"/>
        </dgm:presLayoutVars>
      </dgm:prSet>
      <dgm:spPr/>
    </dgm:pt>
    <dgm:pt modelId="{02EE2D26-17C8-48F2-8E39-FA4145CB60F7}" type="pres">
      <dgm:prSet presAssocID="{88F6EDD5-FCB5-4990-AD56-83F90CF81F7A}" presName="parentText" presStyleLbl="node1" presStyleIdx="0" presStyleCnt="5">
        <dgm:presLayoutVars>
          <dgm:chMax val="0"/>
          <dgm:bulletEnabled val="1"/>
        </dgm:presLayoutVars>
      </dgm:prSet>
      <dgm:spPr/>
    </dgm:pt>
    <dgm:pt modelId="{E9A725BD-ABB5-43BC-9DB2-9DE4021791DF}" type="pres">
      <dgm:prSet presAssocID="{88F6EDD5-FCB5-4990-AD56-83F90CF81F7A}" presName="childText" presStyleLbl="revTx" presStyleIdx="0" presStyleCnt="1">
        <dgm:presLayoutVars>
          <dgm:bulletEnabled val="1"/>
        </dgm:presLayoutVars>
      </dgm:prSet>
      <dgm:spPr/>
    </dgm:pt>
    <dgm:pt modelId="{36B61192-5E02-4476-9F2A-E59899C2CFDE}" type="pres">
      <dgm:prSet presAssocID="{7C12B281-D88D-4AC5-A9E7-699F3B8D3E99}" presName="parentText" presStyleLbl="node1" presStyleIdx="1" presStyleCnt="5">
        <dgm:presLayoutVars>
          <dgm:chMax val="0"/>
          <dgm:bulletEnabled val="1"/>
        </dgm:presLayoutVars>
      </dgm:prSet>
      <dgm:spPr/>
    </dgm:pt>
    <dgm:pt modelId="{80F5D670-035B-4CEA-A345-8C7E35828ED9}" type="pres">
      <dgm:prSet presAssocID="{39D336EC-6FAF-4F26-9FB2-A1D8EDAA6FDB}" presName="spacer" presStyleCnt="0"/>
      <dgm:spPr/>
    </dgm:pt>
    <dgm:pt modelId="{A53EF97E-B3F1-4D59-BC84-F5488870B647}" type="pres">
      <dgm:prSet presAssocID="{0DBC3D82-AFAF-4663-A500-3DF86B0644AC}" presName="parentText" presStyleLbl="node1" presStyleIdx="2" presStyleCnt="5">
        <dgm:presLayoutVars>
          <dgm:chMax val="0"/>
          <dgm:bulletEnabled val="1"/>
        </dgm:presLayoutVars>
      </dgm:prSet>
      <dgm:spPr/>
    </dgm:pt>
    <dgm:pt modelId="{F6349547-6D83-4459-AE3F-5D93B624E968}" type="pres">
      <dgm:prSet presAssocID="{41A17BE0-73ED-477C-8F44-94E30F1008ED}" presName="spacer" presStyleCnt="0"/>
      <dgm:spPr/>
    </dgm:pt>
    <dgm:pt modelId="{CC820C32-4CE6-434B-806C-7236972520ED}" type="pres">
      <dgm:prSet presAssocID="{A9B1EFA3-8850-423A-B06E-C7FD00925E98}" presName="parentText" presStyleLbl="node1" presStyleIdx="3" presStyleCnt="5">
        <dgm:presLayoutVars>
          <dgm:chMax val="0"/>
          <dgm:bulletEnabled val="1"/>
        </dgm:presLayoutVars>
      </dgm:prSet>
      <dgm:spPr/>
    </dgm:pt>
    <dgm:pt modelId="{2AA1A4FC-F78B-4805-9552-C88F18841AFC}" type="pres">
      <dgm:prSet presAssocID="{8FF5DD1D-BEA8-49BF-8834-3B542B6AD262}" presName="spacer" presStyleCnt="0"/>
      <dgm:spPr/>
    </dgm:pt>
    <dgm:pt modelId="{BEACFF62-5ED9-4B33-B1DF-1DB38EAEAC7D}" type="pres">
      <dgm:prSet presAssocID="{2C7106BB-6541-4338-AF09-838F0D4C4878}" presName="parentText" presStyleLbl="node1" presStyleIdx="4" presStyleCnt="5">
        <dgm:presLayoutVars>
          <dgm:chMax val="0"/>
          <dgm:bulletEnabled val="1"/>
        </dgm:presLayoutVars>
      </dgm:prSet>
      <dgm:spPr/>
    </dgm:pt>
  </dgm:ptLst>
  <dgm:cxnLst>
    <dgm:cxn modelId="{44B2BD06-05A6-4E26-A04C-8FBC183B332C}" type="presOf" srcId="{0DBC3D82-AFAF-4663-A500-3DF86B0644AC}" destId="{A53EF97E-B3F1-4D59-BC84-F5488870B647}" srcOrd="0" destOrd="0" presId="urn:microsoft.com/office/officeart/2005/8/layout/vList2"/>
    <dgm:cxn modelId="{717C4B13-423B-44E6-BF6D-7EB8AB7B4A3C}" type="presOf" srcId="{2C7106BB-6541-4338-AF09-838F0D4C4878}" destId="{BEACFF62-5ED9-4B33-B1DF-1DB38EAEAC7D}" srcOrd="0" destOrd="0" presId="urn:microsoft.com/office/officeart/2005/8/layout/vList2"/>
    <dgm:cxn modelId="{5325601E-B4D3-4704-A3F4-FE3B6E182505}" type="presOf" srcId="{BA3AA87F-C5C6-43CA-8434-0A21D1EB51CC}" destId="{6B62ABCA-D2EE-4C69-8200-375F360262D3}" srcOrd="0" destOrd="0" presId="urn:microsoft.com/office/officeart/2005/8/layout/vList2"/>
    <dgm:cxn modelId="{9FE90346-88F3-4C7B-B6DF-AE3D83F757FB}" type="presOf" srcId="{4A328388-05BA-4EAA-B5B7-42F346D63B6D}" destId="{E9A725BD-ABB5-43BC-9DB2-9DE4021791DF}" srcOrd="0" destOrd="0" presId="urn:microsoft.com/office/officeart/2005/8/layout/vList2"/>
    <dgm:cxn modelId="{BC815573-6283-4811-941C-91F96E36FA96}" srcId="{BA3AA87F-C5C6-43CA-8434-0A21D1EB51CC}" destId="{2C7106BB-6541-4338-AF09-838F0D4C4878}" srcOrd="4" destOrd="0" parTransId="{2E7443A8-F6C6-42EB-9DF5-631C3C8E8B7E}" sibTransId="{CE2E89AB-3210-4F04-8EEB-B6783D9E0B8B}"/>
    <dgm:cxn modelId="{343DB892-14F6-476C-9242-CCFF36B2CCDD}" srcId="{BA3AA87F-C5C6-43CA-8434-0A21D1EB51CC}" destId="{A9B1EFA3-8850-423A-B06E-C7FD00925E98}" srcOrd="3" destOrd="0" parTransId="{1B6C3E2A-A48F-4ABF-A56B-74A9971B2264}" sibTransId="{8FF5DD1D-BEA8-49BF-8834-3B542B6AD262}"/>
    <dgm:cxn modelId="{FF1AD797-95B0-4984-9C47-3ED030E4A833}" srcId="{BA3AA87F-C5C6-43CA-8434-0A21D1EB51CC}" destId="{88F6EDD5-FCB5-4990-AD56-83F90CF81F7A}" srcOrd="0" destOrd="0" parTransId="{29C794AA-0467-4906-8AD2-2D31037336F6}" sibTransId="{BB392FC4-598D-4394-9E0B-78CAA540EA28}"/>
    <dgm:cxn modelId="{2B67269F-5EE9-498D-A79D-E90800C9547F}" type="presOf" srcId="{A9B1EFA3-8850-423A-B06E-C7FD00925E98}" destId="{CC820C32-4CE6-434B-806C-7236972520ED}" srcOrd="0" destOrd="0" presId="urn:microsoft.com/office/officeart/2005/8/layout/vList2"/>
    <dgm:cxn modelId="{494E06A3-C339-45F6-A9D1-34FBE78830D9}" srcId="{88F6EDD5-FCB5-4990-AD56-83F90CF81F7A}" destId="{4A328388-05BA-4EAA-B5B7-42F346D63B6D}" srcOrd="0" destOrd="0" parTransId="{D203465E-63C7-49C5-9FC4-A1B4B118A935}" sibTransId="{9499BE8F-C33C-470A-9151-221B858EFFFC}"/>
    <dgm:cxn modelId="{B3BB2FAF-62A5-4ACE-B4FC-A3D99661C71A}" type="presOf" srcId="{7C12B281-D88D-4AC5-A9E7-699F3B8D3E99}" destId="{36B61192-5E02-4476-9F2A-E59899C2CFDE}" srcOrd="0" destOrd="0" presId="urn:microsoft.com/office/officeart/2005/8/layout/vList2"/>
    <dgm:cxn modelId="{7D04CBBE-DD13-4E5B-B7FB-CD44167D9B09}" type="presOf" srcId="{88F6EDD5-FCB5-4990-AD56-83F90CF81F7A}" destId="{02EE2D26-17C8-48F2-8E39-FA4145CB60F7}" srcOrd="0" destOrd="0" presId="urn:microsoft.com/office/officeart/2005/8/layout/vList2"/>
    <dgm:cxn modelId="{520118DC-971D-496C-A640-7F541DEE05A2}" srcId="{BA3AA87F-C5C6-43CA-8434-0A21D1EB51CC}" destId="{7C12B281-D88D-4AC5-A9E7-699F3B8D3E99}" srcOrd="1" destOrd="0" parTransId="{B0285257-4B2E-4B8B-A167-F65ADD21EB62}" sibTransId="{39D336EC-6FAF-4F26-9FB2-A1D8EDAA6FDB}"/>
    <dgm:cxn modelId="{DEEB8FE4-A699-45F1-AA6E-E5A3220E5277}" srcId="{BA3AA87F-C5C6-43CA-8434-0A21D1EB51CC}" destId="{0DBC3D82-AFAF-4663-A500-3DF86B0644AC}" srcOrd="2" destOrd="0" parTransId="{B5C7AC3E-992E-4901-B354-33F3DE64467D}" sibTransId="{41A17BE0-73ED-477C-8F44-94E30F1008ED}"/>
    <dgm:cxn modelId="{6FF8B5DA-108A-4467-B0B1-2178399E2E3D}" type="presParOf" srcId="{6B62ABCA-D2EE-4C69-8200-375F360262D3}" destId="{02EE2D26-17C8-48F2-8E39-FA4145CB60F7}" srcOrd="0" destOrd="0" presId="urn:microsoft.com/office/officeart/2005/8/layout/vList2"/>
    <dgm:cxn modelId="{D8DAC541-8C76-44BE-BD5A-5973FC7B5C8D}" type="presParOf" srcId="{6B62ABCA-D2EE-4C69-8200-375F360262D3}" destId="{E9A725BD-ABB5-43BC-9DB2-9DE4021791DF}" srcOrd="1" destOrd="0" presId="urn:microsoft.com/office/officeart/2005/8/layout/vList2"/>
    <dgm:cxn modelId="{11CA3BD2-BDD3-4CE5-B79E-499E72895C4A}" type="presParOf" srcId="{6B62ABCA-D2EE-4C69-8200-375F360262D3}" destId="{36B61192-5E02-4476-9F2A-E59899C2CFDE}" srcOrd="2" destOrd="0" presId="urn:microsoft.com/office/officeart/2005/8/layout/vList2"/>
    <dgm:cxn modelId="{33BDA19C-921C-447F-A0FD-BAA1AF6106D0}" type="presParOf" srcId="{6B62ABCA-D2EE-4C69-8200-375F360262D3}" destId="{80F5D670-035B-4CEA-A345-8C7E35828ED9}" srcOrd="3" destOrd="0" presId="urn:microsoft.com/office/officeart/2005/8/layout/vList2"/>
    <dgm:cxn modelId="{7A037BE2-22A1-4D39-BC21-766F79C4763F}" type="presParOf" srcId="{6B62ABCA-D2EE-4C69-8200-375F360262D3}" destId="{A53EF97E-B3F1-4D59-BC84-F5488870B647}" srcOrd="4" destOrd="0" presId="urn:microsoft.com/office/officeart/2005/8/layout/vList2"/>
    <dgm:cxn modelId="{ACDEC8C3-F5D8-4F0C-8D93-DE6815D489CF}" type="presParOf" srcId="{6B62ABCA-D2EE-4C69-8200-375F360262D3}" destId="{F6349547-6D83-4459-AE3F-5D93B624E968}" srcOrd="5" destOrd="0" presId="urn:microsoft.com/office/officeart/2005/8/layout/vList2"/>
    <dgm:cxn modelId="{59BEC344-807F-4FF3-A737-1268D18C35A5}" type="presParOf" srcId="{6B62ABCA-D2EE-4C69-8200-375F360262D3}" destId="{CC820C32-4CE6-434B-806C-7236972520ED}" srcOrd="6" destOrd="0" presId="urn:microsoft.com/office/officeart/2005/8/layout/vList2"/>
    <dgm:cxn modelId="{237A46D7-A526-4EFC-BA65-D19BF9B6D3BC}" type="presParOf" srcId="{6B62ABCA-D2EE-4C69-8200-375F360262D3}" destId="{2AA1A4FC-F78B-4805-9552-C88F18841AFC}" srcOrd="7" destOrd="0" presId="urn:microsoft.com/office/officeart/2005/8/layout/vList2"/>
    <dgm:cxn modelId="{DDC6D099-BFCD-428A-BF20-C57C4300FC4D}" type="presParOf" srcId="{6B62ABCA-D2EE-4C69-8200-375F360262D3}" destId="{BEACFF62-5ED9-4B33-B1DF-1DB38EAEAC7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29ECFE0-F7BB-4F20-BEDE-9EED5C925BD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C3C7C6E-8DFD-4D92-85A3-1AD7DDDCC370}">
      <dgm:prSet/>
      <dgm:spPr/>
      <dgm:t>
        <a:bodyPr/>
        <a:lstStyle/>
        <a:p>
          <a:r>
            <a:rPr lang="fr-FR" b="1"/>
            <a:t>Objectifs pédagogiques :</a:t>
          </a:r>
          <a:endParaRPr lang="en-US"/>
        </a:p>
      </dgm:t>
    </dgm:pt>
    <dgm:pt modelId="{08711952-EF35-404F-B7FE-8E1D91F70E1E}" type="parTrans" cxnId="{EFBFDF05-D29D-41B4-8E73-AF90A3F3FF0E}">
      <dgm:prSet/>
      <dgm:spPr/>
      <dgm:t>
        <a:bodyPr/>
        <a:lstStyle/>
        <a:p>
          <a:endParaRPr lang="en-US"/>
        </a:p>
      </dgm:t>
    </dgm:pt>
    <dgm:pt modelId="{E6D5C6D0-BAE4-4CFE-B2A4-52BED3FE4AA5}" type="sibTrans" cxnId="{EFBFDF05-D29D-41B4-8E73-AF90A3F3FF0E}">
      <dgm:prSet/>
      <dgm:spPr/>
      <dgm:t>
        <a:bodyPr/>
        <a:lstStyle/>
        <a:p>
          <a:endParaRPr lang="en-US"/>
        </a:p>
      </dgm:t>
    </dgm:pt>
    <dgm:pt modelId="{8B1BE21D-BC6E-4C83-A642-1DA550D4DC0B}">
      <dgm:prSet/>
      <dgm:spPr/>
      <dgm:t>
        <a:bodyPr/>
        <a:lstStyle/>
        <a:p>
          <a:r>
            <a:rPr lang="fr-FR"/>
            <a:t>Savoir réagir de manière appropriée en cas d’endommagement de réseau.</a:t>
          </a:r>
          <a:endParaRPr lang="en-US"/>
        </a:p>
      </dgm:t>
    </dgm:pt>
    <dgm:pt modelId="{30254326-FA7D-4E20-8498-ED87AB50DCC4}" type="parTrans" cxnId="{4302C771-1D03-417E-A3FE-8F283E7E851E}">
      <dgm:prSet/>
      <dgm:spPr/>
      <dgm:t>
        <a:bodyPr/>
        <a:lstStyle/>
        <a:p>
          <a:endParaRPr lang="en-US"/>
        </a:p>
      </dgm:t>
    </dgm:pt>
    <dgm:pt modelId="{AAB680A4-F28E-4B33-B0E2-E18A6B40060D}" type="sibTrans" cxnId="{4302C771-1D03-417E-A3FE-8F283E7E851E}">
      <dgm:prSet/>
      <dgm:spPr/>
      <dgm:t>
        <a:bodyPr/>
        <a:lstStyle/>
        <a:p>
          <a:endParaRPr lang="en-US"/>
        </a:p>
      </dgm:t>
    </dgm:pt>
    <dgm:pt modelId="{76662032-3B2E-4787-B85C-577E1939E553}">
      <dgm:prSet/>
      <dgm:spPr/>
      <dgm:t>
        <a:bodyPr/>
        <a:lstStyle/>
        <a:p>
          <a:r>
            <a:rPr lang="fr-FR"/>
            <a:t>Mettre en œuvre les procédures d’urgence pour limiter les conséquences humaines, matérielles et environnementales.</a:t>
          </a:r>
          <a:endParaRPr lang="en-US"/>
        </a:p>
      </dgm:t>
    </dgm:pt>
    <dgm:pt modelId="{CC8CF284-77F6-4C68-8DAF-A5DA8286450D}" type="parTrans" cxnId="{4EA3FE61-7C8B-40A0-88E8-4415628FA569}">
      <dgm:prSet/>
      <dgm:spPr/>
      <dgm:t>
        <a:bodyPr/>
        <a:lstStyle/>
        <a:p>
          <a:endParaRPr lang="en-US"/>
        </a:p>
      </dgm:t>
    </dgm:pt>
    <dgm:pt modelId="{670899AE-9DA2-4E21-8A62-F06CD378B634}" type="sibTrans" cxnId="{4EA3FE61-7C8B-40A0-88E8-4415628FA569}">
      <dgm:prSet/>
      <dgm:spPr/>
      <dgm:t>
        <a:bodyPr/>
        <a:lstStyle/>
        <a:p>
          <a:endParaRPr lang="en-US"/>
        </a:p>
      </dgm:t>
    </dgm:pt>
    <dgm:pt modelId="{02652F63-FB8B-40AB-A3D7-5FE66987C856}">
      <dgm:prSet/>
      <dgm:spPr/>
      <dgm:t>
        <a:bodyPr/>
        <a:lstStyle/>
        <a:p>
          <a:r>
            <a:rPr lang="fr-FR"/>
            <a:t>Alerter rapidement les personnes et services compétents.</a:t>
          </a:r>
          <a:endParaRPr lang="en-US"/>
        </a:p>
      </dgm:t>
    </dgm:pt>
    <dgm:pt modelId="{FE3EF423-CBEC-47D0-B398-C284D208FC88}" type="parTrans" cxnId="{454032F0-8B1D-41E9-891E-A2102F26E10D}">
      <dgm:prSet/>
      <dgm:spPr/>
      <dgm:t>
        <a:bodyPr/>
        <a:lstStyle/>
        <a:p>
          <a:endParaRPr lang="en-US"/>
        </a:p>
      </dgm:t>
    </dgm:pt>
    <dgm:pt modelId="{38296BF2-7526-46C1-A726-480D41210885}" type="sibTrans" cxnId="{454032F0-8B1D-41E9-891E-A2102F26E10D}">
      <dgm:prSet/>
      <dgm:spPr/>
      <dgm:t>
        <a:bodyPr/>
        <a:lstStyle/>
        <a:p>
          <a:endParaRPr lang="en-US"/>
        </a:p>
      </dgm:t>
    </dgm:pt>
    <dgm:pt modelId="{3E139D80-7C2F-4C32-8300-4A77EF31BA74}" type="pres">
      <dgm:prSet presAssocID="{B29ECFE0-F7BB-4F20-BEDE-9EED5C925BD6}" presName="linear" presStyleCnt="0">
        <dgm:presLayoutVars>
          <dgm:animLvl val="lvl"/>
          <dgm:resizeHandles val="exact"/>
        </dgm:presLayoutVars>
      </dgm:prSet>
      <dgm:spPr/>
    </dgm:pt>
    <dgm:pt modelId="{5E8690B1-F9F9-4D43-B711-FC91391653A0}" type="pres">
      <dgm:prSet presAssocID="{AC3C7C6E-8DFD-4D92-85A3-1AD7DDDCC370}" presName="parentText" presStyleLbl="node1" presStyleIdx="0" presStyleCnt="4">
        <dgm:presLayoutVars>
          <dgm:chMax val="0"/>
          <dgm:bulletEnabled val="1"/>
        </dgm:presLayoutVars>
      </dgm:prSet>
      <dgm:spPr/>
    </dgm:pt>
    <dgm:pt modelId="{065F731A-3BCB-450B-B071-E2913D2ED365}" type="pres">
      <dgm:prSet presAssocID="{E6D5C6D0-BAE4-4CFE-B2A4-52BED3FE4AA5}" presName="spacer" presStyleCnt="0"/>
      <dgm:spPr/>
    </dgm:pt>
    <dgm:pt modelId="{C0E93285-6426-4924-BD44-11C18DA7B75D}" type="pres">
      <dgm:prSet presAssocID="{8B1BE21D-BC6E-4C83-A642-1DA550D4DC0B}" presName="parentText" presStyleLbl="node1" presStyleIdx="1" presStyleCnt="4">
        <dgm:presLayoutVars>
          <dgm:chMax val="0"/>
          <dgm:bulletEnabled val="1"/>
        </dgm:presLayoutVars>
      </dgm:prSet>
      <dgm:spPr/>
    </dgm:pt>
    <dgm:pt modelId="{530333F3-3D98-4D75-B22F-B66AC7B5E26F}" type="pres">
      <dgm:prSet presAssocID="{AAB680A4-F28E-4B33-B0E2-E18A6B40060D}" presName="spacer" presStyleCnt="0"/>
      <dgm:spPr/>
    </dgm:pt>
    <dgm:pt modelId="{F945EE29-B51F-4D34-8143-2D54D2EE9CD7}" type="pres">
      <dgm:prSet presAssocID="{76662032-3B2E-4787-B85C-577E1939E553}" presName="parentText" presStyleLbl="node1" presStyleIdx="2" presStyleCnt="4">
        <dgm:presLayoutVars>
          <dgm:chMax val="0"/>
          <dgm:bulletEnabled val="1"/>
        </dgm:presLayoutVars>
      </dgm:prSet>
      <dgm:spPr/>
    </dgm:pt>
    <dgm:pt modelId="{0E8E5C8B-D92F-4972-8474-9230C1A40554}" type="pres">
      <dgm:prSet presAssocID="{670899AE-9DA2-4E21-8A62-F06CD378B634}" presName="spacer" presStyleCnt="0"/>
      <dgm:spPr/>
    </dgm:pt>
    <dgm:pt modelId="{FC7C2715-4380-4BD0-A5C6-93455613F38B}" type="pres">
      <dgm:prSet presAssocID="{02652F63-FB8B-40AB-A3D7-5FE66987C856}" presName="parentText" presStyleLbl="node1" presStyleIdx="3" presStyleCnt="4">
        <dgm:presLayoutVars>
          <dgm:chMax val="0"/>
          <dgm:bulletEnabled val="1"/>
        </dgm:presLayoutVars>
      </dgm:prSet>
      <dgm:spPr/>
    </dgm:pt>
  </dgm:ptLst>
  <dgm:cxnLst>
    <dgm:cxn modelId="{EFBFDF05-D29D-41B4-8E73-AF90A3F3FF0E}" srcId="{B29ECFE0-F7BB-4F20-BEDE-9EED5C925BD6}" destId="{AC3C7C6E-8DFD-4D92-85A3-1AD7DDDCC370}" srcOrd="0" destOrd="0" parTransId="{08711952-EF35-404F-B7FE-8E1D91F70E1E}" sibTransId="{E6D5C6D0-BAE4-4CFE-B2A4-52BED3FE4AA5}"/>
    <dgm:cxn modelId="{B255D82B-CE01-420B-B277-2DCE8EA69D9E}" type="presOf" srcId="{76662032-3B2E-4787-B85C-577E1939E553}" destId="{F945EE29-B51F-4D34-8143-2D54D2EE9CD7}" srcOrd="0" destOrd="0" presId="urn:microsoft.com/office/officeart/2005/8/layout/vList2"/>
    <dgm:cxn modelId="{4EA3FE61-7C8B-40A0-88E8-4415628FA569}" srcId="{B29ECFE0-F7BB-4F20-BEDE-9EED5C925BD6}" destId="{76662032-3B2E-4787-B85C-577E1939E553}" srcOrd="2" destOrd="0" parTransId="{CC8CF284-77F6-4C68-8DAF-A5DA8286450D}" sibTransId="{670899AE-9DA2-4E21-8A62-F06CD378B634}"/>
    <dgm:cxn modelId="{AC2CEA4B-868E-4DFB-99EF-1A8ED0FCFFB1}" type="presOf" srcId="{02652F63-FB8B-40AB-A3D7-5FE66987C856}" destId="{FC7C2715-4380-4BD0-A5C6-93455613F38B}" srcOrd="0" destOrd="0" presId="urn:microsoft.com/office/officeart/2005/8/layout/vList2"/>
    <dgm:cxn modelId="{8B17654F-53E4-4DC2-870E-B5B9C4754B2C}" type="presOf" srcId="{AC3C7C6E-8DFD-4D92-85A3-1AD7DDDCC370}" destId="{5E8690B1-F9F9-4D43-B711-FC91391653A0}" srcOrd="0" destOrd="0" presId="urn:microsoft.com/office/officeart/2005/8/layout/vList2"/>
    <dgm:cxn modelId="{4302C771-1D03-417E-A3FE-8F283E7E851E}" srcId="{B29ECFE0-F7BB-4F20-BEDE-9EED5C925BD6}" destId="{8B1BE21D-BC6E-4C83-A642-1DA550D4DC0B}" srcOrd="1" destOrd="0" parTransId="{30254326-FA7D-4E20-8498-ED87AB50DCC4}" sibTransId="{AAB680A4-F28E-4B33-B0E2-E18A6B40060D}"/>
    <dgm:cxn modelId="{29E36195-CD24-4619-9576-9D7A4A0B6C63}" type="presOf" srcId="{8B1BE21D-BC6E-4C83-A642-1DA550D4DC0B}" destId="{C0E93285-6426-4924-BD44-11C18DA7B75D}" srcOrd="0" destOrd="0" presId="urn:microsoft.com/office/officeart/2005/8/layout/vList2"/>
    <dgm:cxn modelId="{4572EFDB-2067-467E-AEFD-DDA32FB80305}" type="presOf" srcId="{B29ECFE0-F7BB-4F20-BEDE-9EED5C925BD6}" destId="{3E139D80-7C2F-4C32-8300-4A77EF31BA74}" srcOrd="0" destOrd="0" presId="urn:microsoft.com/office/officeart/2005/8/layout/vList2"/>
    <dgm:cxn modelId="{454032F0-8B1D-41E9-891E-A2102F26E10D}" srcId="{B29ECFE0-F7BB-4F20-BEDE-9EED5C925BD6}" destId="{02652F63-FB8B-40AB-A3D7-5FE66987C856}" srcOrd="3" destOrd="0" parTransId="{FE3EF423-CBEC-47D0-B398-C284D208FC88}" sibTransId="{38296BF2-7526-46C1-A726-480D41210885}"/>
    <dgm:cxn modelId="{06A492D8-EB32-4DEE-976C-14FAB29E01F8}" type="presParOf" srcId="{3E139D80-7C2F-4C32-8300-4A77EF31BA74}" destId="{5E8690B1-F9F9-4D43-B711-FC91391653A0}" srcOrd="0" destOrd="0" presId="urn:microsoft.com/office/officeart/2005/8/layout/vList2"/>
    <dgm:cxn modelId="{34897F2A-DC95-4074-8AF4-922CD280AF71}" type="presParOf" srcId="{3E139D80-7C2F-4C32-8300-4A77EF31BA74}" destId="{065F731A-3BCB-450B-B071-E2913D2ED365}" srcOrd="1" destOrd="0" presId="urn:microsoft.com/office/officeart/2005/8/layout/vList2"/>
    <dgm:cxn modelId="{8BC00B89-AEC8-4DEB-A72E-3EFF25E84ADB}" type="presParOf" srcId="{3E139D80-7C2F-4C32-8300-4A77EF31BA74}" destId="{C0E93285-6426-4924-BD44-11C18DA7B75D}" srcOrd="2" destOrd="0" presId="urn:microsoft.com/office/officeart/2005/8/layout/vList2"/>
    <dgm:cxn modelId="{291A2BEA-A5BC-4CB9-ABFB-C14BE4E594BD}" type="presParOf" srcId="{3E139D80-7C2F-4C32-8300-4A77EF31BA74}" destId="{530333F3-3D98-4D75-B22F-B66AC7B5E26F}" srcOrd="3" destOrd="0" presId="urn:microsoft.com/office/officeart/2005/8/layout/vList2"/>
    <dgm:cxn modelId="{7EAA62D0-1771-48F9-8CB9-E1868B05038E}" type="presParOf" srcId="{3E139D80-7C2F-4C32-8300-4A77EF31BA74}" destId="{F945EE29-B51F-4D34-8143-2D54D2EE9CD7}" srcOrd="4" destOrd="0" presId="urn:microsoft.com/office/officeart/2005/8/layout/vList2"/>
    <dgm:cxn modelId="{3CBF7247-B58E-463F-9780-456DEEB82116}" type="presParOf" srcId="{3E139D80-7C2F-4C32-8300-4A77EF31BA74}" destId="{0E8E5C8B-D92F-4972-8474-9230C1A40554}" srcOrd="5" destOrd="0" presId="urn:microsoft.com/office/officeart/2005/8/layout/vList2"/>
    <dgm:cxn modelId="{92A330AC-88E4-4533-8988-37F7B2C45B76}" type="presParOf" srcId="{3E139D80-7C2F-4C32-8300-4A77EF31BA74}" destId="{FC7C2715-4380-4BD0-A5C6-93455613F38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515DAD5-F21C-4D05-9A90-0C9353A7D527}"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F99A3DE-BE31-45BE-AE8D-FDBABDAA7D0A}">
      <dgm:prSet/>
      <dgm:spPr/>
      <dgm:t>
        <a:bodyPr/>
        <a:lstStyle/>
        <a:p>
          <a:pPr>
            <a:defRPr cap="all"/>
          </a:pPr>
          <a:r>
            <a:rPr lang="fr-FR" b="0" i="0" baseline="0"/>
            <a:t>Dangers électriques (en particulier haute tension) : contact direct, arcs électriques, dangers du courant de terre.</a:t>
          </a:r>
          <a:endParaRPr lang="en-US"/>
        </a:p>
      </dgm:t>
    </dgm:pt>
    <dgm:pt modelId="{68262967-B2A7-4ABD-BE24-F30269DA7670}" type="parTrans" cxnId="{FBFF87AE-B744-45DB-ADD9-C177E06BA3B6}">
      <dgm:prSet/>
      <dgm:spPr/>
      <dgm:t>
        <a:bodyPr/>
        <a:lstStyle/>
        <a:p>
          <a:endParaRPr lang="en-US"/>
        </a:p>
      </dgm:t>
    </dgm:pt>
    <dgm:pt modelId="{5E9DFA54-EE40-4FC5-8D19-D929E604F77A}" type="sibTrans" cxnId="{FBFF87AE-B744-45DB-ADD9-C177E06BA3B6}">
      <dgm:prSet/>
      <dgm:spPr/>
      <dgm:t>
        <a:bodyPr/>
        <a:lstStyle/>
        <a:p>
          <a:endParaRPr lang="en-US"/>
        </a:p>
      </dgm:t>
    </dgm:pt>
    <dgm:pt modelId="{49C0B23C-7357-4554-AF78-FB4D5BA6C10F}">
      <dgm:prSet/>
      <dgm:spPr/>
      <dgm:t>
        <a:bodyPr/>
        <a:lstStyle/>
        <a:p>
          <a:pPr>
            <a:defRPr cap="all"/>
          </a:pPr>
          <a:r>
            <a:rPr lang="fr-FR" b="0" i="0" baseline="0"/>
            <a:t>Dangers liés au gaz : fuite, explosion, toxicité.</a:t>
          </a:r>
          <a:endParaRPr lang="en-US"/>
        </a:p>
      </dgm:t>
    </dgm:pt>
    <dgm:pt modelId="{EB5349FA-72D9-469F-A2E1-D7E1256238F0}" type="parTrans" cxnId="{B476DC44-89BE-4FBD-B520-07B4B127696F}">
      <dgm:prSet/>
      <dgm:spPr/>
      <dgm:t>
        <a:bodyPr/>
        <a:lstStyle/>
        <a:p>
          <a:endParaRPr lang="en-US"/>
        </a:p>
      </dgm:t>
    </dgm:pt>
    <dgm:pt modelId="{86AA0CAE-8DC2-4964-8F45-60C1E859D517}" type="sibTrans" cxnId="{B476DC44-89BE-4FBD-B520-07B4B127696F}">
      <dgm:prSet/>
      <dgm:spPr/>
      <dgm:t>
        <a:bodyPr/>
        <a:lstStyle/>
        <a:p>
          <a:endParaRPr lang="en-US"/>
        </a:p>
      </dgm:t>
    </dgm:pt>
    <dgm:pt modelId="{525706F2-9EDD-43E3-9DFD-E1592A20DFDB}">
      <dgm:prSet/>
      <dgm:spPr/>
      <dgm:t>
        <a:bodyPr/>
        <a:lstStyle/>
        <a:p>
          <a:pPr>
            <a:defRPr cap="all"/>
          </a:pPr>
          <a:r>
            <a:rPr lang="fr-FR" b="0" i="0" baseline="0"/>
            <a:t>Risques liés aux eaux usées ou produits chimiques.</a:t>
          </a:r>
          <a:endParaRPr lang="en-US"/>
        </a:p>
      </dgm:t>
    </dgm:pt>
    <dgm:pt modelId="{E2B27A45-CCE5-42CA-8D42-11FCA045AA37}" type="parTrans" cxnId="{CF6F4831-6000-4166-8200-4B469E920CD7}">
      <dgm:prSet/>
      <dgm:spPr/>
      <dgm:t>
        <a:bodyPr/>
        <a:lstStyle/>
        <a:p>
          <a:endParaRPr lang="en-US"/>
        </a:p>
      </dgm:t>
    </dgm:pt>
    <dgm:pt modelId="{19C4E8CA-6823-498F-BD3A-93EFCAE58F41}" type="sibTrans" cxnId="{CF6F4831-6000-4166-8200-4B469E920CD7}">
      <dgm:prSet/>
      <dgm:spPr/>
      <dgm:t>
        <a:bodyPr/>
        <a:lstStyle/>
        <a:p>
          <a:endParaRPr lang="en-US"/>
        </a:p>
      </dgm:t>
    </dgm:pt>
    <dgm:pt modelId="{F90F85B9-4621-48F2-8D57-A0DB90D64872}">
      <dgm:prSet/>
      <dgm:spPr/>
      <dgm:t>
        <a:bodyPr/>
        <a:lstStyle/>
        <a:p>
          <a:pPr>
            <a:defRPr cap="all"/>
          </a:pPr>
          <a:r>
            <a:rPr lang="fr-FR" b="0" i="0" baseline="0"/>
            <a:t>Risques physiques : effondrement, chutes, coupures, etc.</a:t>
          </a:r>
          <a:endParaRPr lang="en-US"/>
        </a:p>
      </dgm:t>
    </dgm:pt>
    <dgm:pt modelId="{D8F55B68-A1DF-47B3-9609-1F349E82DAFD}" type="parTrans" cxnId="{8531E9AE-9962-40EF-8CF5-C31C0D2F535D}">
      <dgm:prSet/>
      <dgm:spPr/>
      <dgm:t>
        <a:bodyPr/>
        <a:lstStyle/>
        <a:p>
          <a:endParaRPr lang="en-US"/>
        </a:p>
      </dgm:t>
    </dgm:pt>
    <dgm:pt modelId="{A0963BF0-F3D7-42CB-BB56-A4C40BBE2ED5}" type="sibTrans" cxnId="{8531E9AE-9962-40EF-8CF5-C31C0D2F535D}">
      <dgm:prSet/>
      <dgm:spPr/>
      <dgm:t>
        <a:bodyPr/>
        <a:lstStyle/>
        <a:p>
          <a:endParaRPr lang="en-US"/>
        </a:p>
      </dgm:t>
    </dgm:pt>
    <dgm:pt modelId="{597D0619-5251-4827-87E6-5850EA4B0DB7}" type="pres">
      <dgm:prSet presAssocID="{E515DAD5-F21C-4D05-9A90-0C9353A7D527}" presName="root" presStyleCnt="0">
        <dgm:presLayoutVars>
          <dgm:dir/>
          <dgm:resizeHandles val="exact"/>
        </dgm:presLayoutVars>
      </dgm:prSet>
      <dgm:spPr/>
    </dgm:pt>
    <dgm:pt modelId="{FE08A240-05E0-4299-ADC2-E2826DE7BB29}" type="pres">
      <dgm:prSet presAssocID="{0F99A3DE-BE31-45BE-AE8D-FDBABDAA7D0A}" presName="compNode" presStyleCnt="0"/>
      <dgm:spPr/>
    </dgm:pt>
    <dgm:pt modelId="{6E544439-D54B-4015-8903-3E410BF2946D}" type="pres">
      <dgm:prSet presAssocID="{0F99A3DE-BE31-45BE-AE8D-FDBABDAA7D0A}" presName="iconBgRect" presStyleLbl="bgShp" presStyleIdx="0" presStyleCnt="4"/>
      <dgm:spPr/>
    </dgm:pt>
    <dgm:pt modelId="{CF087110-24DA-4C59-ADC2-2B5638988C9E}" type="pres">
      <dgm:prSet presAssocID="{0F99A3DE-BE31-45BE-AE8D-FDBABDAA7D0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1FA36DE5-A571-4099-8B38-B2F81AEB1D1C}" type="pres">
      <dgm:prSet presAssocID="{0F99A3DE-BE31-45BE-AE8D-FDBABDAA7D0A}" presName="spaceRect" presStyleCnt="0"/>
      <dgm:spPr/>
    </dgm:pt>
    <dgm:pt modelId="{24C26AC1-DE37-4D8A-8DE8-7A7F79BD3FB5}" type="pres">
      <dgm:prSet presAssocID="{0F99A3DE-BE31-45BE-AE8D-FDBABDAA7D0A}" presName="textRect" presStyleLbl="revTx" presStyleIdx="0" presStyleCnt="4">
        <dgm:presLayoutVars>
          <dgm:chMax val="1"/>
          <dgm:chPref val="1"/>
        </dgm:presLayoutVars>
      </dgm:prSet>
      <dgm:spPr/>
    </dgm:pt>
    <dgm:pt modelId="{04DB499F-E9EB-4C70-83B9-4BEE27390F2E}" type="pres">
      <dgm:prSet presAssocID="{5E9DFA54-EE40-4FC5-8D19-D929E604F77A}" presName="sibTrans" presStyleCnt="0"/>
      <dgm:spPr/>
    </dgm:pt>
    <dgm:pt modelId="{46013D02-659D-40D7-80FE-38F571501302}" type="pres">
      <dgm:prSet presAssocID="{49C0B23C-7357-4554-AF78-FB4D5BA6C10F}" presName="compNode" presStyleCnt="0"/>
      <dgm:spPr/>
    </dgm:pt>
    <dgm:pt modelId="{97C58934-7C1C-4470-B0DC-9BF6589F90A9}" type="pres">
      <dgm:prSet presAssocID="{49C0B23C-7357-4554-AF78-FB4D5BA6C10F}" presName="iconBgRect" presStyleLbl="bgShp" presStyleIdx="1" presStyleCnt="4"/>
      <dgm:spPr/>
    </dgm:pt>
    <dgm:pt modelId="{B91E233F-E483-4DED-8F09-DC59FA4A478C}" type="pres">
      <dgm:prSet presAssocID="{49C0B23C-7357-4554-AF78-FB4D5BA6C10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plosion"/>
        </a:ext>
      </dgm:extLst>
    </dgm:pt>
    <dgm:pt modelId="{529F17B1-1C77-4CCA-99F7-22CA92C3D0AE}" type="pres">
      <dgm:prSet presAssocID="{49C0B23C-7357-4554-AF78-FB4D5BA6C10F}" presName="spaceRect" presStyleCnt="0"/>
      <dgm:spPr/>
    </dgm:pt>
    <dgm:pt modelId="{DBF0E6B5-1062-42BD-BB83-D203C17708E1}" type="pres">
      <dgm:prSet presAssocID="{49C0B23C-7357-4554-AF78-FB4D5BA6C10F}" presName="textRect" presStyleLbl="revTx" presStyleIdx="1" presStyleCnt="4">
        <dgm:presLayoutVars>
          <dgm:chMax val="1"/>
          <dgm:chPref val="1"/>
        </dgm:presLayoutVars>
      </dgm:prSet>
      <dgm:spPr/>
    </dgm:pt>
    <dgm:pt modelId="{B271AA85-2A67-4F84-ADC5-6086E5F8776F}" type="pres">
      <dgm:prSet presAssocID="{86AA0CAE-8DC2-4964-8F45-60C1E859D517}" presName="sibTrans" presStyleCnt="0"/>
      <dgm:spPr/>
    </dgm:pt>
    <dgm:pt modelId="{B1AD308E-F1F8-4823-A334-5022315FB4C3}" type="pres">
      <dgm:prSet presAssocID="{525706F2-9EDD-43E3-9DFD-E1592A20DFDB}" presName="compNode" presStyleCnt="0"/>
      <dgm:spPr/>
    </dgm:pt>
    <dgm:pt modelId="{BF1AE388-4567-4BBE-817A-718E6EEB400E}" type="pres">
      <dgm:prSet presAssocID="{525706F2-9EDD-43E3-9DFD-E1592A20DFDB}" presName="iconBgRect" presStyleLbl="bgShp" presStyleIdx="2" presStyleCnt="4"/>
      <dgm:spPr/>
    </dgm:pt>
    <dgm:pt modelId="{B396A1D4-A7DB-491E-B1D8-BE637DFEF0F9}" type="pres">
      <dgm:prSet presAssocID="{525706F2-9EDD-43E3-9DFD-E1592A20DFD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dioactif"/>
        </a:ext>
      </dgm:extLst>
    </dgm:pt>
    <dgm:pt modelId="{111FAB98-24A6-4288-AFCD-785B00603DF7}" type="pres">
      <dgm:prSet presAssocID="{525706F2-9EDD-43E3-9DFD-E1592A20DFDB}" presName="spaceRect" presStyleCnt="0"/>
      <dgm:spPr/>
    </dgm:pt>
    <dgm:pt modelId="{E6868B50-7E55-4099-91B5-164DD3FB0381}" type="pres">
      <dgm:prSet presAssocID="{525706F2-9EDD-43E3-9DFD-E1592A20DFDB}" presName="textRect" presStyleLbl="revTx" presStyleIdx="2" presStyleCnt="4">
        <dgm:presLayoutVars>
          <dgm:chMax val="1"/>
          <dgm:chPref val="1"/>
        </dgm:presLayoutVars>
      </dgm:prSet>
      <dgm:spPr/>
    </dgm:pt>
    <dgm:pt modelId="{C40E9980-24D8-42AD-AB44-F2CEDCFE1017}" type="pres">
      <dgm:prSet presAssocID="{19C4E8CA-6823-498F-BD3A-93EFCAE58F41}" presName="sibTrans" presStyleCnt="0"/>
      <dgm:spPr/>
    </dgm:pt>
    <dgm:pt modelId="{A8738064-A5AF-4F55-82B0-8126D60F8520}" type="pres">
      <dgm:prSet presAssocID="{F90F85B9-4621-48F2-8D57-A0DB90D64872}" presName="compNode" presStyleCnt="0"/>
      <dgm:spPr/>
    </dgm:pt>
    <dgm:pt modelId="{AC1F4861-AB1D-4F1F-BD4B-AC9F014407D4}" type="pres">
      <dgm:prSet presAssocID="{F90F85B9-4621-48F2-8D57-A0DB90D64872}" presName="iconBgRect" presStyleLbl="bgShp" presStyleIdx="3" presStyleCnt="4"/>
      <dgm:spPr/>
    </dgm:pt>
    <dgm:pt modelId="{10EB25E8-71CD-4C31-BE4B-E2AE1CFC284E}" type="pres">
      <dgm:prSet presAssocID="{F90F85B9-4621-48F2-8D57-A0DB90D6487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terfall scene"/>
        </a:ext>
      </dgm:extLst>
    </dgm:pt>
    <dgm:pt modelId="{BE1FC92E-D7D1-4EC3-B77D-5B2C98F8AD08}" type="pres">
      <dgm:prSet presAssocID="{F90F85B9-4621-48F2-8D57-A0DB90D64872}" presName="spaceRect" presStyleCnt="0"/>
      <dgm:spPr/>
    </dgm:pt>
    <dgm:pt modelId="{048B3B8E-99F1-4325-8083-ECCAE68DFCC4}" type="pres">
      <dgm:prSet presAssocID="{F90F85B9-4621-48F2-8D57-A0DB90D64872}" presName="textRect" presStyleLbl="revTx" presStyleIdx="3" presStyleCnt="4">
        <dgm:presLayoutVars>
          <dgm:chMax val="1"/>
          <dgm:chPref val="1"/>
        </dgm:presLayoutVars>
      </dgm:prSet>
      <dgm:spPr/>
    </dgm:pt>
  </dgm:ptLst>
  <dgm:cxnLst>
    <dgm:cxn modelId="{9095730D-7668-4E00-A5E0-8A36F148A110}" type="presOf" srcId="{49C0B23C-7357-4554-AF78-FB4D5BA6C10F}" destId="{DBF0E6B5-1062-42BD-BB83-D203C17708E1}" srcOrd="0" destOrd="0" presId="urn:microsoft.com/office/officeart/2018/5/layout/IconCircleLabelList"/>
    <dgm:cxn modelId="{07BFEE17-9E68-40BE-9FD8-ED9902A25C42}" type="presOf" srcId="{E515DAD5-F21C-4D05-9A90-0C9353A7D527}" destId="{597D0619-5251-4827-87E6-5850EA4B0DB7}" srcOrd="0" destOrd="0" presId="urn:microsoft.com/office/officeart/2018/5/layout/IconCircleLabelList"/>
    <dgm:cxn modelId="{2840122D-B68B-4882-B978-A0BC7BCD5E9A}" type="presOf" srcId="{F90F85B9-4621-48F2-8D57-A0DB90D64872}" destId="{048B3B8E-99F1-4325-8083-ECCAE68DFCC4}" srcOrd="0" destOrd="0" presId="urn:microsoft.com/office/officeart/2018/5/layout/IconCircleLabelList"/>
    <dgm:cxn modelId="{CF6F4831-6000-4166-8200-4B469E920CD7}" srcId="{E515DAD5-F21C-4D05-9A90-0C9353A7D527}" destId="{525706F2-9EDD-43E3-9DFD-E1592A20DFDB}" srcOrd="2" destOrd="0" parTransId="{E2B27A45-CCE5-42CA-8D42-11FCA045AA37}" sibTransId="{19C4E8CA-6823-498F-BD3A-93EFCAE58F41}"/>
    <dgm:cxn modelId="{B476DC44-89BE-4FBD-B520-07B4B127696F}" srcId="{E515DAD5-F21C-4D05-9A90-0C9353A7D527}" destId="{49C0B23C-7357-4554-AF78-FB4D5BA6C10F}" srcOrd="1" destOrd="0" parTransId="{EB5349FA-72D9-469F-A2E1-D7E1256238F0}" sibTransId="{86AA0CAE-8DC2-4964-8F45-60C1E859D517}"/>
    <dgm:cxn modelId="{7F3432A2-6F32-4BE9-9F5E-DB11304DA8A9}" type="presOf" srcId="{525706F2-9EDD-43E3-9DFD-E1592A20DFDB}" destId="{E6868B50-7E55-4099-91B5-164DD3FB0381}" srcOrd="0" destOrd="0" presId="urn:microsoft.com/office/officeart/2018/5/layout/IconCircleLabelList"/>
    <dgm:cxn modelId="{FBFF87AE-B744-45DB-ADD9-C177E06BA3B6}" srcId="{E515DAD5-F21C-4D05-9A90-0C9353A7D527}" destId="{0F99A3DE-BE31-45BE-AE8D-FDBABDAA7D0A}" srcOrd="0" destOrd="0" parTransId="{68262967-B2A7-4ABD-BE24-F30269DA7670}" sibTransId="{5E9DFA54-EE40-4FC5-8D19-D929E604F77A}"/>
    <dgm:cxn modelId="{8531E9AE-9962-40EF-8CF5-C31C0D2F535D}" srcId="{E515DAD5-F21C-4D05-9A90-0C9353A7D527}" destId="{F90F85B9-4621-48F2-8D57-A0DB90D64872}" srcOrd="3" destOrd="0" parTransId="{D8F55B68-A1DF-47B3-9609-1F349E82DAFD}" sibTransId="{A0963BF0-F3D7-42CB-BB56-A4C40BBE2ED5}"/>
    <dgm:cxn modelId="{3D066CBB-7838-4564-8A65-7E05412E8351}" type="presOf" srcId="{0F99A3DE-BE31-45BE-AE8D-FDBABDAA7D0A}" destId="{24C26AC1-DE37-4D8A-8DE8-7A7F79BD3FB5}" srcOrd="0" destOrd="0" presId="urn:microsoft.com/office/officeart/2018/5/layout/IconCircleLabelList"/>
    <dgm:cxn modelId="{BF935B07-AE6C-4756-B00C-ADBBE536F973}" type="presParOf" srcId="{597D0619-5251-4827-87E6-5850EA4B0DB7}" destId="{FE08A240-05E0-4299-ADC2-E2826DE7BB29}" srcOrd="0" destOrd="0" presId="urn:microsoft.com/office/officeart/2018/5/layout/IconCircleLabelList"/>
    <dgm:cxn modelId="{85C90AFC-BB08-428A-A3E7-225D58835054}" type="presParOf" srcId="{FE08A240-05E0-4299-ADC2-E2826DE7BB29}" destId="{6E544439-D54B-4015-8903-3E410BF2946D}" srcOrd="0" destOrd="0" presId="urn:microsoft.com/office/officeart/2018/5/layout/IconCircleLabelList"/>
    <dgm:cxn modelId="{65543357-400D-4F31-97B6-DB7B14693B77}" type="presParOf" srcId="{FE08A240-05E0-4299-ADC2-E2826DE7BB29}" destId="{CF087110-24DA-4C59-ADC2-2B5638988C9E}" srcOrd="1" destOrd="0" presId="urn:microsoft.com/office/officeart/2018/5/layout/IconCircleLabelList"/>
    <dgm:cxn modelId="{8228203A-A771-4159-8312-DBD6A5801DD5}" type="presParOf" srcId="{FE08A240-05E0-4299-ADC2-E2826DE7BB29}" destId="{1FA36DE5-A571-4099-8B38-B2F81AEB1D1C}" srcOrd="2" destOrd="0" presId="urn:microsoft.com/office/officeart/2018/5/layout/IconCircleLabelList"/>
    <dgm:cxn modelId="{3FB650A4-D81E-4587-BCFF-9728449246DC}" type="presParOf" srcId="{FE08A240-05E0-4299-ADC2-E2826DE7BB29}" destId="{24C26AC1-DE37-4D8A-8DE8-7A7F79BD3FB5}" srcOrd="3" destOrd="0" presId="urn:microsoft.com/office/officeart/2018/5/layout/IconCircleLabelList"/>
    <dgm:cxn modelId="{75F27409-4F56-46DE-8C55-87C558155E85}" type="presParOf" srcId="{597D0619-5251-4827-87E6-5850EA4B0DB7}" destId="{04DB499F-E9EB-4C70-83B9-4BEE27390F2E}" srcOrd="1" destOrd="0" presId="urn:microsoft.com/office/officeart/2018/5/layout/IconCircleLabelList"/>
    <dgm:cxn modelId="{D361C880-380B-4EFC-9A2E-AF55E461C339}" type="presParOf" srcId="{597D0619-5251-4827-87E6-5850EA4B0DB7}" destId="{46013D02-659D-40D7-80FE-38F571501302}" srcOrd="2" destOrd="0" presId="urn:microsoft.com/office/officeart/2018/5/layout/IconCircleLabelList"/>
    <dgm:cxn modelId="{479F6019-C9FA-4623-9F02-F915A41C73B8}" type="presParOf" srcId="{46013D02-659D-40D7-80FE-38F571501302}" destId="{97C58934-7C1C-4470-B0DC-9BF6589F90A9}" srcOrd="0" destOrd="0" presId="urn:microsoft.com/office/officeart/2018/5/layout/IconCircleLabelList"/>
    <dgm:cxn modelId="{880D050E-7387-430E-A527-80E5557E75A2}" type="presParOf" srcId="{46013D02-659D-40D7-80FE-38F571501302}" destId="{B91E233F-E483-4DED-8F09-DC59FA4A478C}" srcOrd="1" destOrd="0" presId="urn:microsoft.com/office/officeart/2018/5/layout/IconCircleLabelList"/>
    <dgm:cxn modelId="{64900382-4A2D-40C1-AFED-B27116485B63}" type="presParOf" srcId="{46013D02-659D-40D7-80FE-38F571501302}" destId="{529F17B1-1C77-4CCA-99F7-22CA92C3D0AE}" srcOrd="2" destOrd="0" presId="urn:microsoft.com/office/officeart/2018/5/layout/IconCircleLabelList"/>
    <dgm:cxn modelId="{1590549A-28F8-4C48-AD7E-7106A2A67EDC}" type="presParOf" srcId="{46013D02-659D-40D7-80FE-38F571501302}" destId="{DBF0E6B5-1062-42BD-BB83-D203C17708E1}" srcOrd="3" destOrd="0" presId="urn:microsoft.com/office/officeart/2018/5/layout/IconCircleLabelList"/>
    <dgm:cxn modelId="{DFBCC277-6133-47E8-A5B3-F1D3CFA59B15}" type="presParOf" srcId="{597D0619-5251-4827-87E6-5850EA4B0DB7}" destId="{B271AA85-2A67-4F84-ADC5-6086E5F8776F}" srcOrd="3" destOrd="0" presId="urn:microsoft.com/office/officeart/2018/5/layout/IconCircleLabelList"/>
    <dgm:cxn modelId="{7C0AF904-5A69-4DA7-865A-2A3954419D6D}" type="presParOf" srcId="{597D0619-5251-4827-87E6-5850EA4B0DB7}" destId="{B1AD308E-F1F8-4823-A334-5022315FB4C3}" srcOrd="4" destOrd="0" presId="urn:microsoft.com/office/officeart/2018/5/layout/IconCircleLabelList"/>
    <dgm:cxn modelId="{3682ADFE-4431-4E88-8BC5-1FB12EE174A5}" type="presParOf" srcId="{B1AD308E-F1F8-4823-A334-5022315FB4C3}" destId="{BF1AE388-4567-4BBE-817A-718E6EEB400E}" srcOrd="0" destOrd="0" presId="urn:microsoft.com/office/officeart/2018/5/layout/IconCircleLabelList"/>
    <dgm:cxn modelId="{1ABC51BD-CD9B-4445-910D-468A16C6E6D3}" type="presParOf" srcId="{B1AD308E-F1F8-4823-A334-5022315FB4C3}" destId="{B396A1D4-A7DB-491E-B1D8-BE637DFEF0F9}" srcOrd="1" destOrd="0" presId="urn:microsoft.com/office/officeart/2018/5/layout/IconCircleLabelList"/>
    <dgm:cxn modelId="{86065EF1-4D38-4DB0-BDC5-54906F72DE9D}" type="presParOf" srcId="{B1AD308E-F1F8-4823-A334-5022315FB4C3}" destId="{111FAB98-24A6-4288-AFCD-785B00603DF7}" srcOrd="2" destOrd="0" presId="urn:microsoft.com/office/officeart/2018/5/layout/IconCircleLabelList"/>
    <dgm:cxn modelId="{6C3A6B3D-B784-4BEE-8FAC-3292D97D21C4}" type="presParOf" srcId="{B1AD308E-F1F8-4823-A334-5022315FB4C3}" destId="{E6868B50-7E55-4099-91B5-164DD3FB0381}" srcOrd="3" destOrd="0" presId="urn:microsoft.com/office/officeart/2018/5/layout/IconCircleLabelList"/>
    <dgm:cxn modelId="{5E18BEA3-00AE-4642-862C-293BC6C2DBD9}" type="presParOf" srcId="{597D0619-5251-4827-87E6-5850EA4B0DB7}" destId="{C40E9980-24D8-42AD-AB44-F2CEDCFE1017}" srcOrd="5" destOrd="0" presId="urn:microsoft.com/office/officeart/2018/5/layout/IconCircleLabelList"/>
    <dgm:cxn modelId="{2BD307E0-E235-4983-A45E-096A21119105}" type="presParOf" srcId="{597D0619-5251-4827-87E6-5850EA4B0DB7}" destId="{A8738064-A5AF-4F55-82B0-8126D60F8520}" srcOrd="6" destOrd="0" presId="urn:microsoft.com/office/officeart/2018/5/layout/IconCircleLabelList"/>
    <dgm:cxn modelId="{3356FC25-F0DF-49FF-8FBB-0A77D7DE12A6}" type="presParOf" srcId="{A8738064-A5AF-4F55-82B0-8126D60F8520}" destId="{AC1F4861-AB1D-4F1F-BD4B-AC9F014407D4}" srcOrd="0" destOrd="0" presId="urn:microsoft.com/office/officeart/2018/5/layout/IconCircleLabelList"/>
    <dgm:cxn modelId="{87B36D7D-90A4-42EE-812E-7F8F0B9DC88B}" type="presParOf" srcId="{A8738064-A5AF-4F55-82B0-8126D60F8520}" destId="{10EB25E8-71CD-4C31-BE4B-E2AE1CFC284E}" srcOrd="1" destOrd="0" presId="urn:microsoft.com/office/officeart/2018/5/layout/IconCircleLabelList"/>
    <dgm:cxn modelId="{750B76D2-D606-44B8-A99C-824134203A68}" type="presParOf" srcId="{A8738064-A5AF-4F55-82B0-8126D60F8520}" destId="{BE1FC92E-D7D1-4EC3-B77D-5B2C98F8AD08}" srcOrd="2" destOrd="0" presId="urn:microsoft.com/office/officeart/2018/5/layout/IconCircleLabelList"/>
    <dgm:cxn modelId="{784F2EAB-F4F5-40AD-80F1-65316CDD2DC7}" type="presParOf" srcId="{A8738064-A5AF-4F55-82B0-8126D60F8520}" destId="{048B3B8E-99F1-4325-8083-ECCAE68DFCC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AC06082-D8F5-4069-9CB6-A52C8199D309}"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B45C34E1-0371-49CD-8B69-FA93B8C00C7B}">
      <dgm:prSet/>
      <dgm:spPr/>
      <dgm:t>
        <a:bodyPr/>
        <a:lstStyle/>
        <a:p>
          <a:r>
            <a:rPr lang="fr-FR" b="1"/>
            <a:t>Arrêter immédiatement les travaux</a:t>
          </a:r>
          <a:r>
            <a:rPr lang="fr-FR"/>
            <a:t>.</a:t>
          </a:r>
          <a:endParaRPr lang="en-US"/>
        </a:p>
      </dgm:t>
    </dgm:pt>
    <dgm:pt modelId="{B246DDF6-E89F-4056-8ED9-5300DC6BD6EB}" type="parTrans" cxnId="{1ECAF5CE-DFFF-45E6-BD03-FDA420B25C43}">
      <dgm:prSet/>
      <dgm:spPr/>
      <dgm:t>
        <a:bodyPr/>
        <a:lstStyle/>
        <a:p>
          <a:endParaRPr lang="en-US"/>
        </a:p>
      </dgm:t>
    </dgm:pt>
    <dgm:pt modelId="{14736115-503A-40A9-B98F-2ECF35BDB401}" type="sibTrans" cxnId="{1ECAF5CE-DFFF-45E6-BD03-FDA420B25C43}">
      <dgm:prSet/>
      <dgm:spPr/>
      <dgm:t>
        <a:bodyPr/>
        <a:lstStyle/>
        <a:p>
          <a:endParaRPr lang="en-US"/>
        </a:p>
      </dgm:t>
    </dgm:pt>
    <dgm:pt modelId="{FABB9492-44FC-40D5-8022-48CF029F4F1C}">
      <dgm:prSet/>
      <dgm:spPr/>
      <dgm:t>
        <a:bodyPr/>
        <a:lstStyle/>
        <a:p>
          <a:r>
            <a:rPr lang="fr-FR" b="1"/>
            <a:t>Sécuriser la zone</a:t>
          </a:r>
          <a:r>
            <a:rPr lang="fr-FR"/>
            <a:t> : éloigner les personnes, interdire l’accès.</a:t>
          </a:r>
          <a:endParaRPr lang="en-US"/>
        </a:p>
      </dgm:t>
    </dgm:pt>
    <dgm:pt modelId="{24D7F0F7-8C1B-4579-BEA4-9D33D4C61AE3}" type="parTrans" cxnId="{9028E959-3F4E-4253-ACB0-0DD99888C5E2}">
      <dgm:prSet/>
      <dgm:spPr/>
      <dgm:t>
        <a:bodyPr/>
        <a:lstStyle/>
        <a:p>
          <a:endParaRPr lang="en-US"/>
        </a:p>
      </dgm:t>
    </dgm:pt>
    <dgm:pt modelId="{39E305FC-B107-4A9A-9027-67BC0461033C}" type="sibTrans" cxnId="{9028E959-3F4E-4253-ACB0-0DD99888C5E2}">
      <dgm:prSet/>
      <dgm:spPr/>
      <dgm:t>
        <a:bodyPr/>
        <a:lstStyle/>
        <a:p>
          <a:endParaRPr lang="en-US"/>
        </a:p>
      </dgm:t>
    </dgm:pt>
    <dgm:pt modelId="{558354A2-2BEC-4A8D-A23B-E2793F09E121}">
      <dgm:prSet/>
      <dgm:spPr/>
      <dgm:t>
        <a:bodyPr/>
        <a:lstStyle/>
        <a:p>
          <a:r>
            <a:rPr lang="fr-FR" b="1"/>
            <a:t>Ne pas toucher</a:t>
          </a:r>
          <a:r>
            <a:rPr lang="fr-FR"/>
            <a:t> le réseau endommagé, même s’il semble inactif.</a:t>
          </a:r>
          <a:endParaRPr lang="en-US"/>
        </a:p>
      </dgm:t>
    </dgm:pt>
    <dgm:pt modelId="{C3457F27-AFF5-46FC-9F25-DC6EB8FB7A2E}" type="parTrans" cxnId="{92CAB4DC-0524-442C-982C-C7C83A82FD4E}">
      <dgm:prSet/>
      <dgm:spPr/>
      <dgm:t>
        <a:bodyPr/>
        <a:lstStyle/>
        <a:p>
          <a:endParaRPr lang="en-US"/>
        </a:p>
      </dgm:t>
    </dgm:pt>
    <dgm:pt modelId="{30CAFDE7-A5D1-40E9-8C6B-07E82330576D}" type="sibTrans" cxnId="{92CAB4DC-0524-442C-982C-C7C83A82FD4E}">
      <dgm:prSet/>
      <dgm:spPr/>
      <dgm:t>
        <a:bodyPr/>
        <a:lstStyle/>
        <a:p>
          <a:endParaRPr lang="en-US"/>
        </a:p>
      </dgm:t>
    </dgm:pt>
    <dgm:pt modelId="{4CCCA9A3-7C32-445F-B21B-1A7E9C91CC2B}">
      <dgm:prSet/>
      <dgm:spPr/>
      <dgm:t>
        <a:bodyPr/>
        <a:lstStyle/>
        <a:p>
          <a:r>
            <a:rPr lang="fr-FR" b="1"/>
            <a:t>Alerter le responsable de chantier</a:t>
          </a:r>
          <a:r>
            <a:rPr lang="fr-FR"/>
            <a:t> ou le chef d’équipe.</a:t>
          </a:r>
          <a:endParaRPr lang="en-US"/>
        </a:p>
      </dgm:t>
    </dgm:pt>
    <dgm:pt modelId="{A6A7FF79-E381-425B-B1DA-5BF10E911FDA}" type="parTrans" cxnId="{17AF220B-FE6C-4744-B2BD-1583B5981E0C}">
      <dgm:prSet/>
      <dgm:spPr/>
      <dgm:t>
        <a:bodyPr/>
        <a:lstStyle/>
        <a:p>
          <a:endParaRPr lang="en-US"/>
        </a:p>
      </dgm:t>
    </dgm:pt>
    <dgm:pt modelId="{284DDFA7-21E0-4B68-A08C-1E3EAFA22EB9}" type="sibTrans" cxnId="{17AF220B-FE6C-4744-B2BD-1583B5981E0C}">
      <dgm:prSet/>
      <dgm:spPr/>
      <dgm:t>
        <a:bodyPr/>
        <a:lstStyle/>
        <a:p>
          <a:endParaRPr lang="en-US"/>
        </a:p>
      </dgm:t>
    </dgm:pt>
    <dgm:pt modelId="{9EC35F6E-97E3-4143-B941-E819CFF108C6}">
      <dgm:prSet/>
      <dgm:spPr/>
      <dgm:t>
        <a:bodyPr/>
        <a:lstStyle/>
        <a:p>
          <a:r>
            <a:rPr lang="fr-FR"/>
            <a:t>Si risque d’explosion ou de fuite : évacuer, prévenir les secours.</a:t>
          </a:r>
          <a:endParaRPr lang="en-US"/>
        </a:p>
      </dgm:t>
    </dgm:pt>
    <dgm:pt modelId="{443AEC3C-39C6-4045-AC7D-28CD33869E53}" type="parTrans" cxnId="{9373D814-1FE2-4AB6-B7EF-37F283F37BEF}">
      <dgm:prSet/>
      <dgm:spPr/>
      <dgm:t>
        <a:bodyPr/>
        <a:lstStyle/>
        <a:p>
          <a:endParaRPr lang="en-US"/>
        </a:p>
      </dgm:t>
    </dgm:pt>
    <dgm:pt modelId="{4DC783E0-ABE5-4AAC-AF57-12ED884DF248}" type="sibTrans" cxnId="{9373D814-1FE2-4AB6-B7EF-37F283F37BEF}">
      <dgm:prSet/>
      <dgm:spPr/>
      <dgm:t>
        <a:bodyPr/>
        <a:lstStyle/>
        <a:p>
          <a:endParaRPr lang="en-US"/>
        </a:p>
      </dgm:t>
    </dgm:pt>
    <dgm:pt modelId="{9E0A1600-E366-41B3-8C43-F3C55C7948C6}" type="pres">
      <dgm:prSet presAssocID="{DAC06082-D8F5-4069-9CB6-A52C8199D309}" presName="linear" presStyleCnt="0">
        <dgm:presLayoutVars>
          <dgm:animLvl val="lvl"/>
          <dgm:resizeHandles val="exact"/>
        </dgm:presLayoutVars>
      </dgm:prSet>
      <dgm:spPr/>
    </dgm:pt>
    <dgm:pt modelId="{1FF821E3-C14F-4EAD-A23C-47F5C7BB8B96}" type="pres">
      <dgm:prSet presAssocID="{B45C34E1-0371-49CD-8B69-FA93B8C00C7B}" presName="parentText" presStyleLbl="node1" presStyleIdx="0" presStyleCnt="5">
        <dgm:presLayoutVars>
          <dgm:chMax val="0"/>
          <dgm:bulletEnabled val="1"/>
        </dgm:presLayoutVars>
      </dgm:prSet>
      <dgm:spPr/>
    </dgm:pt>
    <dgm:pt modelId="{13207942-494A-41C5-A16E-FA7E57B8BB6A}" type="pres">
      <dgm:prSet presAssocID="{14736115-503A-40A9-B98F-2ECF35BDB401}" presName="spacer" presStyleCnt="0"/>
      <dgm:spPr/>
    </dgm:pt>
    <dgm:pt modelId="{CDC681C2-D02B-450A-8728-FF6954D122D3}" type="pres">
      <dgm:prSet presAssocID="{FABB9492-44FC-40D5-8022-48CF029F4F1C}" presName="parentText" presStyleLbl="node1" presStyleIdx="1" presStyleCnt="5">
        <dgm:presLayoutVars>
          <dgm:chMax val="0"/>
          <dgm:bulletEnabled val="1"/>
        </dgm:presLayoutVars>
      </dgm:prSet>
      <dgm:spPr/>
    </dgm:pt>
    <dgm:pt modelId="{5954D469-437A-430B-8F52-14D2B48F1501}" type="pres">
      <dgm:prSet presAssocID="{39E305FC-B107-4A9A-9027-67BC0461033C}" presName="spacer" presStyleCnt="0"/>
      <dgm:spPr/>
    </dgm:pt>
    <dgm:pt modelId="{E252D8FE-8EF3-4183-880B-F3687CCC9854}" type="pres">
      <dgm:prSet presAssocID="{558354A2-2BEC-4A8D-A23B-E2793F09E121}" presName="parentText" presStyleLbl="node1" presStyleIdx="2" presStyleCnt="5">
        <dgm:presLayoutVars>
          <dgm:chMax val="0"/>
          <dgm:bulletEnabled val="1"/>
        </dgm:presLayoutVars>
      </dgm:prSet>
      <dgm:spPr/>
    </dgm:pt>
    <dgm:pt modelId="{C7E6F2E5-E588-4A8E-AFFB-7F6AD31DA1EC}" type="pres">
      <dgm:prSet presAssocID="{30CAFDE7-A5D1-40E9-8C6B-07E82330576D}" presName="spacer" presStyleCnt="0"/>
      <dgm:spPr/>
    </dgm:pt>
    <dgm:pt modelId="{B3B0B7C8-5FC1-43B0-AFC1-059C9981608C}" type="pres">
      <dgm:prSet presAssocID="{4CCCA9A3-7C32-445F-B21B-1A7E9C91CC2B}" presName="parentText" presStyleLbl="node1" presStyleIdx="3" presStyleCnt="5">
        <dgm:presLayoutVars>
          <dgm:chMax val="0"/>
          <dgm:bulletEnabled val="1"/>
        </dgm:presLayoutVars>
      </dgm:prSet>
      <dgm:spPr/>
    </dgm:pt>
    <dgm:pt modelId="{AEACF30D-C638-4225-B761-3A7BF279F1B6}" type="pres">
      <dgm:prSet presAssocID="{284DDFA7-21E0-4B68-A08C-1E3EAFA22EB9}" presName="spacer" presStyleCnt="0"/>
      <dgm:spPr/>
    </dgm:pt>
    <dgm:pt modelId="{17ECDA40-E444-48DC-A33F-DF322103B01F}" type="pres">
      <dgm:prSet presAssocID="{9EC35F6E-97E3-4143-B941-E819CFF108C6}" presName="parentText" presStyleLbl="node1" presStyleIdx="4" presStyleCnt="5">
        <dgm:presLayoutVars>
          <dgm:chMax val="0"/>
          <dgm:bulletEnabled val="1"/>
        </dgm:presLayoutVars>
      </dgm:prSet>
      <dgm:spPr/>
    </dgm:pt>
  </dgm:ptLst>
  <dgm:cxnLst>
    <dgm:cxn modelId="{17AF220B-FE6C-4744-B2BD-1583B5981E0C}" srcId="{DAC06082-D8F5-4069-9CB6-A52C8199D309}" destId="{4CCCA9A3-7C32-445F-B21B-1A7E9C91CC2B}" srcOrd="3" destOrd="0" parTransId="{A6A7FF79-E381-425B-B1DA-5BF10E911FDA}" sibTransId="{284DDFA7-21E0-4B68-A08C-1E3EAFA22EB9}"/>
    <dgm:cxn modelId="{9373D814-1FE2-4AB6-B7EF-37F283F37BEF}" srcId="{DAC06082-D8F5-4069-9CB6-A52C8199D309}" destId="{9EC35F6E-97E3-4143-B941-E819CFF108C6}" srcOrd="4" destOrd="0" parTransId="{443AEC3C-39C6-4045-AC7D-28CD33869E53}" sibTransId="{4DC783E0-ABE5-4AAC-AF57-12ED884DF248}"/>
    <dgm:cxn modelId="{94AA4F1F-49AC-4E5F-8D83-0A6179B7DA86}" type="presOf" srcId="{FABB9492-44FC-40D5-8022-48CF029F4F1C}" destId="{CDC681C2-D02B-450A-8728-FF6954D122D3}" srcOrd="0" destOrd="0" presId="urn:microsoft.com/office/officeart/2005/8/layout/vList2"/>
    <dgm:cxn modelId="{18B03045-2974-4D00-8209-FD7CAB917D62}" type="presOf" srcId="{DAC06082-D8F5-4069-9CB6-A52C8199D309}" destId="{9E0A1600-E366-41B3-8C43-F3C55C7948C6}" srcOrd="0" destOrd="0" presId="urn:microsoft.com/office/officeart/2005/8/layout/vList2"/>
    <dgm:cxn modelId="{9028E959-3F4E-4253-ACB0-0DD99888C5E2}" srcId="{DAC06082-D8F5-4069-9CB6-A52C8199D309}" destId="{FABB9492-44FC-40D5-8022-48CF029F4F1C}" srcOrd="1" destOrd="0" parTransId="{24D7F0F7-8C1B-4579-BEA4-9D33D4C61AE3}" sibTransId="{39E305FC-B107-4A9A-9027-67BC0461033C}"/>
    <dgm:cxn modelId="{91D8A181-2A54-4A44-A714-BE0194D78818}" type="presOf" srcId="{9EC35F6E-97E3-4143-B941-E819CFF108C6}" destId="{17ECDA40-E444-48DC-A33F-DF322103B01F}" srcOrd="0" destOrd="0" presId="urn:microsoft.com/office/officeart/2005/8/layout/vList2"/>
    <dgm:cxn modelId="{2E36D39C-C743-4686-B39B-B4BC63D8F017}" type="presOf" srcId="{558354A2-2BEC-4A8D-A23B-E2793F09E121}" destId="{E252D8FE-8EF3-4183-880B-F3687CCC9854}" srcOrd="0" destOrd="0" presId="urn:microsoft.com/office/officeart/2005/8/layout/vList2"/>
    <dgm:cxn modelId="{1250EBAA-77B5-4247-9D84-7877D70E9425}" type="presOf" srcId="{B45C34E1-0371-49CD-8B69-FA93B8C00C7B}" destId="{1FF821E3-C14F-4EAD-A23C-47F5C7BB8B96}" srcOrd="0" destOrd="0" presId="urn:microsoft.com/office/officeart/2005/8/layout/vList2"/>
    <dgm:cxn modelId="{EA3CECBD-5A19-427D-92F6-E1F9BC872BD9}" type="presOf" srcId="{4CCCA9A3-7C32-445F-B21B-1A7E9C91CC2B}" destId="{B3B0B7C8-5FC1-43B0-AFC1-059C9981608C}" srcOrd="0" destOrd="0" presId="urn:microsoft.com/office/officeart/2005/8/layout/vList2"/>
    <dgm:cxn modelId="{1ECAF5CE-DFFF-45E6-BD03-FDA420B25C43}" srcId="{DAC06082-D8F5-4069-9CB6-A52C8199D309}" destId="{B45C34E1-0371-49CD-8B69-FA93B8C00C7B}" srcOrd="0" destOrd="0" parTransId="{B246DDF6-E89F-4056-8ED9-5300DC6BD6EB}" sibTransId="{14736115-503A-40A9-B98F-2ECF35BDB401}"/>
    <dgm:cxn modelId="{92CAB4DC-0524-442C-982C-C7C83A82FD4E}" srcId="{DAC06082-D8F5-4069-9CB6-A52C8199D309}" destId="{558354A2-2BEC-4A8D-A23B-E2793F09E121}" srcOrd="2" destOrd="0" parTransId="{C3457F27-AFF5-46FC-9F25-DC6EB8FB7A2E}" sibTransId="{30CAFDE7-A5D1-40E9-8C6B-07E82330576D}"/>
    <dgm:cxn modelId="{67097424-55A6-40D1-9368-94F04BA82578}" type="presParOf" srcId="{9E0A1600-E366-41B3-8C43-F3C55C7948C6}" destId="{1FF821E3-C14F-4EAD-A23C-47F5C7BB8B96}" srcOrd="0" destOrd="0" presId="urn:microsoft.com/office/officeart/2005/8/layout/vList2"/>
    <dgm:cxn modelId="{A8DF8255-F861-4BCC-AF43-4501A88B8477}" type="presParOf" srcId="{9E0A1600-E366-41B3-8C43-F3C55C7948C6}" destId="{13207942-494A-41C5-A16E-FA7E57B8BB6A}" srcOrd="1" destOrd="0" presId="urn:microsoft.com/office/officeart/2005/8/layout/vList2"/>
    <dgm:cxn modelId="{28D4E102-5A62-4379-9B7B-E69005723AB3}" type="presParOf" srcId="{9E0A1600-E366-41B3-8C43-F3C55C7948C6}" destId="{CDC681C2-D02B-450A-8728-FF6954D122D3}" srcOrd="2" destOrd="0" presId="urn:microsoft.com/office/officeart/2005/8/layout/vList2"/>
    <dgm:cxn modelId="{718D9BC9-7EFC-4F24-87C6-38CD5A8F1203}" type="presParOf" srcId="{9E0A1600-E366-41B3-8C43-F3C55C7948C6}" destId="{5954D469-437A-430B-8F52-14D2B48F1501}" srcOrd="3" destOrd="0" presId="urn:microsoft.com/office/officeart/2005/8/layout/vList2"/>
    <dgm:cxn modelId="{B5B3EADE-D7D6-4567-950B-04F14A2F875F}" type="presParOf" srcId="{9E0A1600-E366-41B3-8C43-F3C55C7948C6}" destId="{E252D8FE-8EF3-4183-880B-F3687CCC9854}" srcOrd="4" destOrd="0" presId="urn:microsoft.com/office/officeart/2005/8/layout/vList2"/>
    <dgm:cxn modelId="{0A50426F-617D-45A1-9DF5-22D8DC0E2304}" type="presParOf" srcId="{9E0A1600-E366-41B3-8C43-F3C55C7948C6}" destId="{C7E6F2E5-E588-4A8E-AFFB-7F6AD31DA1EC}" srcOrd="5" destOrd="0" presId="urn:microsoft.com/office/officeart/2005/8/layout/vList2"/>
    <dgm:cxn modelId="{82BCEE5E-AE32-467F-85AF-075127CF733C}" type="presParOf" srcId="{9E0A1600-E366-41B3-8C43-F3C55C7948C6}" destId="{B3B0B7C8-5FC1-43B0-AFC1-059C9981608C}" srcOrd="6" destOrd="0" presId="urn:microsoft.com/office/officeart/2005/8/layout/vList2"/>
    <dgm:cxn modelId="{1217211B-19E2-4367-9B1E-CA54AECA792B}" type="presParOf" srcId="{9E0A1600-E366-41B3-8C43-F3C55C7948C6}" destId="{AEACF30D-C638-4225-B761-3A7BF279F1B6}" srcOrd="7" destOrd="0" presId="urn:microsoft.com/office/officeart/2005/8/layout/vList2"/>
    <dgm:cxn modelId="{248AA153-C363-4733-BEE9-00C985E59E64}" type="presParOf" srcId="{9E0A1600-E366-41B3-8C43-F3C55C7948C6}" destId="{17ECDA40-E444-48DC-A33F-DF322103B01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533DC06-F312-407F-8AFE-763FE430D04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C76DF4-DAA1-4944-BE45-E485FC20A09F}">
      <dgm:prSet/>
      <dgm:spPr/>
      <dgm:t>
        <a:bodyPr/>
        <a:lstStyle/>
        <a:p>
          <a:r>
            <a:rPr lang="fr-FR"/>
            <a:t>Nature de l’incident (type de réseau touché, fuite, flamme, étincelle…).</a:t>
          </a:r>
          <a:endParaRPr lang="en-US"/>
        </a:p>
      </dgm:t>
    </dgm:pt>
    <dgm:pt modelId="{70258DAC-E29B-4DB9-8239-50695F52076F}" type="parTrans" cxnId="{DE404434-59E8-4CDA-94B5-D8E7A8CF0D7A}">
      <dgm:prSet/>
      <dgm:spPr/>
      <dgm:t>
        <a:bodyPr/>
        <a:lstStyle/>
        <a:p>
          <a:endParaRPr lang="en-US"/>
        </a:p>
      </dgm:t>
    </dgm:pt>
    <dgm:pt modelId="{004B5A1B-7BB8-4B47-A3DB-27CFAB674978}" type="sibTrans" cxnId="{DE404434-59E8-4CDA-94B5-D8E7A8CF0D7A}">
      <dgm:prSet/>
      <dgm:spPr/>
      <dgm:t>
        <a:bodyPr/>
        <a:lstStyle/>
        <a:p>
          <a:endParaRPr lang="en-US"/>
        </a:p>
      </dgm:t>
    </dgm:pt>
    <dgm:pt modelId="{05979159-67D7-48F0-A615-52C285E38093}">
      <dgm:prSet/>
      <dgm:spPr/>
      <dgm:t>
        <a:bodyPr/>
        <a:lstStyle/>
        <a:p>
          <a:r>
            <a:rPr lang="fr-FR"/>
            <a:t>Lieu exact de l’incident (adresse, points de repère).</a:t>
          </a:r>
          <a:endParaRPr lang="en-US"/>
        </a:p>
      </dgm:t>
    </dgm:pt>
    <dgm:pt modelId="{7A6F8AC0-7332-473B-84BB-F44D636502F3}" type="parTrans" cxnId="{435C4D01-A117-4FA6-82E3-931BD617E73B}">
      <dgm:prSet/>
      <dgm:spPr/>
      <dgm:t>
        <a:bodyPr/>
        <a:lstStyle/>
        <a:p>
          <a:endParaRPr lang="en-US"/>
        </a:p>
      </dgm:t>
    </dgm:pt>
    <dgm:pt modelId="{3CC4F087-C639-4609-8A14-D9EACD902CD0}" type="sibTrans" cxnId="{435C4D01-A117-4FA6-82E3-931BD617E73B}">
      <dgm:prSet/>
      <dgm:spPr/>
      <dgm:t>
        <a:bodyPr/>
        <a:lstStyle/>
        <a:p>
          <a:endParaRPr lang="en-US"/>
        </a:p>
      </dgm:t>
    </dgm:pt>
    <dgm:pt modelId="{3166E321-53AA-49B4-8EC8-7DDB32A9C693}">
      <dgm:prSet/>
      <dgm:spPr/>
      <dgm:t>
        <a:bodyPr/>
        <a:lstStyle/>
        <a:p>
          <a:r>
            <a:rPr lang="fr-FR"/>
            <a:t>Heure et circonstances de l’endommagement.</a:t>
          </a:r>
          <a:endParaRPr lang="en-US"/>
        </a:p>
      </dgm:t>
    </dgm:pt>
    <dgm:pt modelId="{72A55F89-CD2A-4A23-A289-423021439B08}" type="parTrans" cxnId="{DF9BAD65-26B8-4CB8-8E4A-3BB97D22AC84}">
      <dgm:prSet/>
      <dgm:spPr/>
      <dgm:t>
        <a:bodyPr/>
        <a:lstStyle/>
        <a:p>
          <a:endParaRPr lang="en-US"/>
        </a:p>
      </dgm:t>
    </dgm:pt>
    <dgm:pt modelId="{34541757-1C2C-489A-8595-5477C22FC4DC}" type="sibTrans" cxnId="{DF9BAD65-26B8-4CB8-8E4A-3BB97D22AC84}">
      <dgm:prSet/>
      <dgm:spPr/>
      <dgm:t>
        <a:bodyPr/>
        <a:lstStyle/>
        <a:p>
          <a:endParaRPr lang="en-US"/>
        </a:p>
      </dgm:t>
    </dgm:pt>
    <dgm:pt modelId="{0D61E9A3-0670-4726-AD94-81F90A0745F5}">
      <dgm:prSet/>
      <dgm:spPr/>
      <dgm:t>
        <a:bodyPr/>
        <a:lstStyle/>
        <a:p>
          <a:r>
            <a:rPr lang="fr-FR"/>
            <a:t>Mesures déjà prises (évacuation, isolement…).</a:t>
          </a:r>
          <a:endParaRPr lang="en-US"/>
        </a:p>
      </dgm:t>
    </dgm:pt>
    <dgm:pt modelId="{C9F68FF3-D483-4DED-8B5F-E4E15B07FDE3}" type="parTrans" cxnId="{789FB172-8E51-48D0-99F9-0D22799FC2F6}">
      <dgm:prSet/>
      <dgm:spPr/>
      <dgm:t>
        <a:bodyPr/>
        <a:lstStyle/>
        <a:p>
          <a:endParaRPr lang="en-US"/>
        </a:p>
      </dgm:t>
    </dgm:pt>
    <dgm:pt modelId="{D27BF431-E7DD-4ADD-A1EC-3E3EE6B3543B}" type="sibTrans" cxnId="{789FB172-8E51-48D0-99F9-0D22799FC2F6}">
      <dgm:prSet/>
      <dgm:spPr/>
      <dgm:t>
        <a:bodyPr/>
        <a:lstStyle/>
        <a:p>
          <a:endParaRPr lang="en-US"/>
        </a:p>
      </dgm:t>
    </dgm:pt>
    <dgm:pt modelId="{F022CC4C-66EF-413F-A4B1-97F929EFB782}" type="pres">
      <dgm:prSet presAssocID="{F533DC06-F312-407F-8AFE-763FE430D040}" presName="root" presStyleCnt="0">
        <dgm:presLayoutVars>
          <dgm:dir/>
          <dgm:resizeHandles val="exact"/>
        </dgm:presLayoutVars>
      </dgm:prSet>
      <dgm:spPr/>
    </dgm:pt>
    <dgm:pt modelId="{209FB6FB-C52D-44DD-9DDA-1A9008BC2F37}" type="pres">
      <dgm:prSet presAssocID="{5DC76DF4-DAA1-4944-BE45-E485FC20A09F}" presName="compNode" presStyleCnt="0"/>
      <dgm:spPr/>
    </dgm:pt>
    <dgm:pt modelId="{EFE37CAD-010E-45FA-91F1-1CF492533F15}" type="pres">
      <dgm:prSet presAssocID="{5DC76DF4-DAA1-4944-BE45-E485FC20A09F}" presName="bgRect" presStyleLbl="bgShp" presStyleIdx="0" presStyleCnt="4"/>
      <dgm:spPr/>
    </dgm:pt>
    <dgm:pt modelId="{39D84147-CB3B-496B-8DC3-A5926BA83522}" type="pres">
      <dgm:prSet presAssocID="{5DC76DF4-DAA1-4944-BE45-E485FC20A09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erge magique"/>
        </a:ext>
      </dgm:extLst>
    </dgm:pt>
    <dgm:pt modelId="{D652D764-D49E-4A89-A60F-4BA23D37A0BD}" type="pres">
      <dgm:prSet presAssocID="{5DC76DF4-DAA1-4944-BE45-E485FC20A09F}" presName="spaceRect" presStyleCnt="0"/>
      <dgm:spPr/>
    </dgm:pt>
    <dgm:pt modelId="{CEA2F44A-64F6-42B1-9037-3C4131D06BD2}" type="pres">
      <dgm:prSet presAssocID="{5DC76DF4-DAA1-4944-BE45-E485FC20A09F}" presName="parTx" presStyleLbl="revTx" presStyleIdx="0" presStyleCnt="4">
        <dgm:presLayoutVars>
          <dgm:chMax val="0"/>
          <dgm:chPref val="0"/>
        </dgm:presLayoutVars>
      </dgm:prSet>
      <dgm:spPr/>
    </dgm:pt>
    <dgm:pt modelId="{D779829B-D04B-40D1-9003-826B856D5EBB}" type="pres">
      <dgm:prSet presAssocID="{004B5A1B-7BB8-4B47-A3DB-27CFAB674978}" presName="sibTrans" presStyleCnt="0"/>
      <dgm:spPr/>
    </dgm:pt>
    <dgm:pt modelId="{A687C1AF-3847-40EF-B5FF-370475559D2B}" type="pres">
      <dgm:prSet presAssocID="{05979159-67D7-48F0-A615-52C285E38093}" presName="compNode" presStyleCnt="0"/>
      <dgm:spPr/>
    </dgm:pt>
    <dgm:pt modelId="{B117C695-12C3-4FE7-AAB3-B93B3B889361}" type="pres">
      <dgm:prSet presAssocID="{05979159-67D7-48F0-A615-52C285E38093}" presName="bgRect" presStyleLbl="bgShp" presStyleIdx="1" presStyleCnt="4"/>
      <dgm:spPr/>
    </dgm:pt>
    <dgm:pt modelId="{673BC42E-1766-48F8-83E6-FA6C23140207}" type="pres">
      <dgm:prSet presAssocID="{05979159-67D7-48F0-A615-52C285E3809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byrinthe"/>
        </a:ext>
      </dgm:extLst>
    </dgm:pt>
    <dgm:pt modelId="{E434F410-5601-4C66-83D6-5675A9ABEF03}" type="pres">
      <dgm:prSet presAssocID="{05979159-67D7-48F0-A615-52C285E38093}" presName="spaceRect" presStyleCnt="0"/>
      <dgm:spPr/>
    </dgm:pt>
    <dgm:pt modelId="{38FDE300-B309-4E99-85C6-1CBEE078B05E}" type="pres">
      <dgm:prSet presAssocID="{05979159-67D7-48F0-A615-52C285E38093}" presName="parTx" presStyleLbl="revTx" presStyleIdx="1" presStyleCnt="4">
        <dgm:presLayoutVars>
          <dgm:chMax val="0"/>
          <dgm:chPref val="0"/>
        </dgm:presLayoutVars>
      </dgm:prSet>
      <dgm:spPr/>
    </dgm:pt>
    <dgm:pt modelId="{9037245E-FA39-4EDF-A890-5A8A1EEFC145}" type="pres">
      <dgm:prSet presAssocID="{3CC4F087-C639-4609-8A14-D9EACD902CD0}" presName="sibTrans" presStyleCnt="0"/>
      <dgm:spPr/>
    </dgm:pt>
    <dgm:pt modelId="{06C96CBF-D832-4D72-9B44-B11C5B193E00}" type="pres">
      <dgm:prSet presAssocID="{3166E321-53AA-49B4-8EC8-7DDB32A9C693}" presName="compNode" presStyleCnt="0"/>
      <dgm:spPr/>
    </dgm:pt>
    <dgm:pt modelId="{DBF5E488-B99E-4928-BA59-236599B3B027}" type="pres">
      <dgm:prSet presAssocID="{3166E321-53AA-49B4-8EC8-7DDB32A9C693}" presName="bgRect" presStyleLbl="bgShp" presStyleIdx="2" presStyleCnt="4"/>
      <dgm:spPr/>
    </dgm:pt>
    <dgm:pt modelId="{A2C706A4-0B21-4697-957F-85CB12FBE8E3}" type="pres">
      <dgm:prSet presAssocID="{3166E321-53AA-49B4-8EC8-7DDB32A9C69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nset scene"/>
        </a:ext>
      </dgm:extLst>
    </dgm:pt>
    <dgm:pt modelId="{AB5B37C0-A28B-4513-A7BA-49163A4CAAA7}" type="pres">
      <dgm:prSet presAssocID="{3166E321-53AA-49B4-8EC8-7DDB32A9C693}" presName="spaceRect" presStyleCnt="0"/>
      <dgm:spPr/>
    </dgm:pt>
    <dgm:pt modelId="{4D7D8D27-1955-414F-9B06-D19A35F4C4DC}" type="pres">
      <dgm:prSet presAssocID="{3166E321-53AA-49B4-8EC8-7DDB32A9C693}" presName="parTx" presStyleLbl="revTx" presStyleIdx="2" presStyleCnt="4">
        <dgm:presLayoutVars>
          <dgm:chMax val="0"/>
          <dgm:chPref val="0"/>
        </dgm:presLayoutVars>
      </dgm:prSet>
      <dgm:spPr/>
    </dgm:pt>
    <dgm:pt modelId="{9B038E5F-06DB-44A9-A97B-F7AD9428CD25}" type="pres">
      <dgm:prSet presAssocID="{34541757-1C2C-489A-8595-5477C22FC4DC}" presName="sibTrans" presStyleCnt="0"/>
      <dgm:spPr/>
    </dgm:pt>
    <dgm:pt modelId="{BC8CCF48-139C-4D57-BF4F-2C22AB658660}" type="pres">
      <dgm:prSet presAssocID="{0D61E9A3-0670-4726-AD94-81F90A0745F5}" presName="compNode" presStyleCnt="0"/>
      <dgm:spPr/>
    </dgm:pt>
    <dgm:pt modelId="{99C202DB-7295-42A6-BFFD-24B433135DAE}" type="pres">
      <dgm:prSet presAssocID="{0D61E9A3-0670-4726-AD94-81F90A0745F5}" presName="bgRect" presStyleLbl="bgShp" presStyleIdx="3" presStyleCnt="4"/>
      <dgm:spPr/>
    </dgm:pt>
    <dgm:pt modelId="{D753C434-F653-49C7-A9BB-3D528DE28424}" type="pres">
      <dgm:prSet presAssocID="{0D61E9A3-0670-4726-AD94-81F90A0745F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ègle"/>
        </a:ext>
      </dgm:extLst>
    </dgm:pt>
    <dgm:pt modelId="{6C629DE5-D4E4-4CF9-931F-B583FAE22D2F}" type="pres">
      <dgm:prSet presAssocID="{0D61E9A3-0670-4726-AD94-81F90A0745F5}" presName="spaceRect" presStyleCnt="0"/>
      <dgm:spPr/>
    </dgm:pt>
    <dgm:pt modelId="{4FAD7856-8D34-451A-9D1D-B5EE15F5E6E6}" type="pres">
      <dgm:prSet presAssocID="{0D61E9A3-0670-4726-AD94-81F90A0745F5}" presName="parTx" presStyleLbl="revTx" presStyleIdx="3" presStyleCnt="4">
        <dgm:presLayoutVars>
          <dgm:chMax val="0"/>
          <dgm:chPref val="0"/>
        </dgm:presLayoutVars>
      </dgm:prSet>
      <dgm:spPr/>
    </dgm:pt>
  </dgm:ptLst>
  <dgm:cxnLst>
    <dgm:cxn modelId="{435C4D01-A117-4FA6-82E3-931BD617E73B}" srcId="{F533DC06-F312-407F-8AFE-763FE430D040}" destId="{05979159-67D7-48F0-A615-52C285E38093}" srcOrd="1" destOrd="0" parTransId="{7A6F8AC0-7332-473B-84BB-F44D636502F3}" sibTransId="{3CC4F087-C639-4609-8A14-D9EACD902CD0}"/>
    <dgm:cxn modelId="{734F7405-2B3E-41F8-9FD3-14F12AC545DA}" type="presOf" srcId="{0D61E9A3-0670-4726-AD94-81F90A0745F5}" destId="{4FAD7856-8D34-451A-9D1D-B5EE15F5E6E6}" srcOrd="0" destOrd="0" presId="urn:microsoft.com/office/officeart/2018/2/layout/IconVerticalSolidList"/>
    <dgm:cxn modelId="{DE404434-59E8-4CDA-94B5-D8E7A8CF0D7A}" srcId="{F533DC06-F312-407F-8AFE-763FE430D040}" destId="{5DC76DF4-DAA1-4944-BE45-E485FC20A09F}" srcOrd="0" destOrd="0" parTransId="{70258DAC-E29B-4DB9-8239-50695F52076F}" sibTransId="{004B5A1B-7BB8-4B47-A3DB-27CFAB674978}"/>
    <dgm:cxn modelId="{99087B42-F635-4B81-AC31-31FE4314D159}" type="presOf" srcId="{F533DC06-F312-407F-8AFE-763FE430D040}" destId="{F022CC4C-66EF-413F-A4B1-97F929EFB782}" srcOrd="0" destOrd="0" presId="urn:microsoft.com/office/officeart/2018/2/layout/IconVerticalSolidList"/>
    <dgm:cxn modelId="{DF9BAD65-26B8-4CB8-8E4A-3BB97D22AC84}" srcId="{F533DC06-F312-407F-8AFE-763FE430D040}" destId="{3166E321-53AA-49B4-8EC8-7DDB32A9C693}" srcOrd="2" destOrd="0" parTransId="{72A55F89-CD2A-4A23-A289-423021439B08}" sibTransId="{34541757-1C2C-489A-8595-5477C22FC4DC}"/>
    <dgm:cxn modelId="{789FB172-8E51-48D0-99F9-0D22799FC2F6}" srcId="{F533DC06-F312-407F-8AFE-763FE430D040}" destId="{0D61E9A3-0670-4726-AD94-81F90A0745F5}" srcOrd="3" destOrd="0" parTransId="{C9F68FF3-D483-4DED-8B5F-E4E15B07FDE3}" sibTransId="{D27BF431-E7DD-4ADD-A1EC-3E3EE6B3543B}"/>
    <dgm:cxn modelId="{651F2689-957E-4660-AEC5-6D61381C8995}" type="presOf" srcId="{5DC76DF4-DAA1-4944-BE45-E485FC20A09F}" destId="{CEA2F44A-64F6-42B1-9037-3C4131D06BD2}" srcOrd="0" destOrd="0" presId="urn:microsoft.com/office/officeart/2018/2/layout/IconVerticalSolidList"/>
    <dgm:cxn modelId="{289769F3-C4ED-474B-B021-933BF39E9A8F}" type="presOf" srcId="{05979159-67D7-48F0-A615-52C285E38093}" destId="{38FDE300-B309-4E99-85C6-1CBEE078B05E}" srcOrd="0" destOrd="0" presId="urn:microsoft.com/office/officeart/2018/2/layout/IconVerticalSolidList"/>
    <dgm:cxn modelId="{8DFD60FD-507A-4108-8222-BA390AFC4FAD}" type="presOf" srcId="{3166E321-53AA-49B4-8EC8-7DDB32A9C693}" destId="{4D7D8D27-1955-414F-9B06-D19A35F4C4DC}" srcOrd="0" destOrd="0" presId="urn:microsoft.com/office/officeart/2018/2/layout/IconVerticalSolidList"/>
    <dgm:cxn modelId="{C0A600CB-68A2-4124-82AE-8704DCE429AA}" type="presParOf" srcId="{F022CC4C-66EF-413F-A4B1-97F929EFB782}" destId="{209FB6FB-C52D-44DD-9DDA-1A9008BC2F37}" srcOrd="0" destOrd="0" presId="urn:microsoft.com/office/officeart/2018/2/layout/IconVerticalSolidList"/>
    <dgm:cxn modelId="{86B195A4-0AAE-41F1-B2B8-D1C0E386472F}" type="presParOf" srcId="{209FB6FB-C52D-44DD-9DDA-1A9008BC2F37}" destId="{EFE37CAD-010E-45FA-91F1-1CF492533F15}" srcOrd="0" destOrd="0" presId="urn:microsoft.com/office/officeart/2018/2/layout/IconVerticalSolidList"/>
    <dgm:cxn modelId="{D7EF5E21-359A-4288-ADCF-A65DCC7B69E4}" type="presParOf" srcId="{209FB6FB-C52D-44DD-9DDA-1A9008BC2F37}" destId="{39D84147-CB3B-496B-8DC3-A5926BA83522}" srcOrd="1" destOrd="0" presId="urn:microsoft.com/office/officeart/2018/2/layout/IconVerticalSolidList"/>
    <dgm:cxn modelId="{4B01AEA1-F625-4D43-8C85-76F00AE12081}" type="presParOf" srcId="{209FB6FB-C52D-44DD-9DDA-1A9008BC2F37}" destId="{D652D764-D49E-4A89-A60F-4BA23D37A0BD}" srcOrd="2" destOrd="0" presId="urn:microsoft.com/office/officeart/2018/2/layout/IconVerticalSolidList"/>
    <dgm:cxn modelId="{F3436F9D-E144-4041-B357-56045F7C8D3A}" type="presParOf" srcId="{209FB6FB-C52D-44DD-9DDA-1A9008BC2F37}" destId="{CEA2F44A-64F6-42B1-9037-3C4131D06BD2}" srcOrd="3" destOrd="0" presId="urn:microsoft.com/office/officeart/2018/2/layout/IconVerticalSolidList"/>
    <dgm:cxn modelId="{02CA5707-320A-4F97-92DF-B230B38F4A1C}" type="presParOf" srcId="{F022CC4C-66EF-413F-A4B1-97F929EFB782}" destId="{D779829B-D04B-40D1-9003-826B856D5EBB}" srcOrd="1" destOrd="0" presId="urn:microsoft.com/office/officeart/2018/2/layout/IconVerticalSolidList"/>
    <dgm:cxn modelId="{5AC03075-3D88-45C6-833D-9C732FB4DA7A}" type="presParOf" srcId="{F022CC4C-66EF-413F-A4B1-97F929EFB782}" destId="{A687C1AF-3847-40EF-B5FF-370475559D2B}" srcOrd="2" destOrd="0" presId="urn:microsoft.com/office/officeart/2018/2/layout/IconVerticalSolidList"/>
    <dgm:cxn modelId="{4EFE8468-791E-479B-BD3B-1F70F9F71C4C}" type="presParOf" srcId="{A687C1AF-3847-40EF-B5FF-370475559D2B}" destId="{B117C695-12C3-4FE7-AAB3-B93B3B889361}" srcOrd="0" destOrd="0" presId="urn:microsoft.com/office/officeart/2018/2/layout/IconVerticalSolidList"/>
    <dgm:cxn modelId="{CB6E801A-512C-4E5E-A534-41BF4D8F1330}" type="presParOf" srcId="{A687C1AF-3847-40EF-B5FF-370475559D2B}" destId="{673BC42E-1766-48F8-83E6-FA6C23140207}" srcOrd="1" destOrd="0" presId="urn:microsoft.com/office/officeart/2018/2/layout/IconVerticalSolidList"/>
    <dgm:cxn modelId="{F3C41DF4-E1B5-4EC5-A2BF-51302625FC38}" type="presParOf" srcId="{A687C1AF-3847-40EF-B5FF-370475559D2B}" destId="{E434F410-5601-4C66-83D6-5675A9ABEF03}" srcOrd="2" destOrd="0" presId="urn:microsoft.com/office/officeart/2018/2/layout/IconVerticalSolidList"/>
    <dgm:cxn modelId="{E30C0853-03B9-45E2-8C7F-36BCE3598C2E}" type="presParOf" srcId="{A687C1AF-3847-40EF-B5FF-370475559D2B}" destId="{38FDE300-B309-4E99-85C6-1CBEE078B05E}" srcOrd="3" destOrd="0" presId="urn:microsoft.com/office/officeart/2018/2/layout/IconVerticalSolidList"/>
    <dgm:cxn modelId="{A4A4F132-D260-4696-9050-54DB05919375}" type="presParOf" srcId="{F022CC4C-66EF-413F-A4B1-97F929EFB782}" destId="{9037245E-FA39-4EDF-A890-5A8A1EEFC145}" srcOrd="3" destOrd="0" presId="urn:microsoft.com/office/officeart/2018/2/layout/IconVerticalSolidList"/>
    <dgm:cxn modelId="{FF10EFAA-262D-4DA8-B9C2-965E1BC60E30}" type="presParOf" srcId="{F022CC4C-66EF-413F-A4B1-97F929EFB782}" destId="{06C96CBF-D832-4D72-9B44-B11C5B193E00}" srcOrd="4" destOrd="0" presId="urn:microsoft.com/office/officeart/2018/2/layout/IconVerticalSolidList"/>
    <dgm:cxn modelId="{33C89BFB-38BF-499F-B4FD-CC78523B7753}" type="presParOf" srcId="{06C96CBF-D832-4D72-9B44-B11C5B193E00}" destId="{DBF5E488-B99E-4928-BA59-236599B3B027}" srcOrd="0" destOrd="0" presId="urn:microsoft.com/office/officeart/2018/2/layout/IconVerticalSolidList"/>
    <dgm:cxn modelId="{3A2BEB38-A05D-45FF-A675-40ECEDA5D830}" type="presParOf" srcId="{06C96CBF-D832-4D72-9B44-B11C5B193E00}" destId="{A2C706A4-0B21-4697-957F-85CB12FBE8E3}" srcOrd="1" destOrd="0" presId="urn:microsoft.com/office/officeart/2018/2/layout/IconVerticalSolidList"/>
    <dgm:cxn modelId="{39C3CCC9-A70C-45F6-B2C4-547EC19100B0}" type="presParOf" srcId="{06C96CBF-D832-4D72-9B44-B11C5B193E00}" destId="{AB5B37C0-A28B-4513-A7BA-49163A4CAAA7}" srcOrd="2" destOrd="0" presId="urn:microsoft.com/office/officeart/2018/2/layout/IconVerticalSolidList"/>
    <dgm:cxn modelId="{7F05D87D-0D6D-424D-B5AD-4E6F0CE22BA5}" type="presParOf" srcId="{06C96CBF-D832-4D72-9B44-B11C5B193E00}" destId="{4D7D8D27-1955-414F-9B06-D19A35F4C4DC}" srcOrd="3" destOrd="0" presId="urn:microsoft.com/office/officeart/2018/2/layout/IconVerticalSolidList"/>
    <dgm:cxn modelId="{9128BED9-F90D-4A9A-8607-3323470E6A9E}" type="presParOf" srcId="{F022CC4C-66EF-413F-A4B1-97F929EFB782}" destId="{9B038E5F-06DB-44A9-A97B-F7AD9428CD25}" srcOrd="5" destOrd="0" presId="urn:microsoft.com/office/officeart/2018/2/layout/IconVerticalSolidList"/>
    <dgm:cxn modelId="{B950FA25-C69D-48D8-AD2F-81EC288206DF}" type="presParOf" srcId="{F022CC4C-66EF-413F-A4B1-97F929EFB782}" destId="{BC8CCF48-139C-4D57-BF4F-2C22AB658660}" srcOrd="6" destOrd="0" presId="urn:microsoft.com/office/officeart/2018/2/layout/IconVerticalSolidList"/>
    <dgm:cxn modelId="{CD66BC34-456A-4FED-B45E-F4CBCDB89A87}" type="presParOf" srcId="{BC8CCF48-139C-4D57-BF4F-2C22AB658660}" destId="{99C202DB-7295-42A6-BFFD-24B433135DAE}" srcOrd="0" destOrd="0" presId="urn:microsoft.com/office/officeart/2018/2/layout/IconVerticalSolidList"/>
    <dgm:cxn modelId="{185D88C2-6450-4FDE-ABFD-8F5785685A74}" type="presParOf" srcId="{BC8CCF48-139C-4D57-BF4F-2C22AB658660}" destId="{D753C434-F653-49C7-A9BB-3D528DE28424}" srcOrd="1" destOrd="0" presId="urn:microsoft.com/office/officeart/2018/2/layout/IconVerticalSolidList"/>
    <dgm:cxn modelId="{AE4CC64A-686C-4F9C-96C7-1F26E063643E}" type="presParOf" srcId="{BC8CCF48-139C-4D57-BF4F-2C22AB658660}" destId="{6C629DE5-D4E4-4CF9-931F-B583FAE22D2F}" srcOrd="2" destOrd="0" presId="urn:microsoft.com/office/officeart/2018/2/layout/IconVerticalSolidList"/>
    <dgm:cxn modelId="{87B18740-ED47-4EAB-83BD-6D6832A05558}" type="presParOf" srcId="{BC8CCF48-139C-4D57-BF4F-2C22AB658660}" destId="{4FAD7856-8D34-451A-9D1D-B5EE15F5E6E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2B6AD46-6EE0-4A48-A03E-6FBAFFB42224}"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433FF6E-DB51-4C12-89BB-97B7A7A0A6A8}">
      <dgm:prSet/>
      <dgm:spPr/>
      <dgm:t>
        <a:bodyPr/>
        <a:lstStyle/>
        <a:p>
          <a:r>
            <a:rPr lang="fr-FR"/>
            <a:t>Attendre les instructions de l’exploitant ou des secours avant toute reprise.</a:t>
          </a:r>
          <a:endParaRPr lang="en-US"/>
        </a:p>
      </dgm:t>
    </dgm:pt>
    <dgm:pt modelId="{CFD22CDC-54FE-45C6-AD8D-8ADDC0A38D80}" type="parTrans" cxnId="{EE7C104D-E4E8-4779-8EDE-84C67E0EC78C}">
      <dgm:prSet/>
      <dgm:spPr/>
      <dgm:t>
        <a:bodyPr/>
        <a:lstStyle/>
        <a:p>
          <a:endParaRPr lang="en-US"/>
        </a:p>
      </dgm:t>
    </dgm:pt>
    <dgm:pt modelId="{40107F9F-DFB6-4013-A8A8-D64755618E7E}" type="sibTrans" cxnId="{EE7C104D-E4E8-4779-8EDE-84C67E0EC78C}">
      <dgm:prSet/>
      <dgm:spPr/>
      <dgm:t>
        <a:bodyPr/>
        <a:lstStyle/>
        <a:p>
          <a:endParaRPr lang="en-US"/>
        </a:p>
      </dgm:t>
    </dgm:pt>
    <dgm:pt modelId="{FFED40E9-62EB-4C30-AFF1-318E2E22CF00}">
      <dgm:prSet/>
      <dgm:spPr/>
      <dgm:t>
        <a:bodyPr/>
        <a:lstStyle/>
        <a:p>
          <a:r>
            <a:rPr lang="fr-FR"/>
            <a:t>Participer au </a:t>
          </a:r>
          <a:r>
            <a:rPr lang="fr-FR" b="1"/>
            <a:t>retour d’expérience</a:t>
          </a:r>
          <a:r>
            <a:rPr lang="fr-FR"/>
            <a:t> (REX) si demandé.</a:t>
          </a:r>
          <a:endParaRPr lang="en-US"/>
        </a:p>
      </dgm:t>
    </dgm:pt>
    <dgm:pt modelId="{63239A31-98C5-4988-A850-4505D8BB8C7A}" type="parTrans" cxnId="{7CBDED4C-5A42-4360-9231-85BFCBA8C32A}">
      <dgm:prSet/>
      <dgm:spPr/>
      <dgm:t>
        <a:bodyPr/>
        <a:lstStyle/>
        <a:p>
          <a:endParaRPr lang="en-US"/>
        </a:p>
      </dgm:t>
    </dgm:pt>
    <dgm:pt modelId="{07812088-5C42-42D7-8427-167A937E810A}" type="sibTrans" cxnId="{7CBDED4C-5A42-4360-9231-85BFCBA8C32A}">
      <dgm:prSet/>
      <dgm:spPr/>
      <dgm:t>
        <a:bodyPr/>
        <a:lstStyle/>
        <a:p>
          <a:endParaRPr lang="en-US"/>
        </a:p>
      </dgm:t>
    </dgm:pt>
    <dgm:pt modelId="{4F6BF765-CA64-4341-96CA-AC6379B336C2}">
      <dgm:prSet/>
      <dgm:spPr/>
      <dgm:t>
        <a:bodyPr/>
        <a:lstStyle/>
        <a:p>
          <a:r>
            <a:rPr lang="fr-FR"/>
            <a:t>Un compte-rendu écrit peut être demandé par le maître d’ouvrage ou le coordonnateur SPS.</a:t>
          </a:r>
          <a:endParaRPr lang="en-US"/>
        </a:p>
      </dgm:t>
    </dgm:pt>
    <dgm:pt modelId="{81817CA9-B0D4-4357-ACD7-F881C1F4EFD9}" type="parTrans" cxnId="{07F896B6-98C1-4B54-8743-A4F53DD666FD}">
      <dgm:prSet/>
      <dgm:spPr/>
      <dgm:t>
        <a:bodyPr/>
        <a:lstStyle/>
        <a:p>
          <a:endParaRPr lang="en-US"/>
        </a:p>
      </dgm:t>
    </dgm:pt>
    <dgm:pt modelId="{5189571C-7463-4517-87D4-72D9F7948169}" type="sibTrans" cxnId="{07F896B6-98C1-4B54-8743-A4F53DD666FD}">
      <dgm:prSet/>
      <dgm:spPr/>
      <dgm:t>
        <a:bodyPr/>
        <a:lstStyle/>
        <a:p>
          <a:endParaRPr lang="en-US"/>
        </a:p>
      </dgm:t>
    </dgm:pt>
    <dgm:pt modelId="{376DAF78-041A-46C6-B04E-A3A628C62240}" type="pres">
      <dgm:prSet presAssocID="{F2B6AD46-6EE0-4A48-A03E-6FBAFFB42224}" presName="vert0" presStyleCnt="0">
        <dgm:presLayoutVars>
          <dgm:dir/>
          <dgm:animOne val="branch"/>
          <dgm:animLvl val="lvl"/>
        </dgm:presLayoutVars>
      </dgm:prSet>
      <dgm:spPr/>
    </dgm:pt>
    <dgm:pt modelId="{F923C016-C9CC-4DB3-B168-B8FD30B85360}" type="pres">
      <dgm:prSet presAssocID="{9433FF6E-DB51-4C12-89BB-97B7A7A0A6A8}" presName="thickLine" presStyleLbl="alignNode1" presStyleIdx="0" presStyleCnt="3"/>
      <dgm:spPr/>
    </dgm:pt>
    <dgm:pt modelId="{5F1D23A7-CB08-45DB-84BA-F8EA5677C212}" type="pres">
      <dgm:prSet presAssocID="{9433FF6E-DB51-4C12-89BB-97B7A7A0A6A8}" presName="horz1" presStyleCnt="0"/>
      <dgm:spPr/>
    </dgm:pt>
    <dgm:pt modelId="{DCE1539F-22E2-4FBF-8006-2AB23840953D}" type="pres">
      <dgm:prSet presAssocID="{9433FF6E-DB51-4C12-89BB-97B7A7A0A6A8}" presName="tx1" presStyleLbl="revTx" presStyleIdx="0" presStyleCnt="3"/>
      <dgm:spPr/>
    </dgm:pt>
    <dgm:pt modelId="{9E44C2DA-0B6A-4B83-BDB8-C159112A67BD}" type="pres">
      <dgm:prSet presAssocID="{9433FF6E-DB51-4C12-89BB-97B7A7A0A6A8}" presName="vert1" presStyleCnt="0"/>
      <dgm:spPr/>
    </dgm:pt>
    <dgm:pt modelId="{3054D074-D620-41C2-9B67-824FE791138D}" type="pres">
      <dgm:prSet presAssocID="{FFED40E9-62EB-4C30-AFF1-318E2E22CF00}" presName="thickLine" presStyleLbl="alignNode1" presStyleIdx="1" presStyleCnt="3"/>
      <dgm:spPr/>
    </dgm:pt>
    <dgm:pt modelId="{7FBF1613-3C5E-4E9A-A2EE-DC5B462BAAC8}" type="pres">
      <dgm:prSet presAssocID="{FFED40E9-62EB-4C30-AFF1-318E2E22CF00}" presName="horz1" presStyleCnt="0"/>
      <dgm:spPr/>
    </dgm:pt>
    <dgm:pt modelId="{C1FCA3D5-7DC3-4DCE-AB6A-7C56218C0FCB}" type="pres">
      <dgm:prSet presAssocID="{FFED40E9-62EB-4C30-AFF1-318E2E22CF00}" presName="tx1" presStyleLbl="revTx" presStyleIdx="1" presStyleCnt="3"/>
      <dgm:spPr/>
    </dgm:pt>
    <dgm:pt modelId="{D210C9D0-2E81-4A19-A7A2-0247CD6B1D86}" type="pres">
      <dgm:prSet presAssocID="{FFED40E9-62EB-4C30-AFF1-318E2E22CF00}" presName="vert1" presStyleCnt="0"/>
      <dgm:spPr/>
    </dgm:pt>
    <dgm:pt modelId="{CB344F57-D7D0-4768-9EDD-91CB42300BAF}" type="pres">
      <dgm:prSet presAssocID="{4F6BF765-CA64-4341-96CA-AC6379B336C2}" presName="thickLine" presStyleLbl="alignNode1" presStyleIdx="2" presStyleCnt="3"/>
      <dgm:spPr/>
    </dgm:pt>
    <dgm:pt modelId="{A8B3D12D-630C-4881-85A4-47291A226A69}" type="pres">
      <dgm:prSet presAssocID="{4F6BF765-CA64-4341-96CA-AC6379B336C2}" presName="horz1" presStyleCnt="0"/>
      <dgm:spPr/>
    </dgm:pt>
    <dgm:pt modelId="{6A490160-EA29-4CD4-AD14-6DB209BF74B3}" type="pres">
      <dgm:prSet presAssocID="{4F6BF765-CA64-4341-96CA-AC6379B336C2}" presName="tx1" presStyleLbl="revTx" presStyleIdx="2" presStyleCnt="3"/>
      <dgm:spPr/>
    </dgm:pt>
    <dgm:pt modelId="{E85737DC-3735-4A6E-A16C-58811D6C78A3}" type="pres">
      <dgm:prSet presAssocID="{4F6BF765-CA64-4341-96CA-AC6379B336C2}" presName="vert1" presStyleCnt="0"/>
      <dgm:spPr/>
    </dgm:pt>
  </dgm:ptLst>
  <dgm:cxnLst>
    <dgm:cxn modelId="{9935A131-C99A-4078-9859-88B44007DE92}" type="presOf" srcId="{4F6BF765-CA64-4341-96CA-AC6379B336C2}" destId="{6A490160-EA29-4CD4-AD14-6DB209BF74B3}" srcOrd="0" destOrd="0" presId="urn:microsoft.com/office/officeart/2008/layout/LinedList"/>
    <dgm:cxn modelId="{CBCE7633-5DB4-4403-B984-DA2440611A34}" type="presOf" srcId="{F2B6AD46-6EE0-4A48-A03E-6FBAFFB42224}" destId="{376DAF78-041A-46C6-B04E-A3A628C62240}" srcOrd="0" destOrd="0" presId="urn:microsoft.com/office/officeart/2008/layout/LinedList"/>
    <dgm:cxn modelId="{7CBDED4C-5A42-4360-9231-85BFCBA8C32A}" srcId="{F2B6AD46-6EE0-4A48-A03E-6FBAFFB42224}" destId="{FFED40E9-62EB-4C30-AFF1-318E2E22CF00}" srcOrd="1" destOrd="0" parTransId="{63239A31-98C5-4988-A850-4505D8BB8C7A}" sibTransId="{07812088-5C42-42D7-8427-167A937E810A}"/>
    <dgm:cxn modelId="{EE7C104D-E4E8-4779-8EDE-84C67E0EC78C}" srcId="{F2B6AD46-6EE0-4A48-A03E-6FBAFFB42224}" destId="{9433FF6E-DB51-4C12-89BB-97B7A7A0A6A8}" srcOrd="0" destOrd="0" parTransId="{CFD22CDC-54FE-45C6-AD8D-8ADDC0A38D80}" sibTransId="{40107F9F-DFB6-4013-A8A8-D64755618E7E}"/>
    <dgm:cxn modelId="{01FF3E59-E73A-4349-9BE9-CE57CD4212B2}" type="presOf" srcId="{FFED40E9-62EB-4C30-AFF1-318E2E22CF00}" destId="{C1FCA3D5-7DC3-4DCE-AB6A-7C56218C0FCB}" srcOrd="0" destOrd="0" presId="urn:microsoft.com/office/officeart/2008/layout/LinedList"/>
    <dgm:cxn modelId="{00FF0A83-2820-4FB5-8C5F-B1FCF8E27373}" type="presOf" srcId="{9433FF6E-DB51-4C12-89BB-97B7A7A0A6A8}" destId="{DCE1539F-22E2-4FBF-8006-2AB23840953D}" srcOrd="0" destOrd="0" presId="urn:microsoft.com/office/officeart/2008/layout/LinedList"/>
    <dgm:cxn modelId="{07F896B6-98C1-4B54-8743-A4F53DD666FD}" srcId="{F2B6AD46-6EE0-4A48-A03E-6FBAFFB42224}" destId="{4F6BF765-CA64-4341-96CA-AC6379B336C2}" srcOrd="2" destOrd="0" parTransId="{81817CA9-B0D4-4357-ACD7-F881C1F4EFD9}" sibTransId="{5189571C-7463-4517-87D4-72D9F7948169}"/>
    <dgm:cxn modelId="{9DFA9C14-6485-4109-BBA3-99A2A59C0C83}" type="presParOf" srcId="{376DAF78-041A-46C6-B04E-A3A628C62240}" destId="{F923C016-C9CC-4DB3-B168-B8FD30B85360}" srcOrd="0" destOrd="0" presId="urn:microsoft.com/office/officeart/2008/layout/LinedList"/>
    <dgm:cxn modelId="{783F8EE7-B417-44A3-B9B4-0ABEFDD041A8}" type="presParOf" srcId="{376DAF78-041A-46C6-B04E-A3A628C62240}" destId="{5F1D23A7-CB08-45DB-84BA-F8EA5677C212}" srcOrd="1" destOrd="0" presId="urn:microsoft.com/office/officeart/2008/layout/LinedList"/>
    <dgm:cxn modelId="{7C04BB7D-7B5C-452C-B42C-F9B20A35EB23}" type="presParOf" srcId="{5F1D23A7-CB08-45DB-84BA-F8EA5677C212}" destId="{DCE1539F-22E2-4FBF-8006-2AB23840953D}" srcOrd="0" destOrd="0" presId="urn:microsoft.com/office/officeart/2008/layout/LinedList"/>
    <dgm:cxn modelId="{8AFDDC10-BAFD-4BC6-B819-4E11FEB062DB}" type="presParOf" srcId="{5F1D23A7-CB08-45DB-84BA-F8EA5677C212}" destId="{9E44C2DA-0B6A-4B83-BDB8-C159112A67BD}" srcOrd="1" destOrd="0" presId="urn:microsoft.com/office/officeart/2008/layout/LinedList"/>
    <dgm:cxn modelId="{590E0770-3D15-419D-B5F2-BB30C3B903D0}" type="presParOf" srcId="{376DAF78-041A-46C6-B04E-A3A628C62240}" destId="{3054D074-D620-41C2-9B67-824FE791138D}" srcOrd="2" destOrd="0" presId="urn:microsoft.com/office/officeart/2008/layout/LinedList"/>
    <dgm:cxn modelId="{48EB2C9E-15A8-4C45-929A-990F762300AC}" type="presParOf" srcId="{376DAF78-041A-46C6-B04E-A3A628C62240}" destId="{7FBF1613-3C5E-4E9A-A2EE-DC5B462BAAC8}" srcOrd="3" destOrd="0" presId="urn:microsoft.com/office/officeart/2008/layout/LinedList"/>
    <dgm:cxn modelId="{24A065C1-8323-49E5-B0E9-E419947FB01E}" type="presParOf" srcId="{7FBF1613-3C5E-4E9A-A2EE-DC5B462BAAC8}" destId="{C1FCA3D5-7DC3-4DCE-AB6A-7C56218C0FCB}" srcOrd="0" destOrd="0" presId="urn:microsoft.com/office/officeart/2008/layout/LinedList"/>
    <dgm:cxn modelId="{CC7497BD-28C9-4C8C-B6D5-D113B772197D}" type="presParOf" srcId="{7FBF1613-3C5E-4E9A-A2EE-DC5B462BAAC8}" destId="{D210C9D0-2E81-4A19-A7A2-0247CD6B1D86}" srcOrd="1" destOrd="0" presId="urn:microsoft.com/office/officeart/2008/layout/LinedList"/>
    <dgm:cxn modelId="{79877066-FAA5-421C-B11D-9D4716C0D513}" type="presParOf" srcId="{376DAF78-041A-46C6-B04E-A3A628C62240}" destId="{CB344F57-D7D0-4768-9EDD-91CB42300BAF}" srcOrd="4" destOrd="0" presId="urn:microsoft.com/office/officeart/2008/layout/LinedList"/>
    <dgm:cxn modelId="{D6012D51-61B5-47FA-8CD1-75ADAD1BE695}" type="presParOf" srcId="{376DAF78-041A-46C6-B04E-A3A628C62240}" destId="{A8B3D12D-630C-4881-85A4-47291A226A69}" srcOrd="5" destOrd="0" presId="urn:microsoft.com/office/officeart/2008/layout/LinedList"/>
    <dgm:cxn modelId="{7A5209EE-A454-480C-A4BA-9BAC5D388C7D}" type="presParOf" srcId="{A8B3D12D-630C-4881-85A4-47291A226A69}" destId="{6A490160-EA29-4CD4-AD14-6DB209BF74B3}" srcOrd="0" destOrd="0" presId="urn:microsoft.com/office/officeart/2008/layout/LinedList"/>
    <dgm:cxn modelId="{3BAC979D-C8A2-4113-8546-FFC2B09241B7}" type="presParOf" srcId="{A8B3D12D-630C-4881-85A4-47291A226A69}" destId="{E85737DC-3735-4A6E-A16C-58811D6C78A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C9B080D-2CF5-4E10-BA07-8750891FB9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A6FE310-B6F5-4364-B91F-ABBF38934436}">
      <dgm:prSet/>
      <dgm:spPr/>
      <dgm:t>
        <a:bodyPr/>
        <a:lstStyle/>
        <a:p>
          <a:r>
            <a:rPr lang="fr-FR" b="1"/>
            <a:t>Objectifs pédagogiques :</a:t>
          </a:r>
          <a:endParaRPr lang="en-US"/>
        </a:p>
      </dgm:t>
    </dgm:pt>
    <dgm:pt modelId="{49DC7198-4BAF-4C54-AD8D-C8FB43D81606}" type="parTrans" cxnId="{E6674F17-9C53-4779-8547-A8F55D7C6776}">
      <dgm:prSet/>
      <dgm:spPr/>
      <dgm:t>
        <a:bodyPr/>
        <a:lstStyle/>
        <a:p>
          <a:endParaRPr lang="en-US"/>
        </a:p>
      </dgm:t>
    </dgm:pt>
    <dgm:pt modelId="{12F05589-0378-4468-AA2A-15D7A5BFFD54}" type="sibTrans" cxnId="{E6674F17-9C53-4779-8547-A8F55D7C6776}">
      <dgm:prSet/>
      <dgm:spPr/>
      <dgm:t>
        <a:bodyPr/>
        <a:lstStyle/>
        <a:p>
          <a:endParaRPr lang="en-US"/>
        </a:p>
      </dgm:t>
    </dgm:pt>
    <dgm:pt modelId="{71F5934C-6F83-4EDD-BC01-A4C8F7058A5C}">
      <dgm:prSet/>
      <dgm:spPr/>
      <dgm:t>
        <a:bodyPr/>
        <a:lstStyle/>
        <a:p>
          <a:r>
            <a:rPr lang="fr-FR"/>
            <a:t>Comprendre le rôle et les responsabilités de l’opérateur dans la prévention des dommages aux réseaux.</a:t>
          </a:r>
          <a:endParaRPr lang="en-US"/>
        </a:p>
      </dgm:t>
    </dgm:pt>
    <dgm:pt modelId="{4F1F6BF8-AAD3-4043-AE3A-491732B9A33D}" type="parTrans" cxnId="{B3146C48-F8A4-489E-BB68-0E0730D970F9}">
      <dgm:prSet/>
      <dgm:spPr/>
      <dgm:t>
        <a:bodyPr/>
        <a:lstStyle/>
        <a:p>
          <a:endParaRPr lang="en-US"/>
        </a:p>
      </dgm:t>
    </dgm:pt>
    <dgm:pt modelId="{F6C37ABD-7697-4C4C-A851-6654563F80BB}" type="sibTrans" cxnId="{B3146C48-F8A4-489E-BB68-0E0730D970F9}">
      <dgm:prSet/>
      <dgm:spPr/>
      <dgm:t>
        <a:bodyPr/>
        <a:lstStyle/>
        <a:p>
          <a:endParaRPr lang="en-US"/>
        </a:p>
      </dgm:t>
    </dgm:pt>
    <dgm:pt modelId="{A06D3A78-6E38-41FE-96BB-B0A1514DB015}">
      <dgm:prSet/>
      <dgm:spPr/>
      <dgm:t>
        <a:bodyPr/>
        <a:lstStyle/>
        <a:p>
          <a:r>
            <a:rPr lang="fr-FR"/>
            <a:t>Connaître les obligations réglementaires.</a:t>
          </a:r>
          <a:endParaRPr lang="en-US"/>
        </a:p>
      </dgm:t>
    </dgm:pt>
    <dgm:pt modelId="{B995F70B-B2A4-46DD-95F3-57AE80E02C15}" type="parTrans" cxnId="{B72EE681-5E79-4F5C-942C-FD5B5B71C0C1}">
      <dgm:prSet/>
      <dgm:spPr/>
      <dgm:t>
        <a:bodyPr/>
        <a:lstStyle/>
        <a:p>
          <a:endParaRPr lang="en-US"/>
        </a:p>
      </dgm:t>
    </dgm:pt>
    <dgm:pt modelId="{3657613A-77B8-42A0-A73E-6161E428D852}" type="sibTrans" cxnId="{B72EE681-5E79-4F5C-942C-FD5B5B71C0C1}">
      <dgm:prSet/>
      <dgm:spPr/>
      <dgm:t>
        <a:bodyPr/>
        <a:lstStyle/>
        <a:p>
          <a:endParaRPr lang="en-US"/>
        </a:p>
      </dgm:t>
    </dgm:pt>
    <dgm:pt modelId="{3EB2D766-74C5-469C-8387-4B495E374BBE}">
      <dgm:prSet/>
      <dgm:spPr/>
      <dgm:t>
        <a:bodyPr/>
        <a:lstStyle/>
        <a:p>
          <a:r>
            <a:rPr lang="fr-FR"/>
            <a:t>Agir de manière responsable et en conformité avec les règles de sécurité.</a:t>
          </a:r>
          <a:endParaRPr lang="en-US"/>
        </a:p>
      </dgm:t>
    </dgm:pt>
    <dgm:pt modelId="{2E574C4B-7BA2-4784-B85C-3F8572D5F557}" type="parTrans" cxnId="{F66E2056-67C3-4C06-932D-A8AFB812458B}">
      <dgm:prSet/>
      <dgm:spPr/>
      <dgm:t>
        <a:bodyPr/>
        <a:lstStyle/>
        <a:p>
          <a:endParaRPr lang="en-US"/>
        </a:p>
      </dgm:t>
    </dgm:pt>
    <dgm:pt modelId="{B258A8B1-4EA0-4495-984F-9AD0D9A8BA68}" type="sibTrans" cxnId="{F66E2056-67C3-4C06-932D-A8AFB812458B}">
      <dgm:prSet/>
      <dgm:spPr/>
      <dgm:t>
        <a:bodyPr/>
        <a:lstStyle/>
        <a:p>
          <a:endParaRPr lang="en-US"/>
        </a:p>
      </dgm:t>
    </dgm:pt>
    <dgm:pt modelId="{52735210-2901-4EFD-9DFD-CF347466FC9D}" type="pres">
      <dgm:prSet presAssocID="{2C9B080D-2CF5-4E10-BA07-8750891FB983}" presName="linear" presStyleCnt="0">
        <dgm:presLayoutVars>
          <dgm:animLvl val="lvl"/>
          <dgm:resizeHandles val="exact"/>
        </dgm:presLayoutVars>
      </dgm:prSet>
      <dgm:spPr/>
    </dgm:pt>
    <dgm:pt modelId="{63723962-BDA6-42E3-966A-3E06CF38FE84}" type="pres">
      <dgm:prSet presAssocID="{3A6FE310-B6F5-4364-B91F-ABBF38934436}" presName="parentText" presStyleLbl="node1" presStyleIdx="0" presStyleCnt="4">
        <dgm:presLayoutVars>
          <dgm:chMax val="0"/>
          <dgm:bulletEnabled val="1"/>
        </dgm:presLayoutVars>
      </dgm:prSet>
      <dgm:spPr/>
    </dgm:pt>
    <dgm:pt modelId="{1F19ED78-B3B0-4239-B650-0034529DCE2F}" type="pres">
      <dgm:prSet presAssocID="{12F05589-0378-4468-AA2A-15D7A5BFFD54}" presName="spacer" presStyleCnt="0"/>
      <dgm:spPr/>
    </dgm:pt>
    <dgm:pt modelId="{84AFFC08-58E6-4606-9FDF-680E48C03B71}" type="pres">
      <dgm:prSet presAssocID="{71F5934C-6F83-4EDD-BC01-A4C8F7058A5C}" presName="parentText" presStyleLbl="node1" presStyleIdx="1" presStyleCnt="4">
        <dgm:presLayoutVars>
          <dgm:chMax val="0"/>
          <dgm:bulletEnabled val="1"/>
        </dgm:presLayoutVars>
      </dgm:prSet>
      <dgm:spPr/>
    </dgm:pt>
    <dgm:pt modelId="{8944C4DD-94CC-42EA-82F2-E329EF7665FE}" type="pres">
      <dgm:prSet presAssocID="{F6C37ABD-7697-4C4C-A851-6654563F80BB}" presName="spacer" presStyleCnt="0"/>
      <dgm:spPr/>
    </dgm:pt>
    <dgm:pt modelId="{03860683-5B4E-4724-BB87-363F1F729DB0}" type="pres">
      <dgm:prSet presAssocID="{A06D3A78-6E38-41FE-96BB-B0A1514DB015}" presName="parentText" presStyleLbl="node1" presStyleIdx="2" presStyleCnt="4">
        <dgm:presLayoutVars>
          <dgm:chMax val="0"/>
          <dgm:bulletEnabled val="1"/>
        </dgm:presLayoutVars>
      </dgm:prSet>
      <dgm:spPr/>
    </dgm:pt>
    <dgm:pt modelId="{AEAE8EF6-15F4-40F8-941C-B87AF96AA780}" type="pres">
      <dgm:prSet presAssocID="{3657613A-77B8-42A0-A73E-6161E428D852}" presName="spacer" presStyleCnt="0"/>
      <dgm:spPr/>
    </dgm:pt>
    <dgm:pt modelId="{54F51195-EF85-4341-A572-4ABA26992D49}" type="pres">
      <dgm:prSet presAssocID="{3EB2D766-74C5-469C-8387-4B495E374BBE}" presName="parentText" presStyleLbl="node1" presStyleIdx="3" presStyleCnt="4">
        <dgm:presLayoutVars>
          <dgm:chMax val="0"/>
          <dgm:bulletEnabled val="1"/>
        </dgm:presLayoutVars>
      </dgm:prSet>
      <dgm:spPr/>
    </dgm:pt>
  </dgm:ptLst>
  <dgm:cxnLst>
    <dgm:cxn modelId="{E6674F17-9C53-4779-8547-A8F55D7C6776}" srcId="{2C9B080D-2CF5-4E10-BA07-8750891FB983}" destId="{3A6FE310-B6F5-4364-B91F-ABBF38934436}" srcOrd="0" destOrd="0" parTransId="{49DC7198-4BAF-4C54-AD8D-C8FB43D81606}" sibTransId="{12F05589-0378-4468-AA2A-15D7A5BFFD54}"/>
    <dgm:cxn modelId="{B44B0824-3DE8-4352-B54A-B7B8A89E0B80}" type="presOf" srcId="{A06D3A78-6E38-41FE-96BB-B0A1514DB015}" destId="{03860683-5B4E-4724-BB87-363F1F729DB0}" srcOrd="0" destOrd="0" presId="urn:microsoft.com/office/officeart/2005/8/layout/vList2"/>
    <dgm:cxn modelId="{055FDC2C-038F-4CD6-ABC9-DF5C85C654E4}" type="presOf" srcId="{3A6FE310-B6F5-4364-B91F-ABBF38934436}" destId="{63723962-BDA6-42E3-966A-3E06CF38FE84}" srcOrd="0" destOrd="0" presId="urn:microsoft.com/office/officeart/2005/8/layout/vList2"/>
    <dgm:cxn modelId="{C6E14634-CD07-40AE-B47F-0BC2EC0DBEC7}" type="presOf" srcId="{71F5934C-6F83-4EDD-BC01-A4C8F7058A5C}" destId="{84AFFC08-58E6-4606-9FDF-680E48C03B71}" srcOrd="0" destOrd="0" presId="urn:microsoft.com/office/officeart/2005/8/layout/vList2"/>
    <dgm:cxn modelId="{B3146C48-F8A4-489E-BB68-0E0730D970F9}" srcId="{2C9B080D-2CF5-4E10-BA07-8750891FB983}" destId="{71F5934C-6F83-4EDD-BC01-A4C8F7058A5C}" srcOrd="1" destOrd="0" parTransId="{4F1F6BF8-AAD3-4043-AE3A-491732B9A33D}" sibTransId="{F6C37ABD-7697-4C4C-A851-6654563F80BB}"/>
    <dgm:cxn modelId="{49C8F250-326C-48E6-B7C0-C7601A201FB0}" type="presOf" srcId="{2C9B080D-2CF5-4E10-BA07-8750891FB983}" destId="{52735210-2901-4EFD-9DFD-CF347466FC9D}" srcOrd="0" destOrd="0" presId="urn:microsoft.com/office/officeart/2005/8/layout/vList2"/>
    <dgm:cxn modelId="{F66E2056-67C3-4C06-932D-A8AFB812458B}" srcId="{2C9B080D-2CF5-4E10-BA07-8750891FB983}" destId="{3EB2D766-74C5-469C-8387-4B495E374BBE}" srcOrd="3" destOrd="0" parTransId="{2E574C4B-7BA2-4784-B85C-3F8572D5F557}" sibTransId="{B258A8B1-4EA0-4495-984F-9AD0D9A8BA68}"/>
    <dgm:cxn modelId="{B72EE681-5E79-4F5C-942C-FD5B5B71C0C1}" srcId="{2C9B080D-2CF5-4E10-BA07-8750891FB983}" destId="{A06D3A78-6E38-41FE-96BB-B0A1514DB015}" srcOrd="2" destOrd="0" parTransId="{B995F70B-B2A4-46DD-95F3-57AE80E02C15}" sibTransId="{3657613A-77B8-42A0-A73E-6161E428D852}"/>
    <dgm:cxn modelId="{E206FFF8-4E43-4C0A-97A9-D57B4606EC0E}" type="presOf" srcId="{3EB2D766-74C5-469C-8387-4B495E374BBE}" destId="{54F51195-EF85-4341-A572-4ABA26992D49}" srcOrd="0" destOrd="0" presId="urn:microsoft.com/office/officeart/2005/8/layout/vList2"/>
    <dgm:cxn modelId="{449AC4BC-F1EB-4F6B-95D2-C7EF3CD7BD7F}" type="presParOf" srcId="{52735210-2901-4EFD-9DFD-CF347466FC9D}" destId="{63723962-BDA6-42E3-966A-3E06CF38FE84}" srcOrd="0" destOrd="0" presId="urn:microsoft.com/office/officeart/2005/8/layout/vList2"/>
    <dgm:cxn modelId="{2B64BCB0-8777-49B2-865A-E5BE54417C89}" type="presParOf" srcId="{52735210-2901-4EFD-9DFD-CF347466FC9D}" destId="{1F19ED78-B3B0-4239-B650-0034529DCE2F}" srcOrd="1" destOrd="0" presId="urn:microsoft.com/office/officeart/2005/8/layout/vList2"/>
    <dgm:cxn modelId="{4886E83D-8168-4D10-A5DB-2877619AA88A}" type="presParOf" srcId="{52735210-2901-4EFD-9DFD-CF347466FC9D}" destId="{84AFFC08-58E6-4606-9FDF-680E48C03B71}" srcOrd="2" destOrd="0" presId="urn:microsoft.com/office/officeart/2005/8/layout/vList2"/>
    <dgm:cxn modelId="{5BE9B184-C7F5-414C-AB71-482C12799259}" type="presParOf" srcId="{52735210-2901-4EFD-9DFD-CF347466FC9D}" destId="{8944C4DD-94CC-42EA-82F2-E329EF7665FE}" srcOrd="3" destOrd="0" presId="urn:microsoft.com/office/officeart/2005/8/layout/vList2"/>
    <dgm:cxn modelId="{CBFD6A0A-12DF-4BBD-92D3-C2C1B8FC63EF}" type="presParOf" srcId="{52735210-2901-4EFD-9DFD-CF347466FC9D}" destId="{03860683-5B4E-4724-BB87-363F1F729DB0}" srcOrd="4" destOrd="0" presId="urn:microsoft.com/office/officeart/2005/8/layout/vList2"/>
    <dgm:cxn modelId="{6E9274DB-BF0D-4FFD-AF35-C0630734A1BB}" type="presParOf" srcId="{52735210-2901-4EFD-9DFD-CF347466FC9D}" destId="{AEAE8EF6-15F4-40F8-941C-B87AF96AA780}" srcOrd="5" destOrd="0" presId="urn:microsoft.com/office/officeart/2005/8/layout/vList2"/>
    <dgm:cxn modelId="{511C2323-4B73-45FE-A426-FB80D8FC7C4F}" type="presParOf" srcId="{52735210-2901-4EFD-9DFD-CF347466FC9D}" destId="{54F51195-EF85-4341-A572-4ABA26992D4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4DBE803-E2E0-4DA2-B3E3-6CF683FA29F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83D59B6-ED16-4322-A4D5-C94971DA5051}">
      <dgm:prSet/>
      <dgm:spPr/>
      <dgm:t>
        <a:bodyPr/>
        <a:lstStyle/>
        <a:p>
          <a:r>
            <a:rPr lang="fr-FR"/>
            <a:t>L’opérateur doit être </a:t>
          </a:r>
          <a:r>
            <a:rPr lang="fr-FR" b="1"/>
            <a:t>formé et autorisé</a:t>
          </a:r>
          <a:r>
            <a:rPr lang="fr-FR"/>
            <a:t> à intervenir à proximité des réseaux sensibles.</a:t>
          </a:r>
          <a:endParaRPr lang="en-US"/>
        </a:p>
      </dgm:t>
    </dgm:pt>
    <dgm:pt modelId="{985E405E-5FF8-4DEF-95C0-CA0E6430A8F1}" type="parTrans" cxnId="{4264530A-6BC7-4BEC-B9F8-8EAD9DD7BA2B}">
      <dgm:prSet/>
      <dgm:spPr/>
      <dgm:t>
        <a:bodyPr/>
        <a:lstStyle/>
        <a:p>
          <a:endParaRPr lang="en-US"/>
        </a:p>
      </dgm:t>
    </dgm:pt>
    <dgm:pt modelId="{6EE30C74-B761-42F1-A611-BA3B91311E1D}" type="sibTrans" cxnId="{4264530A-6BC7-4BEC-B9F8-8EAD9DD7BA2B}">
      <dgm:prSet/>
      <dgm:spPr/>
      <dgm:t>
        <a:bodyPr/>
        <a:lstStyle/>
        <a:p>
          <a:endParaRPr lang="en-US"/>
        </a:p>
      </dgm:t>
    </dgm:pt>
    <dgm:pt modelId="{FB8A3661-9AF7-4258-8273-D4D50E111EAC}">
      <dgm:prSet/>
      <dgm:spPr/>
      <dgm:t>
        <a:bodyPr/>
        <a:lstStyle/>
        <a:p>
          <a:r>
            <a:rPr lang="fr-FR"/>
            <a:t>Il doit posséder une </a:t>
          </a:r>
          <a:r>
            <a:rPr lang="fr-FR" b="1"/>
            <a:t>Autorisation d’Intervention à Proximité des Réseaux (AIPR)</a:t>
          </a:r>
          <a:r>
            <a:rPr lang="fr-FR"/>
            <a:t> valide.</a:t>
          </a:r>
          <a:endParaRPr lang="en-US"/>
        </a:p>
      </dgm:t>
    </dgm:pt>
    <dgm:pt modelId="{DBC468D0-B2C1-47AB-9ADC-1822A8E936AB}" type="parTrans" cxnId="{CA0554B6-8D9C-4815-8464-F526F40E7A46}">
      <dgm:prSet/>
      <dgm:spPr/>
      <dgm:t>
        <a:bodyPr/>
        <a:lstStyle/>
        <a:p>
          <a:endParaRPr lang="en-US"/>
        </a:p>
      </dgm:t>
    </dgm:pt>
    <dgm:pt modelId="{86D3961E-42F3-4149-87CE-7CF0D5E74D41}" type="sibTrans" cxnId="{CA0554B6-8D9C-4815-8464-F526F40E7A46}">
      <dgm:prSet/>
      <dgm:spPr/>
      <dgm:t>
        <a:bodyPr/>
        <a:lstStyle/>
        <a:p>
          <a:endParaRPr lang="en-US"/>
        </a:p>
      </dgm:t>
    </dgm:pt>
    <dgm:pt modelId="{9423D9FB-7084-4F33-BD81-81462DA39888}">
      <dgm:prSet/>
      <dgm:spPr/>
      <dgm:t>
        <a:bodyPr/>
        <a:lstStyle/>
        <a:p>
          <a:r>
            <a:rPr lang="fr-FR"/>
            <a:t>Il doit </a:t>
          </a:r>
          <a:r>
            <a:rPr lang="fr-FR" b="1"/>
            <a:t>avoir connaissance du DCE (Dossier de Consultation des Entreprises)</a:t>
          </a:r>
          <a:r>
            <a:rPr lang="fr-FR"/>
            <a:t> et des plans de réseaux.</a:t>
          </a:r>
          <a:endParaRPr lang="en-US"/>
        </a:p>
      </dgm:t>
    </dgm:pt>
    <dgm:pt modelId="{FB5C9D34-9B64-4820-B100-A58226D88FB6}" type="parTrans" cxnId="{D17F7C16-1993-4A14-9052-E963EACC581E}">
      <dgm:prSet/>
      <dgm:spPr/>
      <dgm:t>
        <a:bodyPr/>
        <a:lstStyle/>
        <a:p>
          <a:endParaRPr lang="en-US"/>
        </a:p>
      </dgm:t>
    </dgm:pt>
    <dgm:pt modelId="{B6F3B2CC-1A2B-42B3-81AB-96A369FF2EC4}" type="sibTrans" cxnId="{D17F7C16-1993-4A14-9052-E963EACC581E}">
      <dgm:prSet/>
      <dgm:spPr/>
      <dgm:t>
        <a:bodyPr/>
        <a:lstStyle/>
        <a:p>
          <a:endParaRPr lang="en-US"/>
        </a:p>
      </dgm:t>
    </dgm:pt>
    <dgm:pt modelId="{28DA0FAC-3B26-4D28-A50B-7A51EDB6BBA9}">
      <dgm:prSet/>
      <dgm:spPr/>
      <dgm:t>
        <a:bodyPr/>
        <a:lstStyle/>
        <a:p>
          <a:r>
            <a:rPr lang="fr-FR"/>
            <a:t>Il doit </a:t>
          </a:r>
          <a:r>
            <a:rPr lang="fr-FR" b="1"/>
            <a:t>respecter les prescriptions du guide technique</a:t>
          </a:r>
          <a:r>
            <a:rPr lang="fr-FR"/>
            <a:t> issu de la réforme anti-endommagement (DT-DICT).</a:t>
          </a:r>
          <a:endParaRPr lang="en-US"/>
        </a:p>
      </dgm:t>
    </dgm:pt>
    <dgm:pt modelId="{0FBAD4FC-3911-4975-AFEE-2E0C359AFB75}" type="parTrans" cxnId="{C66111EF-0D28-449F-BA81-039DE0C4CBDE}">
      <dgm:prSet/>
      <dgm:spPr/>
      <dgm:t>
        <a:bodyPr/>
        <a:lstStyle/>
        <a:p>
          <a:endParaRPr lang="en-US"/>
        </a:p>
      </dgm:t>
    </dgm:pt>
    <dgm:pt modelId="{B2CB237B-8906-4990-92D8-67BBE055B754}" type="sibTrans" cxnId="{C66111EF-0D28-449F-BA81-039DE0C4CBDE}">
      <dgm:prSet/>
      <dgm:spPr/>
      <dgm:t>
        <a:bodyPr/>
        <a:lstStyle/>
        <a:p>
          <a:endParaRPr lang="en-US"/>
        </a:p>
      </dgm:t>
    </dgm:pt>
    <dgm:pt modelId="{64C4A992-D146-4A45-BA2F-826BCA562E3D}" type="pres">
      <dgm:prSet presAssocID="{54DBE803-E2E0-4DA2-B3E3-6CF683FA29FA}" presName="root" presStyleCnt="0">
        <dgm:presLayoutVars>
          <dgm:dir/>
          <dgm:resizeHandles val="exact"/>
        </dgm:presLayoutVars>
      </dgm:prSet>
      <dgm:spPr/>
    </dgm:pt>
    <dgm:pt modelId="{E01369E7-E36F-4459-8DAA-CCB25D7EBF88}" type="pres">
      <dgm:prSet presAssocID="{983D59B6-ED16-4322-A4D5-C94971DA5051}" presName="compNode" presStyleCnt="0"/>
      <dgm:spPr/>
    </dgm:pt>
    <dgm:pt modelId="{22ED15AC-0D98-441D-996D-317F36CE8516}" type="pres">
      <dgm:prSet presAssocID="{983D59B6-ED16-4322-A4D5-C94971DA5051}" presName="bgRect" presStyleLbl="bgShp" presStyleIdx="0" presStyleCnt="4"/>
      <dgm:spPr/>
    </dgm:pt>
    <dgm:pt modelId="{128CEF55-0F78-4113-9FD9-3CA1334DCED5}" type="pres">
      <dgm:prSet presAssocID="{983D59B6-ED16-4322-A4D5-C94971DA50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5539F686-B203-49A8-8E0A-1EF53CDE78E9}" type="pres">
      <dgm:prSet presAssocID="{983D59B6-ED16-4322-A4D5-C94971DA5051}" presName="spaceRect" presStyleCnt="0"/>
      <dgm:spPr/>
    </dgm:pt>
    <dgm:pt modelId="{0E666197-483F-4795-AFE8-D0D80929FF1D}" type="pres">
      <dgm:prSet presAssocID="{983D59B6-ED16-4322-A4D5-C94971DA5051}" presName="parTx" presStyleLbl="revTx" presStyleIdx="0" presStyleCnt="4">
        <dgm:presLayoutVars>
          <dgm:chMax val="0"/>
          <dgm:chPref val="0"/>
        </dgm:presLayoutVars>
      </dgm:prSet>
      <dgm:spPr/>
    </dgm:pt>
    <dgm:pt modelId="{8D364B67-412F-4428-86A4-E0D522EAF2A4}" type="pres">
      <dgm:prSet presAssocID="{6EE30C74-B761-42F1-A611-BA3B91311E1D}" presName="sibTrans" presStyleCnt="0"/>
      <dgm:spPr/>
    </dgm:pt>
    <dgm:pt modelId="{641FDF56-EF82-4FEF-9B5D-37F23D5509FD}" type="pres">
      <dgm:prSet presAssocID="{FB8A3661-9AF7-4258-8273-D4D50E111EAC}" presName="compNode" presStyleCnt="0"/>
      <dgm:spPr/>
    </dgm:pt>
    <dgm:pt modelId="{EA0727F1-02B3-4721-A913-5E1E0410D310}" type="pres">
      <dgm:prSet presAssocID="{FB8A3661-9AF7-4258-8273-D4D50E111EAC}" presName="bgRect" presStyleLbl="bgShp" presStyleIdx="1" presStyleCnt="4"/>
      <dgm:spPr/>
    </dgm:pt>
    <dgm:pt modelId="{62C9D4F3-8ECA-4764-B53D-FCFC9D46E235}" type="pres">
      <dgm:prSet presAssocID="{FB8A3661-9AF7-4258-8273-D4D50E111EA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éconnecté"/>
        </a:ext>
      </dgm:extLst>
    </dgm:pt>
    <dgm:pt modelId="{F1668430-0F34-429A-BEED-B7479F00E4ED}" type="pres">
      <dgm:prSet presAssocID="{FB8A3661-9AF7-4258-8273-D4D50E111EAC}" presName="spaceRect" presStyleCnt="0"/>
      <dgm:spPr/>
    </dgm:pt>
    <dgm:pt modelId="{AA9765A7-9747-4865-9E08-7A15EAE141F8}" type="pres">
      <dgm:prSet presAssocID="{FB8A3661-9AF7-4258-8273-D4D50E111EAC}" presName="parTx" presStyleLbl="revTx" presStyleIdx="1" presStyleCnt="4">
        <dgm:presLayoutVars>
          <dgm:chMax val="0"/>
          <dgm:chPref val="0"/>
        </dgm:presLayoutVars>
      </dgm:prSet>
      <dgm:spPr/>
    </dgm:pt>
    <dgm:pt modelId="{4D9F449B-E3CD-49AF-AF7D-D8D2F393FE2D}" type="pres">
      <dgm:prSet presAssocID="{86D3961E-42F3-4149-87CE-7CF0D5E74D41}" presName="sibTrans" presStyleCnt="0"/>
      <dgm:spPr/>
    </dgm:pt>
    <dgm:pt modelId="{16F7E55A-F097-48DA-B8EC-3FF46E059AFF}" type="pres">
      <dgm:prSet presAssocID="{9423D9FB-7084-4F33-BD81-81462DA39888}" presName="compNode" presStyleCnt="0"/>
      <dgm:spPr/>
    </dgm:pt>
    <dgm:pt modelId="{C8908D97-4248-4833-ACDE-930F5D9AC849}" type="pres">
      <dgm:prSet presAssocID="{9423D9FB-7084-4F33-BD81-81462DA39888}" presName="bgRect" presStyleLbl="bgShp" presStyleIdx="2" presStyleCnt="4"/>
      <dgm:spPr/>
    </dgm:pt>
    <dgm:pt modelId="{D0C461CD-9FCA-4304-9F87-6EB554367DA4}" type="pres">
      <dgm:prSet presAssocID="{9423D9FB-7084-4F33-BD81-81462DA3988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8A558984-4EFC-4EEA-A8CA-2994EC269F37}" type="pres">
      <dgm:prSet presAssocID="{9423D9FB-7084-4F33-BD81-81462DA39888}" presName="spaceRect" presStyleCnt="0"/>
      <dgm:spPr/>
    </dgm:pt>
    <dgm:pt modelId="{24AA95C4-7ADB-4664-8B11-CED5CA82E2A3}" type="pres">
      <dgm:prSet presAssocID="{9423D9FB-7084-4F33-BD81-81462DA39888}" presName="parTx" presStyleLbl="revTx" presStyleIdx="2" presStyleCnt="4">
        <dgm:presLayoutVars>
          <dgm:chMax val="0"/>
          <dgm:chPref val="0"/>
        </dgm:presLayoutVars>
      </dgm:prSet>
      <dgm:spPr/>
    </dgm:pt>
    <dgm:pt modelId="{8D5CECB5-83EE-4AD2-AE57-604B7A2C827C}" type="pres">
      <dgm:prSet presAssocID="{B6F3B2CC-1A2B-42B3-81AB-96A369FF2EC4}" presName="sibTrans" presStyleCnt="0"/>
      <dgm:spPr/>
    </dgm:pt>
    <dgm:pt modelId="{785F9635-2A2D-4E60-B0B2-32DE2C15C092}" type="pres">
      <dgm:prSet presAssocID="{28DA0FAC-3B26-4D28-A50B-7A51EDB6BBA9}" presName="compNode" presStyleCnt="0"/>
      <dgm:spPr/>
    </dgm:pt>
    <dgm:pt modelId="{BF924608-18CD-48C4-BBDF-D84D58175A77}" type="pres">
      <dgm:prSet presAssocID="{28DA0FAC-3B26-4D28-A50B-7A51EDB6BBA9}" presName="bgRect" presStyleLbl="bgShp" presStyleIdx="3" presStyleCnt="4"/>
      <dgm:spPr/>
    </dgm:pt>
    <dgm:pt modelId="{B8716460-DB5F-4ECA-8678-7980A446D7B4}" type="pres">
      <dgm:prSet presAssocID="{28DA0FAC-3B26-4D28-A50B-7A51EDB6BBA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esentation with Checklist"/>
        </a:ext>
      </dgm:extLst>
    </dgm:pt>
    <dgm:pt modelId="{12FC0EC1-C5AD-43F1-AE51-EACE41082BC6}" type="pres">
      <dgm:prSet presAssocID="{28DA0FAC-3B26-4D28-A50B-7A51EDB6BBA9}" presName="spaceRect" presStyleCnt="0"/>
      <dgm:spPr/>
    </dgm:pt>
    <dgm:pt modelId="{FA6303AC-A05E-4F87-A129-871C6C437173}" type="pres">
      <dgm:prSet presAssocID="{28DA0FAC-3B26-4D28-A50B-7A51EDB6BBA9}" presName="parTx" presStyleLbl="revTx" presStyleIdx="3" presStyleCnt="4">
        <dgm:presLayoutVars>
          <dgm:chMax val="0"/>
          <dgm:chPref val="0"/>
        </dgm:presLayoutVars>
      </dgm:prSet>
      <dgm:spPr/>
    </dgm:pt>
  </dgm:ptLst>
  <dgm:cxnLst>
    <dgm:cxn modelId="{4264530A-6BC7-4BEC-B9F8-8EAD9DD7BA2B}" srcId="{54DBE803-E2E0-4DA2-B3E3-6CF683FA29FA}" destId="{983D59B6-ED16-4322-A4D5-C94971DA5051}" srcOrd="0" destOrd="0" parTransId="{985E405E-5FF8-4DEF-95C0-CA0E6430A8F1}" sibTransId="{6EE30C74-B761-42F1-A611-BA3B91311E1D}"/>
    <dgm:cxn modelId="{5CF65D0B-C90C-4703-B4FE-9A0AB5071FA0}" type="presOf" srcId="{FB8A3661-9AF7-4258-8273-D4D50E111EAC}" destId="{AA9765A7-9747-4865-9E08-7A15EAE141F8}" srcOrd="0" destOrd="0" presId="urn:microsoft.com/office/officeart/2018/2/layout/IconVerticalSolidList"/>
    <dgm:cxn modelId="{D17F7C16-1993-4A14-9052-E963EACC581E}" srcId="{54DBE803-E2E0-4DA2-B3E3-6CF683FA29FA}" destId="{9423D9FB-7084-4F33-BD81-81462DA39888}" srcOrd="2" destOrd="0" parTransId="{FB5C9D34-9B64-4820-B100-A58226D88FB6}" sibTransId="{B6F3B2CC-1A2B-42B3-81AB-96A369FF2EC4}"/>
    <dgm:cxn modelId="{3FC03E29-9544-4AFC-9C7E-4A20313A4A3C}" type="presOf" srcId="{28DA0FAC-3B26-4D28-A50B-7A51EDB6BBA9}" destId="{FA6303AC-A05E-4F87-A129-871C6C437173}" srcOrd="0" destOrd="0" presId="urn:microsoft.com/office/officeart/2018/2/layout/IconVerticalSolidList"/>
    <dgm:cxn modelId="{B9D7B93A-7FA9-470E-BF03-49C03A0DFB40}" type="presOf" srcId="{9423D9FB-7084-4F33-BD81-81462DA39888}" destId="{24AA95C4-7ADB-4664-8B11-CED5CA82E2A3}" srcOrd="0" destOrd="0" presId="urn:microsoft.com/office/officeart/2018/2/layout/IconVerticalSolidList"/>
    <dgm:cxn modelId="{7E358F8A-CF32-4F65-8773-5C9D88D08971}" type="presOf" srcId="{983D59B6-ED16-4322-A4D5-C94971DA5051}" destId="{0E666197-483F-4795-AFE8-D0D80929FF1D}" srcOrd="0" destOrd="0" presId="urn:microsoft.com/office/officeart/2018/2/layout/IconVerticalSolidList"/>
    <dgm:cxn modelId="{CA0554B6-8D9C-4815-8464-F526F40E7A46}" srcId="{54DBE803-E2E0-4DA2-B3E3-6CF683FA29FA}" destId="{FB8A3661-9AF7-4258-8273-D4D50E111EAC}" srcOrd="1" destOrd="0" parTransId="{DBC468D0-B2C1-47AB-9ADC-1822A8E936AB}" sibTransId="{86D3961E-42F3-4149-87CE-7CF0D5E74D41}"/>
    <dgm:cxn modelId="{B07653D6-213C-4631-839D-D72A777B54AA}" type="presOf" srcId="{54DBE803-E2E0-4DA2-B3E3-6CF683FA29FA}" destId="{64C4A992-D146-4A45-BA2F-826BCA562E3D}" srcOrd="0" destOrd="0" presId="urn:microsoft.com/office/officeart/2018/2/layout/IconVerticalSolidList"/>
    <dgm:cxn modelId="{C66111EF-0D28-449F-BA81-039DE0C4CBDE}" srcId="{54DBE803-E2E0-4DA2-B3E3-6CF683FA29FA}" destId="{28DA0FAC-3B26-4D28-A50B-7A51EDB6BBA9}" srcOrd="3" destOrd="0" parTransId="{0FBAD4FC-3911-4975-AFEE-2E0C359AFB75}" sibTransId="{B2CB237B-8906-4990-92D8-67BBE055B754}"/>
    <dgm:cxn modelId="{8998F319-4FA5-4030-A234-C3A63375B944}" type="presParOf" srcId="{64C4A992-D146-4A45-BA2F-826BCA562E3D}" destId="{E01369E7-E36F-4459-8DAA-CCB25D7EBF88}" srcOrd="0" destOrd="0" presId="urn:microsoft.com/office/officeart/2018/2/layout/IconVerticalSolidList"/>
    <dgm:cxn modelId="{2B14BEEF-EA03-4A61-BCCB-EB7B770AAFDA}" type="presParOf" srcId="{E01369E7-E36F-4459-8DAA-CCB25D7EBF88}" destId="{22ED15AC-0D98-441D-996D-317F36CE8516}" srcOrd="0" destOrd="0" presId="urn:microsoft.com/office/officeart/2018/2/layout/IconVerticalSolidList"/>
    <dgm:cxn modelId="{66B5604A-0BEE-446B-8961-1FAF43D73DCE}" type="presParOf" srcId="{E01369E7-E36F-4459-8DAA-CCB25D7EBF88}" destId="{128CEF55-0F78-4113-9FD9-3CA1334DCED5}" srcOrd="1" destOrd="0" presId="urn:microsoft.com/office/officeart/2018/2/layout/IconVerticalSolidList"/>
    <dgm:cxn modelId="{B262810A-9C7A-4302-B30C-3F13EEC68429}" type="presParOf" srcId="{E01369E7-E36F-4459-8DAA-CCB25D7EBF88}" destId="{5539F686-B203-49A8-8E0A-1EF53CDE78E9}" srcOrd="2" destOrd="0" presId="urn:microsoft.com/office/officeart/2018/2/layout/IconVerticalSolidList"/>
    <dgm:cxn modelId="{CE891C9B-E08B-4D61-BF20-948BB991A8C2}" type="presParOf" srcId="{E01369E7-E36F-4459-8DAA-CCB25D7EBF88}" destId="{0E666197-483F-4795-AFE8-D0D80929FF1D}" srcOrd="3" destOrd="0" presId="urn:microsoft.com/office/officeart/2018/2/layout/IconVerticalSolidList"/>
    <dgm:cxn modelId="{63F78CC6-E943-417B-B668-863305E61E91}" type="presParOf" srcId="{64C4A992-D146-4A45-BA2F-826BCA562E3D}" destId="{8D364B67-412F-4428-86A4-E0D522EAF2A4}" srcOrd="1" destOrd="0" presId="urn:microsoft.com/office/officeart/2018/2/layout/IconVerticalSolidList"/>
    <dgm:cxn modelId="{8F825D57-6549-44AB-BAFC-E296B13E6F4F}" type="presParOf" srcId="{64C4A992-D146-4A45-BA2F-826BCA562E3D}" destId="{641FDF56-EF82-4FEF-9B5D-37F23D5509FD}" srcOrd="2" destOrd="0" presId="urn:microsoft.com/office/officeart/2018/2/layout/IconVerticalSolidList"/>
    <dgm:cxn modelId="{F1C6F05C-6C93-4A91-BC4C-E8575AEF41E0}" type="presParOf" srcId="{641FDF56-EF82-4FEF-9B5D-37F23D5509FD}" destId="{EA0727F1-02B3-4721-A913-5E1E0410D310}" srcOrd="0" destOrd="0" presId="urn:microsoft.com/office/officeart/2018/2/layout/IconVerticalSolidList"/>
    <dgm:cxn modelId="{03B272A0-60BE-431C-9B6B-DB7FD9DD0291}" type="presParOf" srcId="{641FDF56-EF82-4FEF-9B5D-37F23D5509FD}" destId="{62C9D4F3-8ECA-4764-B53D-FCFC9D46E235}" srcOrd="1" destOrd="0" presId="urn:microsoft.com/office/officeart/2018/2/layout/IconVerticalSolidList"/>
    <dgm:cxn modelId="{49B4B7B2-A862-439D-B25C-B3862C17E6E1}" type="presParOf" srcId="{641FDF56-EF82-4FEF-9B5D-37F23D5509FD}" destId="{F1668430-0F34-429A-BEED-B7479F00E4ED}" srcOrd="2" destOrd="0" presId="urn:microsoft.com/office/officeart/2018/2/layout/IconVerticalSolidList"/>
    <dgm:cxn modelId="{E3DCDB0F-55F5-4FBB-993F-539E4FA1D673}" type="presParOf" srcId="{641FDF56-EF82-4FEF-9B5D-37F23D5509FD}" destId="{AA9765A7-9747-4865-9E08-7A15EAE141F8}" srcOrd="3" destOrd="0" presId="urn:microsoft.com/office/officeart/2018/2/layout/IconVerticalSolidList"/>
    <dgm:cxn modelId="{E975735A-1AF2-4D72-8CEE-5CBB908FB707}" type="presParOf" srcId="{64C4A992-D146-4A45-BA2F-826BCA562E3D}" destId="{4D9F449B-E3CD-49AF-AF7D-D8D2F393FE2D}" srcOrd="3" destOrd="0" presId="urn:microsoft.com/office/officeart/2018/2/layout/IconVerticalSolidList"/>
    <dgm:cxn modelId="{7E297D36-15C3-4832-A678-8BC6192FE334}" type="presParOf" srcId="{64C4A992-D146-4A45-BA2F-826BCA562E3D}" destId="{16F7E55A-F097-48DA-B8EC-3FF46E059AFF}" srcOrd="4" destOrd="0" presId="urn:microsoft.com/office/officeart/2018/2/layout/IconVerticalSolidList"/>
    <dgm:cxn modelId="{C869FE34-6AD3-44C0-8E53-C166269978E9}" type="presParOf" srcId="{16F7E55A-F097-48DA-B8EC-3FF46E059AFF}" destId="{C8908D97-4248-4833-ACDE-930F5D9AC849}" srcOrd="0" destOrd="0" presId="urn:microsoft.com/office/officeart/2018/2/layout/IconVerticalSolidList"/>
    <dgm:cxn modelId="{1674A319-F2FB-4628-AF4C-2022DB772DAD}" type="presParOf" srcId="{16F7E55A-F097-48DA-B8EC-3FF46E059AFF}" destId="{D0C461CD-9FCA-4304-9F87-6EB554367DA4}" srcOrd="1" destOrd="0" presId="urn:microsoft.com/office/officeart/2018/2/layout/IconVerticalSolidList"/>
    <dgm:cxn modelId="{96596566-CA10-4448-A997-CC809C64FF5D}" type="presParOf" srcId="{16F7E55A-F097-48DA-B8EC-3FF46E059AFF}" destId="{8A558984-4EFC-4EEA-A8CA-2994EC269F37}" srcOrd="2" destOrd="0" presId="urn:microsoft.com/office/officeart/2018/2/layout/IconVerticalSolidList"/>
    <dgm:cxn modelId="{5C9FB3B4-7A85-4824-9282-95115555CB11}" type="presParOf" srcId="{16F7E55A-F097-48DA-B8EC-3FF46E059AFF}" destId="{24AA95C4-7ADB-4664-8B11-CED5CA82E2A3}" srcOrd="3" destOrd="0" presId="urn:microsoft.com/office/officeart/2018/2/layout/IconVerticalSolidList"/>
    <dgm:cxn modelId="{748402F8-31E2-4C0C-9047-EF58E9A0CCB7}" type="presParOf" srcId="{64C4A992-D146-4A45-BA2F-826BCA562E3D}" destId="{8D5CECB5-83EE-4AD2-AE57-604B7A2C827C}" srcOrd="5" destOrd="0" presId="urn:microsoft.com/office/officeart/2018/2/layout/IconVerticalSolidList"/>
    <dgm:cxn modelId="{29F35E64-021B-4C73-8C22-C572DDF45242}" type="presParOf" srcId="{64C4A992-D146-4A45-BA2F-826BCA562E3D}" destId="{785F9635-2A2D-4E60-B0B2-32DE2C15C092}" srcOrd="6" destOrd="0" presId="urn:microsoft.com/office/officeart/2018/2/layout/IconVerticalSolidList"/>
    <dgm:cxn modelId="{6B29D023-707E-4B80-A27F-179EA64A4652}" type="presParOf" srcId="{785F9635-2A2D-4E60-B0B2-32DE2C15C092}" destId="{BF924608-18CD-48C4-BBDF-D84D58175A77}" srcOrd="0" destOrd="0" presId="urn:microsoft.com/office/officeart/2018/2/layout/IconVerticalSolidList"/>
    <dgm:cxn modelId="{14119697-6306-49BF-9931-990F9D33AB06}" type="presParOf" srcId="{785F9635-2A2D-4E60-B0B2-32DE2C15C092}" destId="{B8716460-DB5F-4ECA-8678-7980A446D7B4}" srcOrd="1" destOrd="0" presId="urn:microsoft.com/office/officeart/2018/2/layout/IconVerticalSolidList"/>
    <dgm:cxn modelId="{48DA3E2A-EA98-46A4-A71E-60FF586C403D}" type="presParOf" srcId="{785F9635-2A2D-4E60-B0B2-32DE2C15C092}" destId="{12FC0EC1-C5AD-43F1-AE51-EACE41082BC6}" srcOrd="2" destOrd="0" presId="urn:microsoft.com/office/officeart/2018/2/layout/IconVerticalSolidList"/>
    <dgm:cxn modelId="{3EE9BCA3-A55E-4560-B44F-C597E4119EEC}" type="presParOf" srcId="{785F9635-2A2D-4E60-B0B2-32DE2C15C092}" destId="{FA6303AC-A05E-4F87-A129-871C6C4371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2E8E046-6C1D-4A6A-9656-CFD9C1C0969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B92C7B3-FDA5-41BD-8DA9-B66BE3C1FCAC}">
      <dgm:prSet/>
      <dgm:spPr/>
      <dgm:t>
        <a:bodyPr/>
        <a:lstStyle/>
        <a:p>
          <a:r>
            <a:rPr lang="fr-FR" b="1"/>
            <a:t>Responsabilité individuelle</a:t>
          </a:r>
          <a:r>
            <a:rPr lang="fr-FR"/>
            <a:t> en cas de non-respect des consignes de sécurité.</a:t>
          </a:r>
          <a:endParaRPr lang="en-US"/>
        </a:p>
      </dgm:t>
    </dgm:pt>
    <dgm:pt modelId="{3BD94023-91BC-4595-BC64-73AB9A535152}" type="parTrans" cxnId="{39074A6F-5D38-4FC3-BA4E-5458EC1DF81F}">
      <dgm:prSet/>
      <dgm:spPr/>
      <dgm:t>
        <a:bodyPr/>
        <a:lstStyle/>
        <a:p>
          <a:endParaRPr lang="en-US"/>
        </a:p>
      </dgm:t>
    </dgm:pt>
    <dgm:pt modelId="{43C0FE1F-3487-44A6-86BC-4DD9FDDB7AE4}" type="sibTrans" cxnId="{39074A6F-5D38-4FC3-BA4E-5458EC1DF81F}">
      <dgm:prSet/>
      <dgm:spPr/>
      <dgm:t>
        <a:bodyPr/>
        <a:lstStyle/>
        <a:p>
          <a:endParaRPr lang="en-US"/>
        </a:p>
      </dgm:t>
    </dgm:pt>
    <dgm:pt modelId="{31062E1F-00FC-45FC-98D2-9924F2B83798}">
      <dgm:prSet/>
      <dgm:spPr/>
      <dgm:t>
        <a:bodyPr/>
        <a:lstStyle/>
        <a:p>
          <a:r>
            <a:rPr lang="fr-FR"/>
            <a:t>L’opérateur peut être </a:t>
          </a:r>
          <a:r>
            <a:rPr lang="fr-FR" b="1"/>
            <a:t>tenu responsable en cas de dommage</a:t>
          </a:r>
          <a:r>
            <a:rPr lang="fr-FR"/>
            <a:t>, s’il agit par négligence ou hors cadre.</a:t>
          </a:r>
          <a:endParaRPr lang="en-US"/>
        </a:p>
      </dgm:t>
    </dgm:pt>
    <dgm:pt modelId="{BD5D8764-0416-498D-BCB3-1082C26CDBE7}" type="parTrans" cxnId="{99AAFC0F-8C1A-4B1F-85FC-9C68A4AD5014}">
      <dgm:prSet/>
      <dgm:spPr/>
      <dgm:t>
        <a:bodyPr/>
        <a:lstStyle/>
        <a:p>
          <a:endParaRPr lang="en-US"/>
        </a:p>
      </dgm:t>
    </dgm:pt>
    <dgm:pt modelId="{EC9834C2-BB6E-431E-8F3E-B82C0DC190A5}" type="sibTrans" cxnId="{99AAFC0F-8C1A-4B1F-85FC-9C68A4AD5014}">
      <dgm:prSet/>
      <dgm:spPr/>
      <dgm:t>
        <a:bodyPr/>
        <a:lstStyle/>
        <a:p>
          <a:endParaRPr lang="en-US"/>
        </a:p>
      </dgm:t>
    </dgm:pt>
    <dgm:pt modelId="{13359A4F-0572-4F04-98F2-8833E2D07BFB}">
      <dgm:prSet/>
      <dgm:spPr/>
      <dgm:t>
        <a:bodyPr/>
        <a:lstStyle/>
        <a:p>
          <a:r>
            <a:rPr lang="fr-FR" b="1"/>
            <a:t>Responsabilité partagée</a:t>
          </a:r>
          <a:r>
            <a:rPr lang="fr-FR"/>
            <a:t> avec l’entreprise, si défaut de formation, absence de plans ou encadrement insuffisant.</a:t>
          </a:r>
          <a:endParaRPr lang="en-US"/>
        </a:p>
      </dgm:t>
    </dgm:pt>
    <dgm:pt modelId="{9EB71438-7864-417A-88E3-EF3C3B463BB8}" type="parTrans" cxnId="{D1CDEF9E-2861-4ED7-B56A-CD266AB8577A}">
      <dgm:prSet/>
      <dgm:spPr/>
      <dgm:t>
        <a:bodyPr/>
        <a:lstStyle/>
        <a:p>
          <a:endParaRPr lang="en-US"/>
        </a:p>
      </dgm:t>
    </dgm:pt>
    <dgm:pt modelId="{A0741DD1-EF47-4F4F-9FD5-A7F1ACCCACA8}" type="sibTrans" cxnId="{D1CDEF9E-2861-4ED7-B56A-CD266AB8577A}">
      <dgm:prSet/>
      <dgm:spPr/>
      <dgm:t>
        <a:bodyPr/>
        <a:lstStyle/>
        <a:p>
          <a:endParaRPr lang="en-US"/>
        </a:p>
      </dgm:t>
    </dgm:pt>
    <dgm:pt modelId="{FD2A1193-F03A-466D-9A58-4BFA51E8EF7F}">
      <dgm:prSet/>
      <dgm:spPr/>
      <dgm:t>
        <a:bodyPr/>
        <a:lstStyle/>
        <a:p>
          <a:r>
            <a:rPr lang="fr-FR"/>
            <a:t>Importance de </a:t>
          </a:r>
          <a:r>
            <a:rPr lang="fr-FR" b="1"/>
            <a:t>la traçabilité</a:t>
          </a:r>
          <a:r>
            <a:rPr lang="fr-FR"/>
            <a:t> : toute action doit pouvoir être justifiée (rapport, photos, relevés…).</a:t>
          </a:r>
          <a:endParaRPr lang="en-US"/>
        </a:p>
      </dgm:t>
    </dgm:pt>
    <dgm:pt modelId="{C0154FC5-5A7B-45B4-8FF1-46A982FB333E}" type="parTrans" cxnId="{47E030A1-816D-4B23-B16B-E56199554E43}">
      <dgm:prSet/>
      <dgm:spPr/>
      <dgm:t>
        <a:bodyPr/>
        <a:lstStyle/>
        <a:p>
          <a:endParaRPr lang="en-US"/>
        </a:p>
      </dgm:t>
    </dgm:pt>
    <dgm:pt modelId="{67B19803-9447-4E0C-A5DF-95539C20ACD3}" type="sibTrans" cxnId="{47E030A1-816D-4B23-B16B-E56199554E43}">
      <dgm:prSet/>
      <dgm:spPr/>
      <dgm:t>
        <a:bodyPr/>
        <a:lstStyle/>
        <a:p>
          <a:endParaRPr lang="en-US"/>
        </a:p>
      </dgm:t>
    </dgm:pt>
    <dgm:pt modelId="{F6FE939F-0A0F-49BF-9B1A-C9B7A9CA4F6D}" type="pres">
      <dgm:prSet presAssocID="{B2E8E046-6C1D-4A6A-9656-CFD9C1C0969D}" presName="linear" presStyleCnt="0">
        <dgm:presLayoutVars>
          <dgm:animLvl val="lvl"/>
          <dgm:resizeHandles val="exact"/>
        </dgm:presLayoutVars>
      </dgm:prSet>
      <dgm:spPr/>
    </dgm:pt>
    <dgm:pt modelId="{15AF101C-973D-43DE-8527-DB7B56A845F0}" type="pres">
      <dgm:prSet presAssocID="{DB92C7B3-FDA5-41BD-8DA9-B66BE3C1FCAC}" presName="parentText" presStyleLbl="node1" presStyleIdx="0" presStyleCnt="4">
        <dgm:presLayoutVars>
          <dgm:chMax val="0"/>
          <dgm:bulletEnabled val="1"/>
        </dgm:presLayoutVars>
      </dgm:prSet>
      <dgm:spPr/>
    </dgm:pt>
    <dgm:pt modelId="{7FB1D75A-446A-4482-9A96-77E4B600108E}" type="pres">
      <dgm:prSet presAssocID="{43C0FE1F-3487-44A6-86BC-4DD9FDDB7AE4}" presName="spacer" presStyleCnt="0"/>
      <dgm:spPr/>
    </dgm:pt>
    <dgm:pt modelId="{E9C4DAE8-68B8-4586-A333-FBCBD8C810C3}" type="pres">
      <dgm:prSet presAssocID="{31062E1F-00FC-45FC-98D2-9924F2B83798}" presName="parentText" presStyleLbl="node1" presStyleIdx="1" presStyleCnt="4">
        <dgm:presLayoutVars>
          <dgm:chMax val="0"/>
          <dgm:bulletEnabled val="1"/>
        </dgm:presLayoutVars>
      </dgm:prSet>
      <dgm:spPr/>
    </dgm:pt>
    <dgm:pt modelId="{787268A2-AC02-416A-A0B8-379DCFC65D5C}" type="pres">
      <dgm:prSet presAssocID="{EC9834C2-BB6E-431E-8F3E-B82C0DC190A5}" presName="spacer" presStyleCnt="0"/>
      <dgm:spPr/>
    </dgm:pt>
    <dgm:pt modelId="{2CAF167D-41F0-44F2-B91C-DB1E04D65953}" type="pres">
      <dgm:prSet presAssocID="{13359A4F-0572-4F04-98F2-8833E2D07BFB}" presName="parentText" presStyleLbl="node1" presStyleIdx="2" presStyleCnt="4">
        <dgm:presLayoutVars>
          <dgm:chMax val="0"/>
          <dgm:bulletEnabled val="1"/>
        </dgm:presLayoutVars>
      </dgm:prSet>
      <dgm:spPr/>
    </dgm:pt>
    <dgm:pt modelId="{C550D53D-47BE-40EF-850A-AC4B4CA258C3}" type="pres">
      <dgm:prSet presAssocID="{A0741DD1-EF47-4F4F-9FD5-A7F1ACCCACA8}" presName="spacer" presStyleCnt="0"/>
      <dgm:spPr/>
    </dgm:pt>
    <dgm:pt modelId="{78F870AF-FA10-4BB5-A8E4-4A89CFE73ABC}" type="pres">
      <dgm:prSet presAssocID="{FD2A1193-F03A-466D-9A58-4BFA51E8EF7F}" presName="parentText" presStyleLbl="node1" presStyleIdx="3" presStyleCnt="4">
        <dgm:presLayoutVars>
          <dgm:chMax val="0"/>
          <dgm:bulletEnabled val="1"/>
        </dgm:presLayoutVars>
      </dgm:prSet>
      <dgm:spPr/>
    </dgm:pt>
  </dgm:ptLst>
  <dgm:cxnLst>
    <dgm:cxn modelId="{99AAFC0F-8C1A-4B1F-85FC-9C68A4AD5014}" srcId="{B2E8E046-6C1D-4A6A-9656-CFD9C1C0969D}" destId="{31062E1F-00FC-45FC-98D2-9924F2B83798}" srcOrd="1" destOrd="0" parTransId="{BD5D8764-0416-498D-BCB3-1082C26CDBE7}" sibTransId="{EC9834C2-BB6E-431E-8F3E-B82C0DC190A5}"/>
    <dgm:cxn modelId="{BC560346-E0DF-45D9-90C9-7AEA52A61735}" type="presOf" srcId="{31062E1F-00FC-45FC-98D2-9924F2B83798}" destId="{E9C4DAE8-68B8-4586-A333-FBCBD8C810C3}" srcOrd="0" destOrd="0" presId="urn:microsoft.com/office/officeart/2005/8/layout/vList2"/>
    <dgm:cxn modelId="{39074A6F-5D38-4FC3-BA4E-5458EC1DF81F}" srcId="{B2E8E046-6C1D-4A6A-9656-CFD9C1C0969D}" destId="{DB92C7B3-FDA5-41BD-8DA9-B66BE3C1FCAC}" srcOrd="0" destOrd="0" parTransId="{3BD94023-91BC-4595-BC64-73AB9A535152}" sibTransId="{43C0FE1F-3487-44A6-86BC-4DD9FDDB7AE4}"/>
    <dgm:cxn modelId="{D1CDEF9E-2861-4ED7-B56A-CD266AB8577A}" srcId="{B2E8E046-6C1D-4A6A-9656-CFD9C1C0969D}" destId="{13359A4F-0572-4F04-98F2-8833E2D07BFB}" srcOrd="2" destOrd="0" parTransId="{9EB71438-7864-417A-88E3-EF3C3B463BB8}" sibTransId="{A0741DD1-EF47-4F4F-9FD5-A7F1ACCCACA8}"/>
    <dgm:cxn modelId="{724D9DA0-9F4E-4AD1-8507-58619C4BB67B}" type="presOf" srcId="{B2E8E046-6C1D-4A6A-9656-CFD9C1C0969D}" destId="{F6FE939F-0A0F-49BF-9B1A-C9B7A9CA4F6D}" srcOrd="0" destOrd="0" presId="urn:microsoft.com/office/officeart/2005/8/layout/vList2"/>
    <dgm:cxn modelId="{47E030A1-816D-4B23-B16B-E56199554E43}" srcId="{B2E8E046-6C1D-4A6A-9656-CFD9C1C0969D}" destId="{FD2A1193-F03A-466D-9A58-4BFA51E8EF7F}" srcOrd="3" destOrd="0" parTransId="{C0154FC5-5A7B-45B4-8FF1-46A982FB333E}" sibTransId="{67B19803-9447-4E0C-A5DF-95539C20ACD3}"/>
    <dgm:cxn modelId="{44E389AB-7E31-46BD-ACE8-55EDA26B824E}" type="presOf" srcId="{13359A4F-0572-4F04-98F2-8833E2D07BFB}" destId="{2CAF167D-41F0-44F2-B91C-DB1E04D65953}" srcOrd="0" destOrd="0" presId="urn:microsoft.com/office/officeart/2005/8/layout/vList2"/>
    <dgm:cxn modelId="{D0838FBA-DA35-45AD-ADC5-B73EAF934A5D}" type="presOf" srcId="{FD2A1193-F03A-466D-9A58-4BFA51E8EF7F}" destId="{78F870AF-FA10-4BB5-A8E4-4A89CFE73ABC}" srcOrd="0" destOrd="0" presId="urn:microsoft.com/office/officeart/2005/8/layout/vList2"/>
    <dgm:cxn modelId="{ECEE7ECC-11C7-4AAD-B91C-0DC75586139C}" type="presOf" srcId="{DB92C7B3-FDA5-41BD-8DA9-B66BE3C1FCAC}" destId="{15AF101C-973D-43DE-8527-DB7B56A845F0}" srcOrd="0" destOrd="0" presId="urn:microsoft.com/office/officeart/2005/8/layout/vList2"/>
    <dgm:cxn modelId="{BB3DDBC1-E992-4AD4-BC21-90C8B898B183}" type="presParOf" srcId="{F6FE939F-0A0F-49BF-9B1A-C9B7A9CA4F6D}" destId="{15AF101C-973D-43DE-8527-DB7B56A845F0}" srcOrd="0" destOrd="0" presId="urn:microsoft.com/office/officeart/2005/8/layout/vList2"/>
    <dgm:cxn modelId="{3E131A62-68F0-434E-8232-6944A270DBD1}" type="presParOf" srcId="{F6FE939F-0A0F-49BF-9B1A-C9B7A9CA4F6D}" destId="{7FB1D75A-446A-4482-9A96-77E4B600108E}" srcOrd="1" destOrd="0" presId="urn:microsoft.com/office/officeart/2005/8/layout/vList2"/>
    <dgm:cxn modelId="{60BC8182-87F9-4364-8605-2CF71BF515CB}" type="presParOf" srcId="{F6FE939F-0A0F-49BF-9B1A-C9B7A9CA4F6D}" destId="{E9C4DAE8-68B8-4586-A333-FBCBD8C810C3}" srcOrd="2" destOrd="0" presId="urn:microsoft.com/office/officeart/2005/8/layout/vList2"/>
    <dgm:cxn modelId="{8759A3C7-A6B9-4A77-83C0-7A7AD86CBA48}" type="presParOf" srcId="{F6FE939F-0A0F-49BF-9B1A-C9B7A9CA4F6D}" destId="{787268A2-AC02-416A-A0B8-379DCFC65D5C}" srcOrd="3" destOrd="0" presId="urn:microsoft.com/office/officeart/2005/8/layout/vList2"/>
    <dgm:cxn modelId="{75FBED61-B8E5-49B1-A756-E2835723BBFB}" type="presParOf" srcId="{F6FE939F-0A0F-49BF-9B1A-C9B7A9CA4F6D}" destId="{2CAF167D-41F0-44F2-B91C-DB1E04D65953}" srcOrd="4" destOrd="0" presId="urn:microsoft.com/office/officeart/2005/8/layout/vList2"/>
    <dgm:cxn modelId="{F179E9D9-90FC-4FBC-832D-2993B4E96FFD}" type="presParOf" srcId="{F6FE939F-0A0F-49BF-9B1A-C9B7A9CA4F6D}" destId="{C550D53D-47BE-40EF-850A-AC4B4CA258C3}" srcOrd="5" destOrd="0" presId="urn:microsoft.com/office/officeart/2005/8/layout/vList2"/>
    <dgm:cxn modelId="{B5F7EDAC-170C-4A9F-806A-EB5335C7A3D3}" type="presParOf" srcId="{F6FE939F-0A0F-49BF-9B1A-C9B7A9CA4F6D}" destId="{78F870AF-FA10-4BB5-A8E4-4A89CFE73AB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FD425-7F3E-4686-AA61-739384483900}">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3FD32C-6002-4D65-9E1D-D7CD5525A51F}">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1" kern="1200"/>
            <a:t>Objectifs pédagogiques :</a:t>
          </a:r>
          <a:endParaRPr lang="en-US" sz="3000" kern="1200"/>
        </a:p>
      </dsp:txBody>
      <dsp:txXfrm>
        <a:off x="0" y="0"/>
        <a:ext cx="6900512" cy="1384035"/>
      </dsp:txXfrm>
    </dsp:sp>
    <dsp:sp modelId="{988A4B7E-9537-4790-A4A3-467833BECAE7}">
      <dsp:nvSpPr>
        <dsp:cNvPr id="0" name=""/>
        <dsp:cNvSpPr/>
      </dsp:nvSpPr>
      <dsp:spPr>
        <a:xfrm>
          <a:off x="0" y="1384035"/>
          <a:ext cx="6900512"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FAFCAD-CB15-4ADF-B442-E05D03B32D9D}">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Comprendre le contexte réglementaire de l’AIPR.</a:t>
          </a:r>
        </a:p>
      </dsp:txBody>
      <dsp:txXfrm>
        <a:off x="0" y="1384035"/>
        <a:ext cx="6900512" cy="1384035"/>
      </dsp:txXfrm>
    </dsp:sp>
    <dsp:sp modelId="{FD34048E-CA27-461D-A182-02F4C4C9ACEF}">
      <dsp:nvSpPr>
        <dsp:cNvPr id="0" name=""/>
        <dsp:cNvSpPr/>
      </dsp:nvSpPr>
      <dsp:spPr>
        <a:xfrm>
          <a:off x="0" y="2768070"/>
          <a:ext cx="6900512"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9ADF5-CDD3-474D-8636-D3E1378EC466}">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Identifier les obligations des intervenants sur les chantiers à proximité des réseaux.</a:t>
          </a:r>
        </a:p>
      </dsp:txBody>
      <dsp:txXfrm>
        <a:off x="0" y="2768070"/>
        <a:ext cx="6900512" cy="1384035"/>
      </dsp:txXfrm>
    </dsp:sp>
    <dsp:sp modelId="{56679298-423F-4ECA-9DCD-395567C43C7B}">
      <dsp:nvSpPr>
        <dsp:cNvPr id="0" name=""/>
        <dsp:cNvSpPr/>
      </dsp:nvSpPr>
      <dsp:spPr>
        <a:xfrm>
          <a:off x="0" y="4152105"/>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A4A723-3335-4309-9C8E-0A255DA4A584}">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Connaître les risques liés aux réseaux et l’importance de l’AIPR.</a:t>
          </a:r>
        </a:p>
      </dsp:txBody>
      <dsp:txXfrm>
        <a:off x="0" y="4152105"/>
        <a:ext cx="6900512" cy="1384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13E84F-B4FD-4861-A233-960E774277B1}">
      <dsp:nvSpPr>
        <dsp:cNvPr id="0" name=""/>
        <dsp:cNvSpPr/>
      </dsp:nvSpPr>
      <dsp:spPr>
        <a:xfrm>
          <a:off x="0" y="632702"/>
          <a:ext cx="6666833" cy="9931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Objectifs pédagogiques :</a:t>
          </a:r>
          <a:endParaRPr lang="en-US" sz="2500" kern="1200"/>
        </a:p>
      </dsp:txBody>
      <dsp:txXfrm>
        <a:off x="48481" y="681183"/>
        <a:ext cx="6569871" cy="896166"/>
      </dsp:txXfrm>
    </dsp:sp>
    <dsp:sp modelId="{EBA7A1B5-8406-4681-827C-22791687AB55}">
      <dsp:nvSpPr>
        <dsp:cNvPr id="0" name=""/>
        <dsp:cNvSpPr/>
      </dsp:nvSpPr>
      <dsp:spPr>
        <a:xfrm>
          <a:off x="0" y="1697831"/>
          <a:ext cx="6666833" cy="993128"/>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Identifier les différents types de réseaux présents sur les chantiers.</a:t>
          </a:r>
          <a:endParaRPr lang="en-US" sz="2500" kern="1200"/>
        </a:p>
      </dsp:txBody>
      <dsp:txXfrm>
        <a:off x="48481" y="1746312"/>
        <a:ext cx="6569871" cy="896166"/>
      </dsp:txXfrm>
    </dsp:sp>
    <dsp:sp modelId="{2FCC0A63-831E-4756-B340-CEAF00CF47BD}">
      <dsp:nvSpPr>
        <dsp:cNvPr id="0" name=""/>
        <dsp:cNvSpPr/>
      </dsp:nvSpPr>
      <dsp:spPr>
        <a:xfrm>
          <a:off x="0" y="2762960"/>
          <a:ext cx="6666833" cy="993128"/>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Lire et interpréter un plan de récolement ou un plan de réseaux.</a:t>
          </a:r>
          <a:endParaRPr lang="en-US" sz="2500" kern="1200"/>
        </a:p>
      </dsp:txBody>
      <dsp:txXfrm>
        <a:off x="48481" y="2811441"/>
        <a:ext cx="6569871" cy="896166"/>
      </dsp:txXfrm>
    </dsp:sp>
    <dsp:sp modelId="{F5322A8F-61FD-4A6E-9B5E-5CCE1DE1A300}">
      <dsp:nvSpPr>
        <dsp:cNvPr id="0" name=""/>
        <dsp:cNvSpPr/>
      </dsp:nvSpPr>
      <dsp:spPr>
        <a:xfrm>
          <a:off x="0" y="3828088"/>
          <a:ext cx="6666833" cy="993128"/>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Repérer les réseaux grâce aux indices visibles sur le terrain (affleurants, marquage, piquetage).</a:t>
          </a:r>
          <a:endParaRPr lang="en-US" sz="2500" kern="1200"/>
        </a:p>
      </dsp:txBody>
      <dsp:txXfrm>
        <a:off x="48481" y="3876569"/>
        <a:ext cx="6569871" cy="8961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34599-6438-421B-9EE4-4FAD5404F320}">
      <dsp:nvSpPr>
        <dsp:cNvPr id="0" name=""/>
        <dsp:cNvSpPr/>
      </dsp:nvSpPr>
      <dsp:spPr>
        <a:xfrm>
          <a:off x="478800" y="1095669"/>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977EE5-B21C-4892-81F2-87FCD1E013D9}">
      <dsp:nvSpPr>
        <dsp:cNvPr id="0" name=""/>
        <dsp:cNvSpPr/>
      </dsp:nvSpPr>
      <dsp:spPr>
        <a:xfrm>
          <a:off x="712800" y="13296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6EA879-14B8-4AE5-9509-67AF69A04D79}">
      <dsp:nvSpPr>
        <dsp:cNvPr id="0" name=""/>
        <dsp:cNvSpPr/>
      </dsp:nvSpPr>
      <dsp:spPr>
        <a:xfrm>
          <a:off x="12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Échelle et orientation</a:t>
          </a:r>
          <a:r>
            <a:rPr lang="fr-FR" sz="1200" kern="1200"/>
            <a:t> du plan.</a:t>
          </a:r>
          <a:endParaRPr lang="en-US" sz="1200" kern="1200"/>
        </a:p>
      </dsp:txBody>
      <dsp:txXfrm>
        <a:off x="127800" y="2535669"/>
        <a:ext cx="1800000" cy="720000"/>
      </dsp:txXfrm>
    </dsp:sp>
    <dsp:sp modelId="{C3087E9D-3889-48D9-A674-0ED5A1458668}">
      <dsp:nvSpPr>
        <dsp:cNvPr id="0" name=""/>
        <dsp:cNvSpPr/>
      </dsp:nvSpPr>
      <dsp:spPr>
        <a:xfrm>
          <a:off x="2593800" y="1095669"/>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400E02-6FC7-4083-BA35-A007FE80CA47}">
      <dsp:nvSpPr>
        <dsp:cNvPr id="0" name=""/>
        <dsp:cNvSpPr/>
      </dsp:nvSpPr>
      <dsp:spPr>
        <a:xfrm>
          <a:off x="2827800" y="132966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56DFDD-0D84-4991-8E47-DB215B5BD5F6}">
      <dsp:nvSpPr>
        <dsp:cNvPr id="0" name=""/>
        <dsp:cNvSpPr/>
      </dsp:nvSpPr>
      <dsp:spPr>
        <a:xfrm>
          <a:off x="2242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Légende</a:t>
          </a:r>
          <a:r>
            <a:rPr lang="fr-FR" sz="1200" kern="1200"/>
            <a:t> permettant de repérer les différents réseaux.</a:t>
          </a:r>
          <a:endParaRPr lang="en-US" sz="1200" kern="1200"/>
        </a:p>
      </dsp:txBody>
      <dsp:txXfrm>
        <a:off x="2242800" y="2535669"/>
        <a:ext cx="1800000" cy="720000"/>
      </dsp:txXfrm>
    </dsp:sp>
    <dsp:sp modelId="{B94DAE0E-D4AF-4041-8B52-E970B587E6F3}">
      <dsp:nvSpPr>
        <dsp:cNvPr id="0" name=""/>
        <dsp:cNvSpPr/>
      </dsp:nvSpPr>
      <dsp:spPr>
        <a:xfrm>
          <a:off x="4708800" y="1095669"/>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9651B7-4E71-4A4A-93B2-18FC3005FAAE}">
      <dsp:nvSpPr>
        <dsp:cNvPr id="0" name=""/>
        <dsp:cNvSpPr/>
      </dsp:nvSpPr>
      <dsp:spPr>
        <a:xfrm>
          <a:off x="4942800" y="132966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486DAB-0B07-46D3-8E3B-9F6E38E217CC}">
      <dsp:nvSpPr>
        <dsp:cNvPr id="0" name=""/>
        <dsp:cNvSpPr/>
      </dsp:nvSpPr>
      <dsp:spPr>
        <a:xfrm>
          <a:off x="435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Code couleur</a:t>
          </a:r>
          <a:r>
            <a:rPr lang="fr-FR" sz="1200" kern="1200"/>
            <a:t> et symboles spécifiques.</a:t>
          </a:r>
          <a:endParaRPr lang="en-US" sz="1200" kern="1200"/>
        </a:p>
      </dsp:txBody>
      <dsp:txXfrm>
        <a:off x="4357800" y="2535669"/>
        <a:ext cx="1800000" cy="720000"/>
      </dsp:txXfrm>
    </dsp:sp>
    <dsp:sp modelId="{EE77424B-C0D7-4161-8DF0-CB589433D159}">
      <dsp:nvSpPr>
        <dsp:cNvPr id="0" name=""/>
        <dsp:cNvSpPr/>
      </dsp:nvSpPr>
      <dsp:spPr>
        <a:xfrm>
          <a:off x="6823800" y="1095669"/>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94197-911A-4CC7-BBCE-F5742DAC89E2}">
      <dsp:nvSpPr>
        <dsp:cNvPr id="0" name=""/>
        <dsp:cNvSpPr/>
      </dsp:nvSpPr>
      <dsp:spPr>
        <a:xfrm>
          <a:off x="7057800" y="132966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7D5AF3-6ACE-49AB-9BBB-E8990302E485}">
      <dsp:nvSpPr>
        <dsp:cNvPr id="0" name=""/>
        <dsp:cNvSpPr/>
      </dsp:nvSpPr>
      <dsp:spPr>
        <a:xfrm>
          <a:off x="6472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Identification des zones de coactivité</a:t>
          </a:r>
          <a:r>
            <a:rPr lang="fr-FR" sz="1200" kern="1200"/>
            <a:t> ou de superposition de réseaux.</a:t>
          </a:r>
          <a:endParaRPr lang="en-US" sz="1200" kern="1200"/>
        </a:p>
      </dsp:txBody>
      <dsp:txXfrm>
        <a:off x="6472800" y="2535669"/>
        <a:ext cx="1800000" cy="720000"/>
      </dsp:txXfrm>
    </dsp:sp>
    <dsp:sp modelId="{2DB00702-E2FA-4306-BB67-AD1531F6B173}">
      <dsp:nvSpPr>
        <dsp:cNvPr id="0" name=""/>
        <dsp:cNvSpPr/>
      </dsp:nvSpPr>
      <dsp:spPr>
        <a:xfrm>
          <a:off x="8938800" y="1095669"/>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3DF6BE-C606-4D6B-B5F0-34856B84122D}">
      <dsp:nvSpPr>
        <dsp:cNvPr id="0" name=""/>
        <dsp:cNvSpPr/>
      </dsp:nvSpPr>
      <dsp:spPr>
        <a:xfrm>
          <a:off x="9172800" y="132966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34484A-A948-4AEC-82A2-3C9244AEE4BA}">
      <dsp:nvSpPr>
        <dsp:cNvPr id="0" name=""/>
        <dsp:cNvSpPr/>
      </dsp:nvSpPr>
      <dsp:spPr>
        <a:xfrm>
          <a:off x="858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kern="1200"/>
            <a:t>Mise en relation du </a:t>
          </a:r>
          <a:r>
            <a:rPr lang="fr-FR" sz="1200" b="1" kern="1200"/>
            <a:t>plan</a:t>
          </a:r>
          <a:r>
            <a:rPr lang="fr-FR" sz="1200" kern="1200"/>
            <a:t> avec les </a:t>
          </a:r>
          <a:r>
            <a:rPr lang="fr-FR" sz="1200" b="1" kern="1200"/>
            <a:t>éléments physiques sur le terrain</a:t>
          </a:r>
          <a:r>
            <a:rPr lang="fr-FR" sz="1200" kern="1200"/>
            <a:t>.</a:t>
          </a:r>
          <a:endParaRPr lang="en-US" sz="1200" kern="1200"/>
        </a:p>
      </dsp:txBody>
      <dsp:txXfrm>
        <a:off x="8587800" y="2535669"/>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59480-884B-4ED9-BCE1-9BCE73F3CE63}">
      <dsp:nvSpPr>
        <dsp:cNvPr id="0" name=""/>
        <dsp:cNvSpPr/>
      </dsp:nvSpPr>
      <dsp:spPr>
        <a:xfrm>
          <a:off x="0" y="2319"/>
          <a:ext cx="6245265" cy="11757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E38577-A380-408E-8ADC-A87658B6BD30}">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F05DF-E40B-4172-AB7C-5E817AA8DD8F}">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rtl="0">
            <a:lnSpc>
              <a:spcPct val="90000"/>
            </a:lnSpc>
            <a:spcBef>
              <a:spcPct val="0"/>
            </a:spcBef>
            <a:spcAft>
              <a:spcPct val="35000"/>
            </a:spcAft>
            <a:buNone/>
          </a:pPr>
          <a:r>
            <a:rPr lang="fr-FR" sz="2200" b="1" kern="1200" dirty="0"/>
            <a:t>Objectifs pédagogiques :</a:t>
          </a:r>
          <a:r>
            <a:rPr lang="fr-FR" sz="2200" b="1" kern="1200" dirty="0">
              <a:latin typeface="Calibri Light" panose="020F0302020204030204"/>
            </a:rPr>
            <a:t> </a:t>
          </a:r>
          <a:endParaRPr lang="fr-FR" sz="2200" b="1" kern="1200" dirty="0"/>
        </a:p>
      </dsp:txBody>
      <dsp:txXfrm>
        <a:off x="1357965" y="2319"/>
        <a:ext cx="4887299" cy="1175727"/>
      </dsp:txXfrm>
    </dsp:sp>
    <dsp:sp modelId="{25E6F4C8-BBD1-4BB5-B436-850850E9BBB9}">
      <dsp:nvSpPr>
        <dsp:cNvPr id="0" name=""/>
        <dsp:cNvSpPr/>
      </dsp:nvSpPr>
      <dsp:spPr>
        <a:xfrm>
          <a:off x="0" y="1471979"/>
          <a:ext cx="6245265" cy="11757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32945C-BB68-40D7-B5D5-3896AEFF76AC}">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CBF2B4-2673-4E28-B4C6-ED456E23648E}">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dirty="0"/>
            <a:t>Identifier les principaux risques liés aux travaux à proximité des réseaux.</a:t>
          </a:r>
          <a:endParaRPr lang="en-US" sz="2200" kern="1200" dirty="0"/>
        </a:p>
      </dsp:txBody>
      <dsp:txXfrm>
        <a:off x="1357965" y="1471979"/>
        <a:ext cx="4887299" cy="1175727"/>
      </dsp:txXfrm>
    </dsp:sp>
    <dsp:sp modelId="{60205C92-EDFD-4D42-996E-4A088D9A2D68}">
      <dsp:nvSpPr>
        <dsp:cNvPr id="0" name=""/>
        <dsp:cNvSpPr/>
      </dsp:nvSpPr>
      <dsp:spPr>
        <a:xfrm>
          <a:off x="0" y="2941639"/>
          <a:ext cx="6245265" cy="117572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499B3F-9FF7-4874-BBA5-C99FB5F051AE}">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0C7120-1737-47C7-A695-98EC425CAAD5}">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dirty="0"/>
            <a:t>Connaître les mesures de prévention à appliquer selon le type de réseau.</a:t>
          </a:r>
          <a:endParaRPr lang="en-US" sz="2200" kern="1200" dirty="0"/>
        </a:p>
      </dsp:txBody>
      <dsp:txXfrm>
        <a:off x="1357965" y="2941639"/>
        <a:ext cx="4887299" cy="1175727"/>
      </dsp:txXfrm>
    </dsp:sp>
    <dsp:sp modelId="{DBBAD6CE-76EC-4985-AA9D-1C16F3ADCC1F}">
      <dsp:nvSpPr>
        <dsp:cNvPr id="0" name=""/>
        <dsp:cNvSpPr/>
      </dsp:nvSpPr>
      <dsp:spPr>
        <a:xfrm>
          <a:off x="0" y="4411299"/>
          <a:ext cx="6245265" cy="117572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F95184-F10E-4136-A2AF-DCD6E914902D}">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6089F5-90D6-4EB4-AD4E-37458751E47D}">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dirty="0"/>
            <a:t>Adopter un comportement sécuritaire en présence de réseaux enterrés ou aériens.</a:t>
          </a:r>
          <a:endParaRPr lang="en-US" sz="2200" kern="1200" dirty="0"/>
        </a:p>
      </dsp:txBody>
      <dsp:txXfrm>
        <a:off x="1357965" y="4411299"/>
        <a:ext cx="4887299" cy="11757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E3902-650F-4DDB-A913-615E876AE2C6}">
      <dsp:nvSpPr>
        <dsp:cNvPr id="0" name=""/>
        <dsp:cNvSpPr/>
      </dsp:nvSpPr>
      <dsp:spPr>
        <a:xfrm>
          <a:off x="656728" y="51852"/>
          <a:ext cx="1458376" cy="145837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5AFBC-EDE6-4FAF-A4A3-5B6BD81241CB}">
      <dsp:nvSpPr>
        <dsp:cNvPr id="0" name=""/>
        <dsp:cNvSpPr/>
      </dsp:nvSpPr>
      <dsp:spPr>
        <a:xfrm>
          <a:off x="967530" y="362654"/>
          <a:ext cx="836773" cy="8367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6DD64E-7D30-4E26-859B-D21F9B0C00E7}">
      <dsp:nvSpPr>
        <dsp:cNvPr id="0" name=""/>
        <dsp:cNvSpPr/>
      </dsp:nvSpPr>
      <dsp:spPr>
        <a:xfrm>
          <a:off x="190526" y="1964477"/>
          <a:ext cx="23907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Risques humains</a:t>
          </a:r>
          <a:r>
            <a:rPr lang="fr-FR" sz="1200" kern="1200"/>
            <a:t> : électrocution, brûlures graves, risques de chute, blessures.</a:t>
          </a:r>
          <a:endParaRPr lang="en-US" sz="1200" kern="1200"/>
        </a:p>
      </dsp:txBody>
      <dsp:txXfrm>
        <a:off x="190526" y="1964477"/>
        <a:ext cx="2390781" cy="720000"/>
      </dsp:txXfrm>
    </dsp:sp>
    <dsp:sp modelId="{7B74E07D-E38E-4F7A-B6AE-6F64098E84C4}">
      <dsp:nvSpPr>
        <dsp:cNvPr id="0" name=""/>
        <dsp:cNvSpPr/>
      </dsp:nvSpPr>
      <dsp:spPr>
        <a:xfrm>
          <a:off x="3465897" y="51852"/>
          <a:ext cx="1458376" cy="145837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36EAB3-7636-47F2-B044-BC0487235947}">
      <dsp:nvSpPr>
        <dsp:cNvPr id="0" name=""/>
        <dsp:cNvSpPr/>
      </dsp:nvSpPr>
      <dsp:spPr>
        <a:xfrm>
          <a:off x="3776698" y="362654"/>
          <a:ext cx="836773" cy="8367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CB94C0-A2D8-430E-A039-EE7431DBF30B}">
      <dsp:nvSpPr>
        <dsp:cNvPr id="0" name=""/>
        <dsp:cNvSpPr/>
      </dsp:nvSpPr>
      <dsp:spPr>
        <a:xfrm>
          <a:off x="2999694" y="1964477"/>
          <a:ext cx="23907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Conséquences légales</a:t>
          </a:r>
          <a:r>
            <a:rPr lang="fr-FR" sz="1200" kern="1200"/>
            <a:t> : responsabilité civile et pénale pouvant engager l’opérateur et l’entreprise.</a:t>
          </a:r>
          <a:endParaRPr lang="en-US" sz="1200" kern="1200"/>
        </a:p>
      </dsp:txBody>
      <dsp:txXfrm>
        <a:off x="2999694" y="1964477"/>
        <a:ext cx="2390781" cy="720000"/>
      </dsp:txXfrm>
    </dsp:sp>
    <dsp:sp modelId="{06F6F2CD-B00D-40C4-91D4-B85BCBF368DC}">
      <dsp:nvSpPr>
        <dsp:cNvPr id="0" name=""/>
        <dsp:cNvSpPr/>
      </dsp:nvSpPr>
      <dsp:spPr>
        <a:xfrm>
          <a:off x="656728" y="3282173"/>
          <a:ext cx="1458376" cy="145837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5374B0-979C-45B3-A956-EA4BBC89412E}">
      <dsp:nvSpPr>
        <dsp:cNvPr id="0" name=""/>
        <dsp:cNvSpPr/>
      </dsp:nvSpPr>
      <dsp:spPr>
        <a:xfrm>
          <a:off x="967530" y="3592974"/>
          <a:ext cx="836773" cy="8367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0BD2DD-51A5-4106-87DF-25BB767EC728}">
      <dsp:nvSpPr>
        <dsp:cNvPr id="0" name=""/>
        <dsp:cNvSpPr/>
      </dsp:nvSpPr>
      <dsp:spPr>
        <a:xfrm>
          <a:off x="190526" y="5194798"/>
          <a:ext cx="23907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Arrêt de chantier</a:t>
          </a:r>
          <a:r>
            <a:rPr lang="fr-FR" sz="1200" kern="1200"/>
            <a:t> avec pertes économiques importantes.</a:t>
          </a:r>
          <a:endParaRPr lang="en-US" sz="1200" kern="1200"/>
        </a:p>
      </dsp:txBody>
      <dsp:txXfrm>
        <a:off x="190526" y="5194798"/>
        <a:ext cx="2390781" cy="720000"/>
      </dsp:txXfrm>
    </dsp:sp>
    <dsp:sp modelId="{5A06D358-A415-4C5B-AE90-693C15C98457}">
      <dsp:nvSpPr>
        <dsp:cNvPr id="0" name=""/>
        <dsp:cNvSpPr/>
      </dsp:nvSpPr>
      <dsp:spPr>
        <a:xfrm>
          <a:off x="3465897" y="3282173"/>
          <a:ext cx="1458376" cy="145837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F041F0-9311-42CE-8249-91DC5250B4D3}">
      <dsp:nvSpPr>
        <dsp:cNvPr id="0" name=""/>
        <dsp:cNvSpPr/>
      </dsp:nvSpPr>
      <dsp:spPr>
        <a:xfrm>
          <a:off x="3776698" y="3592974"/>
          <a:ext cx="836773" cy="8367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85E3D-665C-4819-986B-91A870F939AE}">
      <dsp:nvSpPr>
        <dsp:cNvPr id="0" name=""/>
        <dsp:cNvSpPr/>
      </dsp:nvSpPr>
      <dsp:spPr>
        <a:xfrm>
          <a:off x="2999694" y="5194798"/>
          <a:ext cx="23907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1" kern="1200"/>
            <a:t>Sanctions administratives et pénales</a:t>
          </a:r>
          <a:r>
            <a:rPr lang="fr-FR" sz="1200" kern="1200"/>
            <a:t> prévues par le Code du travail et le Code de l’environnement.</a:t>
          </a:r>
          <a:endParaRPr lang="en-US" sz="1200" kern="1200"/>
        </a:p>
      </dsp:txBody>
      <dsp:txXfrm>
        <a:off x="2999694" y="5194798"/>
        <a:ext cx="2390781"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F36FA-E14F-4B0C-9B67-1A9EE913BEA6}">
      <dsp:nvSpPr>
        <dsp:cNvPr id="0" name=""/>
        <dsp:cNvSpPr/>
      </dsp:nvSpPr>
      <dsp:spPr>
        <a:xfrm>
          <a:off x="562927" y="75445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61F964-E11C-4795-8B0C-6BA3760533CA}">
      <dsp:nvSpPr>
        <dsp:cNvPr id="0" name=""/>
        <dsp:cNvSpPr/>
      </dsp:nvSpPr>
      <dsp:spPr>
        <a:xfrm>
          <a:off x="871091" y="106262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9BDA7E-1C9B-49A9-BE6D-EF48EFF6AA7F}">
      <dsp:nvSpPr>
        <dsp:cNvPr id="0" name=""/>
        <dsp:cNvSpPr/>
      </dsp:nvSpPr>
      <dsp:spPr>
        <a:xfrm>
          <a:off x="100682" y="2650848"/>
          <a:ext cx="2370489"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Arrêté du 26 juillet 2010</a:t>
          </a:r>
          <a:r>
            <a:rPr lang="fr-FR" sz="1100" kern="1200"/>
            <a:t> modifiant l’arrêté du 18 décembre 1994 relatif à la prévention des risques d’origine électrique.</a:t>
          </a:r>
          <a:endParaRPr lang="en-US" sz="1100" kern="1200"/>
        </a:p>
      </dsp:txBody>
      <dsp:txXfrm>
        <a:off x="100682" y="2650848"/>
        <a:ext cx="2370489" cy="787500"/>
      </dsp:txXfrm>
    </dsp:sp>
    <dsp:sp modelId="{8D18E155-0765-4A69-8589-A18965382FAC}">
      <dsp:nvSpPr>
        <dsp:cNvPr id="0" name=""/>
        <dsp:cNvSpPr/>
      </dsp:nvSpPr>
      <dsp:spPr>
        <a:xfrm>
          <a:off x="3348252" y="75445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D6F052-DB2B-4688-A70A-AFFD475057F0}">
      <dsp:nvSpPr>
        <dsp:cNvPr id="0" name=""/>
        <dsp:cNvSpPr/>
      </dsp:nvSpPr>
      <dsp:spPr>
        <a:xfrm>
          <a:off x="3656416" y="106262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AA68D-D532-4511-B98B-B1B703F9911A}">
      <dsp:nvSpPr>
        <dsp:cNvPr id="0" name=""/>
        <dsp:cNvSpPr/>
      </dsp:nvSpPr>
      <dsp:spPr>
        <a:xfrm>
          <a:off x="2886007" y="2650848"/>
          <a:ext cx="2370489"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Code du travail – articles R4544-9 à R4544-12</a:t>
          </a:r>
          <a:r>
            <a:rPr lang="fr-FR" sz="1100" kern="1200"/>
            <a:t> concernant la sécurité dans les travaux à proximité des réseaux électriques.</a:t>
          </a:r>
          <a:endParaRPr lang="en-US" sz="1100" kern="1200"/>
        </a:p>
      </dsp:txBody>
      <dsp:txXfrm>
        <a:off x="2886007" y="2650848"/>
        <a:ext cx="2370489" cy="787500"/>
      </dsp:txXfrm>
    </dsp:sp>
    <dsp:sp modelId="{2B2D6FA8-2662-48C4-A011-B941E7ED53B6}">
      <dsp:nvSpPr>
        <dsp:cNvPr id="0" name=""/>
        <dsp:cNvSpPr/>
      </dsp:nvSpPr>
      <dsp:spPr>
        <a:xfrm>
          <a:off x="6133577" y="75445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4441F-B347-46AC-ACB4-E286737CCE0D}">
      <dsp:nvSpPr>
        <dsp:cNvPr id="0" name=""/>
        <dsp:cNvSpPr/>
      </dsp:nvSpPr>
      <dsp:spPr>
        <a:xfrm>
          <a:off x="6441741" y="106262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F5CAD5-8CC5-4C3A-884D-339EFD4E5F38}">
      <dsp:nvSpPr>
        <dsp:cNvPr id="0" name=""/>
        <dsp:cNvSpPr/>
      </dsp:nvSpPr>
      <dsp:spPr>
        <a:xfrm>
          <a:off x="5671332" y="2650848"/>
          <a:ext cx="2370489"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Guide technique anti-endommagement DT-DICT</a:t>
          </a:r>
          <a:r>
            <a:rPr lang="fr-FR" sz="1100" kern="1200"/>
            <a:t> : prescriptions pour la prévention des dommages aux réseaux lors des travaux.</a:t>
          </a:r>
          <a:endParaRPr lang="en-US" sz="1100" kern="1200"/>
        </a:p>
      </dsp:txBody>
      <dsp:txXfrm>
        <a:off x="5671332" y="2650848"/>
        <a:ext cx="2370489" cy="787500"/>
      </dsp:txXfrm>
    </dsp:sp>
    <dsp:sp modelId="{176F4E29-64DE-4A4A-B346-E35B3D7F2C08}">
      <dsp:nvSpPr>
        <dsp:cNvPr id="0" name=""/>
        <dsp:cNvSpPr/>
      </dsp:nvSpPr>
      <dsp:spPr>
        <a:xfrm>
          <a:off x="8918902" y="75445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65EEBA-8088-45F3-8476-10D1853C3699}">
      <dsp:nvSpPr>
        <dsp:cNvPr id="0" name=""/>
        <dsp:cNvSpPr/>
      </dsp:nvSpPr>
      <dsp:spPr>
        <a:xfrm>
          <a:off x="9227066" y="106262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44726E-36E8-4894-8170-191891D04479}">
      <dsp:nvSpPr>
        <dsp:cNvPr id="0" name=""/>
        <dsp:cNvSpPr/>
      </dsp:nvSpPr>
      <dsp:spPr>
        <a:xfrm>
          <a:off x="8456657" y="2650848"/>
          <a:ext cx="2370489"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Norme NF C 18-510</a:t>
          </a:r>
          <a:r>
            <a:rPr lang="fr-FR" sz="1100" kern="1200"/>
            <a:t> : sécurité des travaux à proximité des réseaux électriques.</a:t>
          </a:r>
          <a:endParaRPr lang="en-US" sz="1100" kern="1200"/>
        </a:p>
      </dsp:txBody>
      <dsp:txXfrm>
        <a:off x="8456657" y="2650848"/>
        <a:ext cx="2370489" cy="787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B7A069-11EB-457A-A203-BDB231B4F61B}">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D29D36-251D-4F0B-A099-E5C7698170A3}">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a:t>Toujours consulter les plans et repérer visuellement les réseaux avant toute intervention.</a:t>
          </a:r>
          <a:endParaRPr lang="en-US" sz="2300" kern="1200"/>
        </a:p>
      </dsp:txBody>
      <dsp:txXfrm>
        <a:off x="0" y="675"/>
        <a:ext cx="6900512" cy="1106957"/>
      </dsp:txXfrm>
    </dsp:sp>
    <dsp:sp modelId="{9FD0BBE3-695D-4000-96CC-1849B2852982}">
      <dsp:nvSpPr>
        <dsp:cNvPr id="0" name=""/>
        <dsp:cNvSpPr/>
      </dsp:nvSpPr>
      <dsp:spPr>
        <a:xfrm>
          <a:off x="0" y="1107633"/>
          <a:ext cx="6900512" cy="0"/>
        </a:xfrm>
        <a:prstGeom prst="line">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9BD261-412F-4672-92A0-E44FCF497B54}">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a:t>Porter les équipements de protection individuelle adaptés (casque, gants isolants, chaussures de sécurité).</a:t>
          </a:r>
          <a:endParaRPr lang="en-US" sz="2300" kern="1200"/>
        </a:p>
      </dsp:txBody>
      <dsp:txXfrm>
        <a:off x="0" y="1107633"/>
        <a:ext cx="6900512" cy="1106957"/>
      </dsp:txXfrm>
    </dsp:sp>
    <dsp:sp modelId="{70E701C4-A01B-478B-B5A7-72A45A927723}">
      <dsp:nvSpPr>
        <dsp:cNvPr id="0" name=""/>
        <dsp:cNvSpPr/>
      </dsp:nvSpPr>
      <dsp:spPr>
        <a:xfrm>
          <a:off x="0" y="2214591"/>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C73E96-6094-4E91-B7B9-13E13EB988E1}">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a:t>Participer aux réunions et briefings sécurité pour être informé des particularités du chantier.</a:t>
          </a:r>
          <a:endParaRPr lang="en-US" sz="2300" kern="1200"/>
        </a:p>
      </dsp:txBody>
      <dsp:txXfrm>
        <a:off x="0" y="2214591"/>
        <a:ext cx="6900512" cy="1106957"/>
      </dsp:txXfrm>
    </dsp:sp>
    <dsp:sp modelId="{D5772391-D09D-4BCB-99AA-A146299BE48A}">
      <dsp:nvSpPr>
        <dsp:cNvPr id="0" name=""/>
        <dsp:cNvSpPr/>
      </dsp:nvSpPr>
      <dsp:spPr>
        <a:xfrm>
          <a:off x="0" y="3321549"/>
          <a:ext cx="6900512" cy="0"/>
        </a:xfrm>
        <a:prstGeom prst="line">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04E1B2-2776-401B-A003-1CD56A45FE1A}">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a:t>Respecter scrupuleusement les distances de sécurité et zones balisées.</a:t>
          </a:r>
          <a:endParaRPr lang="en-US" sz="2300" kern="1200"/>
        </a:p>
      </dsp:txBody>
      <dsp:txXfrm>
        <a:off x="0" y="3321549"/>
        <a:ext cx="6900512" cy="1106957"/>
      </dsp:txXfrm>
    </dsp:sp>
    <dsp:sp modelId="{B6ED948A-0FE7-4358-9C32-C623CA7B6F63}">
      <dsp:nvSpPr>
        <dsp:cNvPr id="0" name=""/>
        <dsp:cNvSpPr/>
      </dsp:nvSpPr>
      <dsp:spPr>
        <a:xfrm>
          <a:off x="0" y="4428507"/>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F253C-25B1-432F-A8AE-ED4D7ACDB7E7}">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a:t>En cas de doute, </a:t>
          </a:r>
          <a:r>
            <a:rPr lang="fr-FR" sz="2300" b="1" kern="1200"/>
            <a:t>s’abstenir d’intervenir et demander conseil</a:t>
          </a:r>
          <a:r>
            <a:rPr lang="fr-FR" sz="2300" kern="1200"/>
            <a:t> à un responsable formé.</a:t>
          </a:r>
          <a:endParaRPr lang="en-US" sz="2300" kern="1200"/>
        </a:p>
      </dsp:txBody>
      <dsp:txXfrm>
        <a:off x="0" y="4428507"/>
        <a:ext cx="6900512" cy="110695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0A86E-AE93-4543-A756-492E174A724B}">
      <dsp:nvSpPr>
        <dsp:cNvPr id="0" name=""/>
        <dsp:cNvSpPr/>
      </dsp:nvSpPr>
      <dsp:spPr>
        <a:xfrm>
          <a:off x="311379" y="1113170"/>
          <a:ext cx="969328" cy="96932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6BE07-3F7A-44D3-9B17-9C35BD273473}">
      <dsp:nvSpPr>
        <dsp:cNvPr id="0" name=""/>
        <dsp:cNvSpPr/>
      </dsp:nvSpPr>
      <dsp:spPr>
        <a:xfrm>
          <a:off x="517957" y="1319748"/>
          <a:ext cx="556171" cy="556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D03462-C725-4AE8-BD9C-082030F91162}">
      <dsp:nvSpPr>
        <dsp:cNvPr id="0" name=""/>
        <dsp:cNvSpPr/>
      </dsp:nvSpPr>
      <dsp:spPr>
        <a:xfrm>
          <a:off x="1512"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Électricité</a:t>
          </a:r>
          <a:r>
            <a:rPr lang="fr-FR" sz="1100" kern="1200"/>
            <a:t> : électrocution, brûlures graves, arrêt cardiaque, incendie.</a:t>
          </a:r>
          <a:endParaRPr lang="en-US" sz="1100" kern="1200"/>
        </a:p>
      </dsp:txBody>
      <dsp:txXfrm>
        <a:off x="1512" y="2384420"/>
        <a:ext cx="1589062" cy="695214"/>
      </dsp:txXfrm>
    </dsp:sp>
    <dsp:sp modelId="{0742A70F-9E88-43D5-8ED8-1C7E472605BE}">
      <dsp:nvSpPr>
        <dsp:cNvPr id="0" name=""/>
        <dsp:cNvSpPr/>
      </dsp:nvSpPr>
      <dsp:spPr>
        <a:xfrm>
          <a:off x="2178527" y="1113170"/>
          <a:ext cx="969328" cy="96932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8C93BA-D10D-4F5E-9275-1F093371C372}">
      <dsp:nvSpPr>
        <dsp:cNvPr id="0" name=""/>
        <dsp:cNvSpPr/>
      </dsp:nvSpPr>
      <dsp:spPr>
        <a:xfrm>
          <a:off x="2385105" y="1319748"/>
          <a:ext cx="556171" cy="556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26004E-9C45-464E-8113-7DC5C60BBDFF}">
      <dsp:nvSpPr>
        <dsp:cNvPr id="0" name=""/>
        <dsp:cNvSpPr/>
      </dsp:nvSpPr>
      <dsp:spPr>
        <a:xfrm>
          <a:off x="1868660"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Gaz</a:t>
          </a:r>
          <a:r>
            <a:rPr lang="fr-FR" sz="1100" kern="1200"/>
            <a:t> : explosion, incendie, intoxication par inhalation, évacuation d'urgence.</a:t>
          </a:r>
          <a:endParaRPr lang="en-US" sz="1100" kern="1200"/>
        </a:p>
      </dsp:txBody>
      <dsp:txXfrm>
        <a:off x="1868660" y="2384420"/>
        <a:ext cx="1589062" cy="695214"/>
      </dsp:txXfrm>
    </dsp:sp>
    <dsp:sp modelId="{DC826728-BD3E-43C5-A6F9-7E04A066EE62}">
      <dsp:nvSpPr>
        <dsp:cNvPr id="0" name=""/>
        <dsp:cNvSpPr/>
      </dsp:nvSpPr>
      <dsp:spPr>
        <a:xfrm>
          <a:off x="4045676" y="1113170"/>
          <a:ext cx="969328" cy="96932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716D22-545D-4D22-97F3-3EF1FC315C02}">
      <dsp:nvSpPr>
        <dsp:cNvPr id="0" name=""/>
        <dsp:cNvSpPr/>
      </dsp:nvSpPr>
      <dsp:spPr>
        <a:xfrm>
          <a:off x="4252254" y="1319748"/>
          <a:ext cx="556171" cy="5561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DA4D0F-1814-446D-99DA-023DCAB5FC48}">
      <dsp:nvSpPr>
        <dsp:cNvPr id="0" name=""/>
        <dsp:cNvSpPr/>
      </dsp:nvSpPr>
      <dsp:spPr>
        <a:xfrm>
          <a:off x="3735809"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Eau</a:t>
          </a:r>
          <a:r>
            <a:rPr lang="fr-FR" sz="1100" kern="1200"/>
            <a:t> : inondation du chantier, glissades, interruption de service, pollution.</a:t>
          </a:r>
          <a:endParaRPr lang="en-US" sz="1100" kern="1200"/>
        </a:p>
      </dsp:txBody>
      <dsp:txXfrm>
        <a:off x="3735809" y="2384420"/>
        <a:ext cx="1589062" cy="695214"/>
      </dsp:txXfrm>
    </dsp:sp>
    <dsp:sp modelId="{81EE8BAC-4B5A-40F0-9309-123035D39220}">
      <dsp:nvSpPr>
        <dsp:cNvPr id="0" name=""/>
        <dsp:cNvSpPr/>
      </dsp:nvSpPr>
      <dsp:spPr>
        <a:xfrm>
          <a:off x="5912824" y="1113170"/>
          <a:ext cx="969328" cy="96932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FA4A6-0959-47D0-843E-33E9796750E7}">
      <dsp:nvSpPr>
        <dsp:cNvPr id="0" name=""/>
        <dsp:cNvSpPr/>
      </dsp:nvSpPr>
      <dsp:spPr>
        <a:xfrm>
          <a:off x="6119402" y="1319748"/>
          <a:ext cx="556171" cy="5561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FD5E1A-2F17-45EC-8179-465ED5776198}">
      <dsp:nvSpPr>
        <dsp:cNvPr id="0" name=""/>
        <dsp:cNvSpPr/>
      </dsp:nvSpPr>
      <dsp:spPr>
        <a:xfrm>
          <a:off x="5602957"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Télécommunications</a:t>
          </a:r>
          <a:r>
            <a:rPr lang="fr-FR" sz="1100" kern="1200"/>
            <a:t> : coupure de service, dommages financiers (faible danger physique).</a:t>
          </a:r>
          <a:endParaRPr lang="en-US" sz="1100" kern="1200"/>
        </a:p>
      </dsp:txBody>
      <dsp:txXfrm>
        <a:off x="5602957" y="2384420"/>
        <a:ext cx="1589062" cy="695214"/>
      </dsp:txXfrm>
    </dsp:sp>
    <dsp:sp modelId="{04B0F699-EFB8-4101-B691-17DA07327F5B}">
      <dsp:nvSpPr>
        <dsp:cNvPr id="0" name=""/>
        <dsp:cNvSpPr/>
      </dsp:nvSpPr>
      <dsp:spPr>
        <a:xfrm>
          <a:off x="7779973" y="1113170"/>
          <a:ext cx="969328" cy="969328"/>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6E3C9B-DC35-439D-9217-C94C9EEE52DD}">
      <dsp:nvSpPr>
        <dsp:cNvPr id="0" name=""/>
        <dsp:cNvSpPr/>
      </dsp:nvSpPr>
      <dsp:spPr>
        <a:xfrm>
          <a:off x="7986551" y="1319748"/>
          <a:ext cx="556171" cy="55617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2746F2-2BEA-420F-8737-ED4EA75F7E57}">
      <dsp:nvSpPr>
        <dsp:cNvPr id="0" name=""/>
        <dsp:cNvSpPr/>
      </dsp:nvSpPr>
      <dsp:spPr>
        <a:xfrm>
          <a:off x="7470105"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Chauffage urbain</a:t>
          </a:r>
          <a:r>
            <a:rPr lang="fr-FR" sz="1100" kern="1200"/>
            <a:t> : brûlures dues à la vapeur, fuite de fluide à haute température.</a:t>
          </a:r>
          <a:endParaRPr lang="en-US" sz="1100" kern="1200"/>
        </a:p>
      </dsp:txBody>
      <dsp:txXfrm>
        <a:off x="7470105" y="2384420"/>
        <a:ext cx="1589062" cy="695214"/>
      </dsp:txXfrm>
    </dsp:sp>
    <dsp:sp modelId="{B3FFB9FC-C692-4D9E-A35A-1F1D0491408E}">
      <dsp:nvSpPr>
        <dsp:cNvPr id="0" name=""/>
        <dsp:cNvSpPr/>
      </dsp:nvSpPr>
      <dsp:spPr>
        <a:xfrm>
          <a:off x="9647121" y="1113170"/>
          <a:ext cx="969328" cy="96932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97F83-F266-47E2-82DC-EB3E72DCDF05}">
      <dsp:nvSpPr>
        <dsp:cNvPr id="0" name=""/>
        <dsp:cNvSpPr/>
      </dsp:nvSpPr>
      <dsp:spPr>
        <a:xfrm>
          <a:off x="9853699" y="1319748"/>
          <a:ext cx="556171" cy="55617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E5F24A-0F31-463D-88CD-08A49300041D}">
      <dsp:nvSpPr>
        <dsp:cNvPr id="0" name=""/>
        <dsp:cNvSpPr/>
      </dsp:nvSpPr>
      <dsp:spPr>
        <a:xfrm>
          <a:off x="9337254" y="2384420"/>
          <a:ext cx="1589062" cy="69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Autres</a:t>
          </a:r>
          <a:r>
            <a:rPr lang="fr-FR" sz="1100" kern="1200"/>
            <a:t> : risques spécifiques selon les réseaux particuliers (hydrogène, produits chimiques…).</a:t>
          </a:r>
          <a:endParaRPr lang="en-US" sz="1100" kern="1200"/>
        </a:p>
      </dsp:txBody>
      <dsp:txXfrm>
        <a:off x="9337254" y="2384420"/>
        <a:ext cx="1589062" cy="69521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74F412-187A-4E61-8368-B174E91DBA27}">
      <dsp:nvSpPr>
        <dsp:cNvPr id="0" name=""/>
        <dsp:cNvSpPr/>
      </dsp:nvSpPr>
      <dsp:spPr>
        <a:xfrm>
          <a:off x="821" y="179348"/>
          <a:ext cx="3327201" cy="399264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22350">
            <a:lnSpc>
              <a:spcPct val="90000"/>
            </a:lnSpc>
            <a:spcBef>
              <a:spcPct val="0"/>
            </a:spcBef>
            <a:spcAft>
              <a:spcPct val="35000"/>
            </a:spcAft>
            <a:buNone/>
          </a:pPr>
          <a:r>
            <a:rPr lang="fr-FR" sz="2300" b="0" i="0" kern="1200" baseline="0"/>
            <a:t>Arrêter les travaux.</a:t>
          </a:r>
          <a:endParaRPr lang="en-US" sz="2300" kern="1200"/>
        </a:p>
      </dsp:txBody>
      <dsp:txXfrm>
        <a:off x="821" y="1776404"/>
        <a:ext cx="3327201" cy="2395585"/>
      </dsp:txXfrm>
    </dsp:sp>
    <dsp:sp modelId="{AD1ED1CE-0D14-4913-81DF-E61FCD8254BA}">
      <dsp:nvSpPr>
        <dsp:cNvPr id="0" name=""/>
        <dsp:cNvSpPr/>
      </dsp:nvSpPr>
      <dsp:spPr>
        <a:xfrm>
          <a:off x="821" y="179348"/>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179348"/>
        <a:ext cx="3327201" cy="1597056"/>
      </dsp:txXfrm>
    </dsp:sp>
    <dsp:sp modelId="{E8D55F26-5081-4E49-8923-5A78E7EFFB89}">
      <dsp:nvSpPr>
        <dsp:cNvPr id="0" name=""/>
        <dsp:cNvSpPr/>
      </dsp:nvSpPr>
      <dsp:spPr>
        <a:xfrm>
          <a:off x="3594199" y="179348"/>
          <a:ext cx="3327201" cy="3992641"/>
        </a:xfrm>
        <a:prstGeom prst="rect">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22350">
            <a:lnSpc>
              <a:spcPct val="90000"/>
            </a:lnSpc>
            <a:spcBef>
              <a:spcPct val="0"/>
            </a:spcBef>
            <a:spcAft>
              <a:spcPct val="35000"/>
            </a:spcAft>
            <a:buNone/>
          </a:pPr>
          <a:r>
            <a:rPr lang="fr-FR" sz="2300" b="0" i="0" kern="1200" baseline="0"/>
            <a:t>Contacter l’exploitant pour obtenir une autorisation spécifique et définir une procédure adaptée.</a:t>
          </a:r>
          <a:endParaRPr lang="en-US" sz="2300" kern="1200"/>
        </a:p>
      </dsp:txBody>
      <dsp:txXfrm>
        <a:off x="3594199" y="1776404"/>
        <a:ext cx="3327201" cy="2395585"/>
      </dsp:txXfrm>
    </dsp:sp>
    <dsp:sp modelId="{D8FBF6B4-6B8A-4E28-B33A-8C3D043C563C}">
      <dsp:nvSpPr>
        <dsp:cNvPr id="0" name=""/>
        <dsp:cNvSpPr/>
      </dsp:nvSpPr>
      <dsp:spPr>
        <a:xfrm>
          <a:off x="3594199" y="179348"/>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179348"/>
        <a:ext cx="3327201" cy="1597056"/>
      </dsp:txXfrm>
    </dsp:sp>
    <dsp:sp modelId="{F5F96469-A6C9-4DB2-841A-1EBC0DF68DD7}">
      <dsp:nvSpPr>
        <dsp:cNvPr id="0" name=""/>
        <dsp:cNvSpPr/>
      </dsp:nvSpPr>
      <dsp:spPr>
        <a:xfrm>
          <a:off x="7187576" y="179348"/>
          <a:ext cx="3327201" cy="3992641"/>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22350">
            <a:lnSpc>
              <a:spcPct val="90000"/>
            </a:lnSpc>
            <a:spcBef>
              <a:spcPct val="0"/>
            </a:spcBef>
            <a:spcAft>
              <a:spcPct val="35000"/>
            </a:spcAft>
            <a:buNone/>
          </a:pPr>
          <a:r>
            <a:rPr lang="fr-FR" sz="2300" b="0" i="0" kern="1200" baseline="0"/>
            <a:t>Mettre en place des dispositifs de protection complémentaires (par exemple : ligne déviée, écran isolant).</a:t>
          </a:r>
          <a:endParaRPr lang="en-US" sz="2300" kern="1200"/>
        </a:p>
      </dsp:txBody>
      <dsp:txXfrm>
        <a:off x="7187576" y="1776404"/>
        <a:ext cx="3327201" cy="2395585"/>
      </dsp:txXfrm>
    </dsp:sp>
    <dsp:sp modelId="{24485FA0-3465-47E9-8C9F-18610EDEB331}">
      <dsp:nvSpPr>
        <dsp:cNvPr id="0" name=""/>
        <dsp:cNvSpPr/>
      </dsp:nvSpPr>
      <dsp:spPr>
        <a:xfrm>
          <a:off x="7187576" y="179348"/>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179348"/>
        <a:ext cx="3327201" cy="159705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91508-8AC6-41EF-8703-DACB3BFBC285}">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97F5B7-8EE7-49F9-8724-9A80208557D9}">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04AAD4-1E6A-4FBF-9ED0-17955A7860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fr-FR" sz="1900" kern="1200"/>
            <a:t>Réseaux </a:t>
          </a:r>
          <a:r>
            <a:rPr lang="fr-FR" sz="1900" b="1" kern="1200"/>
            <a:t>mal localisés</a:t>
          </a:r>
          <a:r>
            <a:rPr lang="fr-FR" sz="1900" kern="1200"/>
            <a:t> ou </a:t>
          </a:r>
          <a:r>
            <a:rPr lang="fr-FR" sz="1900" b="1" kern="1200"/>
            <a:t>non détectés</a:t>
          </a:r>
          <a:r>
            <a:rPr lang="fr-FR" sz="1900" kern="1200"/>
            <a:t> (classe B ou C).</a:t>
          </a:r>
          <a:endParaRPr lang="en-US" sz="1900" kern="1200"/>
        </a:p>
      </dsp:txBody>
      <dsp:txXfrm>
        <a:off x="1074268" y="4366"/>
        <a:ext cx="5170996" cy="930102"/>
      </dsp:txXfrm>
    </dsp:sp>
    <dsp:sp modelId="{1BD564F6-6EE7-4B83-9BAD-07BD81925364}">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18DFD-C869-49B1-B725-3395D45C9311}">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3994F2-C5A7-4151-927B-B39E039EECCD}">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fr-FR" sz="1900" kern="1200"/>
            <a:t>Interventions en zone </a:t>
          </a:r>
          <a:r>
            <a:rPr lang="fr-FR" sz="1900" b="1" kern="1200"/>
            <a:t>urbaine dense</a:t>
          </a:r>
          <a:r>
            <a:rPr lang="fr-FR" sz="1900" kern="1200"/>
            <a:t> (réseaux nombreux et superposés).</a:t>
          </a:r>
          <a:endParaRPr lang="en-US" sz="1900" kern="1200"/>
        </a:p>
      </dsp:txBody>
      <dsp:txXfrm>
        <a:off x="1074268" y="1166994"/>
        <a:ext cx="5170996" cy="930102"/>
      </dsp:txXfrm>
    </dsp:sp>
    <dsp:sp modelId="{B301DC7B-54FC-4383-AFF6-801C5D898534}">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65252E-3EC7-4A00-B96D-33CA8866381E}">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665734-8405-4587-9910-FAE31BFF1CC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fr-FR" sz="1900" b="1" kern="1200"/>
            <a:t>Utilisation d’engins mécaniques</a:t>
          </a:r>
          <a:r>
            <a:rPr lang="fr-FR" sz="1900" kern="1200"/>
            <a:t> inappropriés en zones sensibles.</a:t>
          </a:r>
          <a:endParaRPr lang="en-US" sz="1900" kern="1200"/>
        </a:p>
      </dsp:txBody>
      <dsp:txXfrm>
        <a:off x="1074268" y="2329622"/>
        <a:ext cx="5170996" cy="930102"/>
      </dsp:txXfrm>
    </dsp:sp>
    <dsp:sp modelId="{4C2711A8-FEA4-43B8-A3D9-D6A1481A84A8}">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75FD2A-4818-40C9-A0F5-B44AD3E6F7F4}">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F24CE3-8DC9-4BD3-98F9-8B331CF31DCF}">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fr-FR" sz="1900" kern="1200"/>
            <a:t>Absence de lecture des plans ou </a:t>
          </a:r>
          <a:r>
            <a:rPr lang="fr-FR" sz="1900" b="1" kern="1200"/>
            <a:t>non-respect des consignes de sécurité</a:t>
          </a:r>
          <a:r>
            <a:rPr lang="fr-FR" sz="1900" kern="1200"/>
            <a:t>.</a:t>
          </a:r>
          <a:endParaRPr lang="en-US" sz="1900" kern="1200"/>
        </a:p>
      </dsp:txBody>
      <dsp:txXfrm>
        <a:off x="1074268" y="3492250"/>
        <a:ext cx="5170996" cy="930102"/>
      </dsp:txXfrm>
    </dsp:sp>
    <dsp:sp modelId="{3E3B7E62-7A38-4446-9993-19BDA067A592}">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DD092A-7BA5-42C5-B552-10F2317A4386}">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44DC0E-8998-4530-9A73-C18DF765D0CD}">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fr-FR" sz="1900" kern="1200"/>
            <a:t>Conditions météo défavorables, </a:t>
          </a:r>
          <a:r>
            <a:rPr lang="fr-FR" sz="1900" b="1" kern="1200"/>
            <a:t>chantier mal balisé</a:t>
          </a:r>
          <a:r>
            <a:rPr lang="fr-FR" sz="1900" kern="1200"/>
            <a:t>.</a:t>
          </a:r>
          <a:endParaRPr lang="en-US" sz="1900" kern="1200"/>
        </a:p>
      </dsp:txBody>
      <dsp:txXfrm>
        <a:off x="1074268" y="4654878"/>
        <a:ext cx="5170996" cy="9301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90FDD-5303-45FB-A188-9EF05A410625}">
      <dsp:nvSpPr>
        <dsp:cNvPr id="0" name=""/>
        <dsp:cNvSpPr/>
      </dsp:nvSpPr>
      <dsp:spPr>
        <a:xfrm>
          <a:off x="898829" y="288"/>
          <a:ext cx="1001496" cy="10014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B64B46-0B9D-4270-A537-FB5FCDBF06D1}">
      <dsp:nvSpPr>
        <dsp:cNvPr id="0" name=""/>
        <dsp:cNvSpPr/>
      </dsp:nvSpPr>
      <dsp:spPr>
        <a:xfrm>
          <a:off x="1112262" y="213721"/>
          <a:ext cx="574628" cy="574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ACBE1F-C1D2-4DFC-B953-0C518418540E}">
      <dsp:nvSpPr>
        <dsp:cNvPr id="0" name=""/>
        <dsp:cNvSpPr/>
      </dsp:nvSpPr>
      <dsp:spPr>
        <a:xfrm>
          <a:off x="578678"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kern="1200"/>
            <a:t>Lire les plans à jour et </a:t>
          </a:r>
          <a:r>
            <a:rPr lang="fr-FR" sz="1100" b="1" kern="1200"/>
            <a:t>identifier les zones sensibles</a:t>
          </a:r>
          <a:r>
            <a:rPr lang="fr-FR" sz="1100" kern="1200"/>
            <a:t>.</a:t>
          </a:r>
          <a:endParaRPr lang="en-US" sz="1100" kern="1200"/>
        </a:p>
      </dsp:txBody>
      <dsp:txXfrm>
        <a:off x="578678" y="1313725"/>
        <a:ext cx="1641796" cy="656718"/>
      </dsp:txXfrm>
    </dsp:sp>
    <dsp:sp modelId="{9E025DB1-30B3-4D1F-AE5B-53F1B36092BF}">
      <dsp:nvSpPr>
        <dsp:cNvPr id="0" name=""/>
        <dsp:cNvSpPr/>
      </dsp:nvSpPr>
      <dsp:spPr>
        <a:xfrm>
          <a:off x="2827940" y="288"/>
          <a:ext cx="1001496" cy="100149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D03060-77F2-445F-9454-3F84CF136610}">
      <dsp:nvSpPr>
        <dsp:cNvPr id="0" name=""/>
        <dsp:cNvSpPr/>
      </dsp:nvSpPr>
      <dsp:spPr>
        <a:xfrm>
          <a:off x="3041374" y="213721"/>
          <a:ext cx="574628" cy="574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55BE75-0A45-417B-BF59-4204DD773E63}">
      <dsp:nvSpPr>
        <dsp:cNvPr id="0" name=""/>
        <dsp:cNvSpPr/>
      </dsp:nvSpPr>
      <dsp:spPr>
        <a:xfrm>
          <a:off x="2507790"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kern="1200"/>
            <a:t>Respecter la </a:t>
          </a:r>
          <a:r>
            <a:rPr lang="fr-FR" sz="1100" b="1" kern="1200"/>
            <a:t>réglementation DT-DICT</a:t>
          </a:r>
          <a:r>
            <a:rPr lang="fr-FR" sz="1100" kern="1200"/>
            <a:t> et le marquage-piquetage.</a:t>
          </a:r>
          <a:endParaRPr lang="en-US" sz="1100" kern="1200"/>
        </a:p>
      </dsp:txBody>
      <dsp:txXfrm>
        <a:off x="2507790" y="1313725"/>
        <a:ext cx="1641796" cy="656718"/>
      </dsp:txXfrm>
    </dsp:sp>
    <dsp:sp modelId="{1D660E5C-58FF-41A9-9C0B-5A953F53C2BF}">
      <dsp:nvSpPr>
        <dsp:cNvPr id="0" name=""/>
        <dsp:cNvSpPr/>
      </dsp:nvSpPr>
      <dsp:spPr>
        <a:xfrm>
          <a:off x="4757051" y="288"/>
          <a:ext cx="1001496" cy="100149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56CEC1-EB10-4964-BD71-8E738E026655}">
      <dsp:nvSpPr>
        <dsp:cNvPr id="0" name=""/>
        <dsp:cNvSpPr/>
      </dsp:nvSpPr>
      <dsp:spPr>
        <a:xfrm>
          <a:off x="4970485" y="213721"/>
          <a:ext cx="574628" cy="574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F721AF-57D0-44EF-86AE-11B87ABBD1F1}">
      <dsp:nvSpPr>
        <dsp:cNvPr id="0" name=""/>
        <dsp:cNvSpPr/>
      </dsp:nvSpPr>
      <dsp:spPr>
        <a:xfrm>
          <a:off x="4436901"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kern="1200"/>
            <a:t>Utiliser des </a:t>
          </a:r>
          <a:r>
            <a:rPr lang="fr-FR" sz="1100" b="1" kern="1200"/>
            <a:t>outils manuels adaptés</a:t>
          </a:r>
          <a:r>
            <a:rPr lang="fr-FR" sz="1100" kern="1200"/>
            <a:t> dans les zones à risque.</a:t>
          </a:r>
          <a:endParaRPr lang="en-US" sz="1100" kern="1200"/>
        </a:p>
      </dsp:txBody>
      <dsp:txXfrm>
        <a:off x="4436901" y="1313725"/>
        <a:ext cx="1641796" cy="656718"/>
      </dsp:txXfrm>
    </dsp:sp>
    <dsp:sp modelId="{ED70EA54-90D6-4929-B7E8-8EE47E6ADBEE}">
      <dsp:nvSpPr>
        <dsp:cNvPr id="0" name=""/>
        <dsp:cNvSpPr/>
      </dsp:nvSpPr>
      <dsp:spPr>
        <a:xfrm>
          <a:off x="6686163" y="288"/>
          <a:ext cx="1001496" cy="100149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D58E11-34A7-4344-9C17-9EA90CA6BAE7}">
      <dsp:nvSpPr>
        <dsp:cNvPr id="0" name=""/>
        <dsp:cNvSpPr/>
      </dsp:nvSpPr>
      <dsp:spPr>
        <a:xfrm>
          <a:off x="6899596" y="213721"/>
          <a:ext cx="574628" cy="574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23FCC4-8C35-4532-A6A1-D2C2E7994FFE}">
      <dsp:nvSpPr>
        <dsp:cNvPr id="0" name=""/>
        <dsp:cNvSpPr/>
      </dsp:nvSpPr>
      <dsp:spPr>
        <a:xfrm>
          <a:off x="6366012"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kern="1200"/>
            <a:t>Ne jamais intervenir sans avoir localisé les réseaux (par détection, géoradar…).</a:t>
          </a:r>
          <a:endParaRPr lang="en-US" sz="1100" kern="1200"/>
        </a:p>
      </dsp:txBody>
      <dsp:txXfrm>
        <a:off x="6366012" y="1313725"/>
        <a:ext cx="1641796" cy="656718"/>
      </dsp:txXfrm>
    </dsp:sp>
    <dsp:sp modelId="{A51A95B5-6EE2-4E66-A286-A8EBE4F513E3}">
      <dsp:nvSpPr>
        <dsp:cNvPr id="0" name=""/>
        <dsp:cNvSpPr/>
      </dsp:nvSpPr>
      <dsp:spPr>
        <a:xfrm>
          <a:off x="8615274" y="288"/>
          <a:ext cx="1001496" cy="1001496"/>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1BDC8E-8951-4A3A-B7F2-BC715CD27215}">
      <dsp:nvSpPr>
        <dsp:cNvPr id="0" name=""/>
        <dsp:cNvSpPr/>
      </dsp:nvSpPr>
      <dsp:spPr>
        <a:xfrm>
          <a:off x="8828708" y="213721"/>
          <a:ext cx="574628" cy="5746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20C1BE-8F93-4431-9001-5D75063F3FC7}">
      <dsp:nvSpPr>
        <dsp:cNvPr id="0" name=""/>
        <dsp:cNvSpPr/>
      </dsp:nvSpPr>
      <dsp:spPr>
        <a:xfrm>
          <a:off x="8295124"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1" kern="1200"/>
            <a:t>S’arrêter immédiatement</a:t>
          </a:r>
          <a:r>
            <a:rPr lang="fr-FR" sz="1100" kern="1200"/>
            <a:t> en cas de doute ou d’obstacle non prévu.</a:t>
          </a:r>
          <a:endParaRPr lang="en-US" sz="1100" kern="1200"/>
        </a:p>
      </dsp:txBody>
      <dsp:txXfrm>
        <a:off x="8295124" y="1313725"/>
        <a:ext cx="1641796" cy="656718"/>
      </dsp:txXfrm>
    </dsp:sp>
    <dsp:sp modelId="{03488FE4-E84F-40E7-A0B4-FC43EEAAD35E}">
      <dsp:nvSpPr>
        <dsp:cNvPr id="0" name=""/>
        <dsp:cNvSpPr/>
      </dsp:nvSpPr>
      <dsp:spPr>
        <a:xfrm>
          <a:off x="4757051" y="2380893"/>
          <a:ext cx="1001496" cy="10014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554434-4CB3-43DB-A3C7-CC22B751FA63}">
      <dsp:nvSpPr>
        <dsp:cNvPr id="0" name=""/>
        <dsp:cNvSpPr/>
      </dsp:nvSpPr>
      <dsp:spPr>
        <a:xfrm>
          <a:off x="4970485" y="2594327"/>
          <a:ext cx="574628" cy="5746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EEF63F-32BF-4068-AE97-8603E419DB9E}">
      <dsp:nvSpPr>
        <dsp:cNvPr id="0" name=""/>
        <dsp:cNvSpPr/>
      </dsp:nvSpPr>
      <dsp:spPr>
        <a:xfrm>
          <a:off x="4436901"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kern="1200"/>
            <a:t>Alerter le responsable de chantier ou le chef d’équipe sans délai.</a:t>
          </a:r>
          <a:endParaRPr lang="en-US" sz="1100" kern="1200"/>
        </a:p>
      </dsp:txBody>
      <dsp:txXfrm>
        <a:off x="4436901" y="3694331"/>
        <a:ext cx="1641796" cy="6567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E2D26-17C8-48F2-8E39-FA4145CB60F7}">
      <dsp:nvSpPr>
        <dsp:cNvPr id="0" name=""/>
        <dsp:cNvSpPr/>
      </dsp:nvSpPr>
      <dsp:spPr>
        <a:xfrm>
          <a:off x="0" y="6113"/>
          <a:ext cx="6245265" cy="9547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Port obligatoire des </a:t>
          </a:r>
          <a:r>
            <a:rPr lang="fr-FR" sz="2400" b="1" kern="1200"/>
            <a:t>Équipements de Protection Individuelle (EPI)</a:t>
          </a:r>
          <a:r>
            <a:rPr lang="fr-FR" sz="2400" kern="1200"/>
            <a:t> :</a:t>
          </a:r>
          <a:endParaRPr lang="en-US" sz="2400" kern="1200"/>
        </a:p>
      </dsp:txBody>
      <dsp:txXfrm>
        <a:off x="46606" y="52719"/>
        <a:ext cx="6152053" cy="861507"/>
      </dsp:txXfrm>
    </dsp:sp>
    <dsp:sp modelId="{E9A725BD-ABB5-43BC-9DB2-9DE4021791DF}">
      <dsp:nvSpPr>
        <dsp:cNvPr id="0" name=""/>
        <dsp:cNvSpPr/>
      </dsp:nvSpPr>
      <dsp:spPr>
        <a:xfrm>
          <a:off x="0" y="960833"/>
          <a:ext cx="6245265"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8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FR" sz="1900" kern="1200"/>
            <a:t>Casque, gants isolants, lunettes, chaussures de sécurité, gilet haute visibilité.</a:t>
          </a:r>
          <a:endParaRPr lang="en-US" sz="1900" kern="1200"/>
        </a:p>
      </dsp:txBody>
      <dsp:txXfrm>
        <a:off x="0" y="960833"/>
        <a:ext cx="6245265" cy="596160"/>
      </dsp:txXfrm>
    </dsp:sp>
    <dsp:sp modelId="{36B61192-5E02-4476-9F2A-E59899C2CFDE}">
      <dsp:nvSpPr>
        <dsp:cNvPr id="0" name=""/>
        <dsp:cNvSpPr/>
      </dsp:nvSpPr>
      <dsp:spPr>
        <a:xfrm>
          <a:off x="0" y="1556993"/>
          <a:ext cx="6245265" cy="954719"/>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Mise en place de </a:t>
          </a:r>
          <a:r>
            <a:rPr lang="fr-FR" sz="2400" b="1" kern="1200"/>
            <a:t>signalisation temporaire</a:t>
          </a:r>
          <a:r>
            <a:rPr lang="fr-FR" sz="2400" kern="1200"/>
            <a:t> pour délimiter la zone de travail.</a:t>
          </a:r>
          <a:endParaRPr lang="en-US" sz="2400" kern="1200"/>
        </a:p>
      </dsp:txBody>
      <dsp:txXfrm>
        <a:off x="46606" y="1603599"/>
        <a:ext cx="6152053" cy="861507"/>
      </dsp:txXfrm>
    </dsp:sp>
    <dsp:sp modelId="{A53EF97E-B3F1-4D59-BC84-F5488870B647}">
      <dsp:nvSpPr>
        <dsp:cNvPr id="0" name=""/>
        <dsp:cNvSpPr/>
      </dsp:nvSpPr>
      <dsp:spPr>
        <a:xfrm>
          <a:off x="0" y="2580833"/>
          <a:ext cx="6245265" cy="95471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Vérification du matériel utilisé (détecteurs, plans, documents).</a:t>
          </a:r>
          <a:endParaRPr lang="en-US" sz="2400" kern="1200"/>
        </a:p>
      </dsp:txBody>
      <dsp:txXfrm>
        <a:off x="46606" y="2627439"/>
        <a:ext cx="6152053" cy="861507"/>
      </dsp:txXfrm>
    </dsp:sp>
    <dsp:sp modelId="{CC820C32-4CE6-434B-806C-7236972520ED}">
      <dsp:nvSpPr>
        <dsp:cNvPr id="0" name=""/>
        <dsp:cNvSpPr/>
      </dsp:nvSpPr>
      <dsp:spPr>
        <a:xfrm>
          <a:off x="0" y="3604673"/>
          <a:ext cx="6245265" cy="954719"/>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Suivi des </a:t>
          </a:r>
          <a:r>
            <a:rPr lang="fr-FR" sz="2400" b="1" kern="1200"/>
            <a:t>briefings sécurité quotidiens</a:t>
          </a:r>
          <a:r>
            <a:rPr lang="fr-FR" sz="2400" kern="1200"/>
            <a:t> avant prise de poste.</a:t>
          </a:r>
          <a:endParaRPr lang="en-US" sz="2400" kern="1200"/>
        </a:p>
      </dsp:txBody>
      <dsp:txXfrm>
        <a:off x="46606" y="3651279"/>
        <a:ext cx="6152053" cy="861507"/>
      </dsp:txXfrm>
    </dsp:sp>
    <dsp:sp modelId="{BEACFF62-5ED9-4B33-B1DF-1DB38EAEAC7D}">
      <dsp:nvSpPr>
        <dsp:cNvPr id="0" name=""/>
        <dsp:cNvSpPr/>
      </dsp:nvSpPr>
      <dsp:spPr>
        <a:xfrm>
          <a:off x="0" y="4628513"/>
          <a:ext cx="6245265" cy="95471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Application stricte des procédures en cas d’endommagement ou de suspicion de fuite.</a:t>
          </a:r>
          <a:endParaRPr lang="en-US" sz="2400" kern="1200"/>
        </a:p>
      </dsp:txBody>
      <dsp:txXfrm>
        <a:off x="46606" y="4675119"/>
        <a:ext cx="6152053" cy="86150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690B1-F9F9-4D43-B711-FC91391653A0}">
      <dsp:nvSpPr>
        <dsp:cNvPr id="0" name=""/>
        <dsp:cNvSpPr/>
      </dsp:nvSpPr>
      <dsp:spPr>
        <a:xfrm>
          <a:off x="0" y="9545"/>
          <a:ext cx="6245265" cy="134072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b="1" kern="1200"/>
            <a:t>Objectifs pédagogiques :</a:t>
          </a:r>
          <a:endParaRPr lang="en-US" sz="2400" kern="1200"/>
        </a:p>
      </dsp:txBody>
      <dsp:txXfrm>
        <a:off x="65449" y="74994"/>
        <a:ext cx="6114367" cy="1209826"/>
      </dsp:txXfrm>
    </dsp:sp>
    <dsp:sp modelId="{C0E93285-6426-4924-BD44-11C18DA7B75D}">
      <dsp:nvSpPr>
        <dsp:cNvPr id="0" name=""/>
        <dsp:cNvSpPr/>
      </dsp:nvSpPr>
      <dsp:spPr>
        <a:xfrm>
          <a:off x="0" y="1419389"/>
          <a:ext cx="6245265" cy="134072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Savoir réagir de manière appropriée en cas d’endommagement de réseau.</a:t>
          </a:r>
          <a:endParaRPr lang="en-US" sz="2400" kern="1200"/>
        </a:p>
      </dsp:txBody>
      <dsp:txXfrm>
        <a:off x="65449" y="1484838"/>
        <a:ext cx="6114367" cy="1209826"/>
      </dsp:txXfrm>
    </dsp:sp>
    <dsp:sp modelId="{F945EE29-B51F-4D34-8143-2D54D2EE9CD7}">
      <dsp:nvSpPr>
        <dsp:cNvPr id="0" name=""/>
        <dsp:cNvSpPr/>
      </dsp:nvSpPr>
      <dsp:spPr>
        <a:xfrm>
          <a:off x="0" y="2829233"/>
          <a:ext cx="6245265" cy="134072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Mettre en œuvre les procédures d’urgence pour limiter les conséquences humaines, matérielles et environnementales.</a:t>
          </a:r>
          <a:endParaRPr lang="en-US" sz="2400" kern="1200"/>
        </a:p>
      </dsp:txBody>
      <dsp:txXfrm>
        <a:off x="65449" y="2894682"/>
        <a:ext cx="6114367" cy="1209826"/>
      </dsp:txXfrm>
    </dsp:sp>
    <dsp:sp modelId="{FC7C2715-4380-4BD0-A5C6-93455613F38B}">
      <dsp:nvSpPr>
        <dsp:cNvPr id="0" name=""/>
        <dsp:cNvSpPr/>
      </dsp:nvSpPr>
      <dsp:spPr>
        <a:xfrm>
          <a:off x="0" y="4239077"/>
          <a:ext cx="6245265" cy="134072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Alerter rapidement les personnes et services compétents.</a:t>
          </a:r>
          <a:endParaRPr lang="en-US" sz="2400" kern="1200"/>
        </a:p>
      </dsp:txBody>
      <dsp:txXfrm>
        <a:off x="65449" y="4304526"/>
        <a:ext cx="6114367" cy="12098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44439-D54B-4015-8903-3E410BF2946D}">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087110-24DA-4C59-ADC2-2B5638988C9E}">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C26AC1-DE37-4D8A-8DE8-7A7F79BD3FB5}">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Dangers électriques (en particulier haute tension) : contact direct, arcs électriques, dangers du courant de terre.</a:t>
          </a:r>
          <a:endParaRPr lang="en-US" sz="1200" kern="1200"/>
        </a:p>
      </dsp:txBody>
      <dsp:txXfrm>
        <a:off x="100682" y="2684598"/>
        <a:ext cx="2370489" cy="720000"/>
      </dsp:txXfrm>
    </dsp:sp>
    <dsp:sp modelId="{97C58934-7C1C-4470-B0DC-9BF6589F90A9}">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1E233F-E483-4DED-8F09-DC59FA4A478C}">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F0E6B5-1062-42BD-BB83-D203C17708E1}">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Dangers liés au gaz : fuite, explosion, toxicité.</a:t>
          </a:r>
          <a:endParaRPr lang="en-US" sz="1200" kern="1200"/>
        </a:p>
      </dsp:txBody>
      <dsp:txXfrm>
        <a:off x="2886007" y="2684598"/>
        <a:ext cx="2370489" cy="720000"/>
      </dsp:txXfrm>
    </dsp:sp>
    <dsp:sp modelId="{BF1AE388-4567-4BBE-817A-718E6EEB400E}">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6A1D4-A7DB-491E-B1D8-BE637DFEF0F9}">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868B50-7E55-4099-91B5-164DD3FB0381}">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Risques liés aux eaux usées ou produits chimiques.</a:t>
          </a:r>
          <a:endParaRPr lang="en-US" sz="1200" kern="1200"/>
        </a:p>
      </dsp:txBody>
      <dsp:txXfrm>
        <a:off x="5671332" y="2684598"/>
        <a:ext cx="2370489" cy="720000"/>
      </dsp:txXfrm>
    </dsp:sp>
    <dsp:sp modelId="{AC1F4861-AB1D-4F1F-BD4B-AC9F014407D4}">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EB25E8-71CD-4C31-BE4B-E2AE1CFC284E}">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8B3B8E-99F1-4325-8083-ECCAE68DFCC4}">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Risques physiques : effondrement, chutes, coupures, etc.</a:t>
          </a:r>
          <a:endParaRPr lang="en-US" sz="1200" kern="1200"/>
        </a:p>
      </dsp:txBody>
      <dsp:txXfrm>
        <a:off x="8456657" y="2684598"/>
        <a:ext cx="2370489" cy="72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821E3-C14F-4EAD-A23C-47F5C7BB8B96}">
      <dsp:nvSpPr>
        <dsp:cNvPr id="0" name=""/>
        <dsp:cNvSpPr/>
      </dsp:nvSpPr>
      <dsp:spPr>
        <a:xfrm>
          <a:off x="0" y="100137"/>
          <a:ext cx="6666833" cy="9931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Arrêter immédiatement les travaux</a:t>
          </a:r>
          <a:r>
            <a:rPr lang="fr-FR" sz="2500" kern="1200"/>
            <a:t>.</a:t>
          </a:r>
          <a:endParaRPr lang="en-US" sz="2500" kern="1200"/>
        </a:p>
      </dsp:txBody>
      <dsp:txXfrm>
        <a:off x="48481" y="148618"/>
        <a:ext cx="6569871" cy="896166"/>
      </dsp:txXfrm>
    </dsp:sp>
    <dsp:sp modelId="{CDC681C2-D02B-450A-8728-FF6954D122D3}">
      <dsp:nvSpPr>
        <dsp:cNvPr id="0" name=""/>
        <dsp:cNvSpPr/>
      </dsp:nvSpPr>
      <dsp:spPr>
        <a:xfrm>
          <a:off x="0" y="1165266"/>
          <a:ext cx="6666833" cy="993128"/>
        </a:xfrm>
        <a:prstGeom prst="roundRect">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Sécuriser la zone</a:t>
          </a:r>
          <a:r>
            <a:rPr lang="fr-FR" sz="2500" kern="1200"/>
            <a:t> : éloigner les personnes, interdire l’accès.</a:t>
          </a:r>
          <a:endParaRPr lang="en-US" sz="2500" kern="1200"/>
        </a:p>
      </dsp:txBody>
      <dsp:txXfrm>
        <a:off x="48481" y="1213747"/>
        <a:ext cx="6569871" cy="896166"/>
      </dsp:txXfrm>
    </dsp:sp>
    <dsp:sp modelId="{E252D8FE-8EF3-4183-880B-F3687CCC9854}">
      <dsp:nvSpPr>
        <dsp:cNvPr id="0" name=""/>
        <dsp:cNvSpPr/>
      </dsp:nvSpPr>
      <dsp:spPr>
        <a:xfrm>
          <a:off x="0" y="2230395"/>
          <a:ext cx="6666833" cy="993128"/>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Ne pas toucher</a:t>
          </a:r>
          <a:r>
            <a:rPr lang="fr-FR" sz="2500" kern="1200"/>
            <a:t> le réseau endommagé, même s’il semble inactif.</a:t>
          </a:r>
          <a:endParaRPr lang="en-US" sz="2500" kern="1200"/>
        </a:p>
      </dsp:txBody>
      <dsp:txXfrm>
        <a:off x="48481" y="2278876"/>
        <a:ext cx="6569871" cy="896166"/>
      </dsp:txXfrm>
    </dsp:sp>
    <dsp:sp modelId="{B3B0B7C8-5FC1-43B0-AFC1-059C9981608C}">
      <dsp:nvSpPr>
        <dsp:cNvPr id="0" name=""/>
        <dsp:cNvSpPr/>
      </dsp:nvSpPr>
      <dsp:spPr>
        <a:xfrm>
          <a:off x="0" y="3295524"/>
          <a:ext cx="6666833" cy="993128"/>
        </a:xfrm>
        <a:prstGeom prst="roundRect">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Alerter le responsable de chantier</a:t>
          </a:r>
          <a:r>
            <a:rPr lang="fr-FR" sz="2500" kern="1200"/>
            <a:t> ou le chef d’équipe.</a:t>
          </a:r>
          <a:endParaRPr lang="en-US" sz="2500" kern="1200"/>
        </a:p>
      </dsp:txBody>
      <dsp:txXfrm>
        <a:off x="48481" y="3344005"/>
        <a:ext cx="6569871" cy="896166"/>
      </dsp:txXfrm>
    </dsp:sp>
    <dsp:sp modelId="{17ECDA40-E444-48DC-A33F-DF322103B01F}">
      <dsp:nvSpPr>
        <dsp:cNvPr id="0" name=""/>
        <dsp:cNvSpPr/>
      </dsp:nvSpPr>
      <dsp:spPr>
        <a:xfrm>
          <a:off x="0" y="4360653"/>
          <a:ext cx="6666833" cy="993128"/>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Si risque d’explosion ou de fuite : évacuer, prévenir les secours.</a:t>
          </a:r>
          <a:endParaRPr lang="en-US" sz="2500" kern="1200"/>
        </a:p>
      </dsp:txBody>
      <dsp:txXfrm>
        <a:off x="48481" y="4409134"/>
        <a:ext cx="6569871" cy="89616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37CAD-010E-45FA-91F1-1CF492533F15}">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D84147-CB3B-496B-8DC3-A5926BA83522}">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A2F44A-64F6-42B1-9037-3C4131D06BD2}">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a:t>Nature de l’incident (type de réseau touché, fuite, flamme, étincelle…).</a:t>
          </a:r>
          <a:endParaRPr lang="en-US" sz="2200" kern="1200"/>
        </a:p>
      </dsp:txBody>
      <dsp:txXfrm>
        <a:off x="1357965" y="2319"/>
        <a:ext cx="4887299" cy="1175727"/>
      </dsp:txXfrm>
    </dsp:sp>
    <dsp:sp modelId="{B117C695-12C3-4FE7-AAB3-B93B3B889361}">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3BC42E-1766-48F8-83E6-FA6C23140207}">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FDE300-B309-4E99-85C6-1CBEE078B05E}">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a:t>Lieu exact de l’incident (adresse, points de repère).</a:t>
          </a:r>
          <a:endParaRPr lang="en-US" sz="2200" kern="1200"/>
        </a:p>
      </dsp:txBody>
      <dsp:txXfrm>
        <a:off x="1357965" y="1471979"/>
        <a:ext cx="4887299" cy="1175727"/>
      </dsp:txXfrm>
    </dsp:sp>
    <dsp:sp modelId="{DBF5E488-B99E-4928-BA59-236599B3B027}">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C706A4-0B21-4697-957F-85CB12FBE8E3}">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7D8D27-1955-414F-9B06-D19A35F4C4DC}">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a:t>Heure et circonstances de l’endommagement.</a:t>
          </a:r>
          <a:endParaRPr lang="en-US" sz="2200" kern="1200"/>
        </a:p>
      </dsp:txBody>
      <dsp:txXfrm>
        <a:off x="1357965" y="2941639"/>
        <a:ext cx="4887299" cy="1175727"/>
      </dsp:txXfrm>
    </dsp:sp>
    <dsp:sp modelId="{99C202DB-7295-42A6-BFFD-24B433135DAE}">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3C434-F653-49C7-A9BB-3D528DE28424}">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D7856-8D34-451A-9D1D-B5EE15F5E6E6}">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fr-FR" sz="2200" kern="1200"/>
            <a:t>Mesures déjà prises (évacuation, isolement…).</a:t>
          </a:r>
          <a:endParaRPr lang="en-US" sz="2200" kern="1200"/>
        </a:p>
      </dsp:txBody>
      <dsp:txXfrm>
        <a:off x="1357965" y="4411299"/>
        <a:ext cx="4887299" cy="117572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3C016-C9CC-4DB3-B168-B8FD30B85360}">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1539F-22E2-4FBF-8006-2AB23840953D}">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FR" sz="3700" kern="1200"/>
            <a:t>Attendre les instructions de l’exploitant ou des secours avant toute reprise.</a:t>
          </a:r>
          <a:endParaRPr lang="en-US" sz="3700" kern="1200"/>
        </a:p>
      </dsp:txBody>
      <dsp:txXfrm>
        <a:off x="0" y="2703"/>
        <a:ext cx="6900512" cy="1843578"/>
      </dsp:txXfrm>
    </dsp:sp>
    <dsp:sp modelId="{3054D074-D620-41C2-9B67-824FE791138D}">
      <dsp:nvSpPr>
        <dsp:cNvPr id="0" name=""/>
        <dsp:cNvSpPr/>
      </dsp:nvSpPr>
      <dsp:spPr>
        <a:xfrm>
          <a:off x="0" y="18462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CA3D5-7DC3-4DCE-AB6A-7C56218C0FCB}">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FR" sz="3700" kern="1200"/>
            <a:t>Participer au </a:t>
          </a:r>
          <a:r>
            <a:rPr lang="fr-FR" sz="3700" b="1" kern="1200"/>
            <a:t>retour d’expérience</a:t>
          </a:r>
          <a:r>
            <a:rPr lang="fr-FR" sz="3700" kern="1200"/>
            <a:t> (REX) si demandé.</a:t>
          </a:r>
          <a:endParaRPr lang="en-US" sz="3700" kern="1200"/>
        </a:p>
      </dsp:txBody>
      <dsp:txXfrm>
        <a:off x="0" y="1846281"/>
        <a:ext cx="6900512" cy="1843578"/>
      </dsp:txXfrm>
    </dsp:sp>
    <dsp:sp modelId="{CB344F57-D7D0-4768-9EDD-91CB42300BAF}">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490160-EA29-4CD4-AD14-6DB209BF74B3}">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FR" sz="3700" kern="1200"/>
            <a:t>Un compte-rendu écrit peut être demandé par le maître d’ouvrage ou le coordonnateur SPS.</a:t>
          </a:r>
          <a:endParaRPr lang="en-US" sz="3700" kern="1200"/>
        </a:p>
      </dsp:txBody>
      <dsp:txXfrm>
        <a:off x="0" y="3689859"/>
        <a:ext cx="6900512" cy="184357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723962-BDA6-42E3-966A-3E06CF38FE84}">
      <dsp:nvSpPr>
        <dsp:cNvPr id="0" name=""/>
        <dsp:cNvSpPr/>
      </dsp:nvSpPr>
      <dsp:spPr>
        <a:xfrm>
          <a:off x="0" y="28658"/>
          <a:ext cx="6245265" cy="13311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b="1" kern="1200"/>
            <a:t>Objectifs pédagogiques :</a:t>
          </a:r>
          <a:endParaRPr lang="en-US" sz="2400" kern="1200"/>
        </a:p>
      </dsp:txBody>
      <dsp:txXfrm>
        <a:off x="64982" y="93640"/>
        <a:ext cx="6115301" cy="1201203"/>
      </dsp:txXfrm>
    </dsp:sp>
    <dsp:sp modelId="{84AFFC08-58E6-4606-9FDF-680E48C03B71}">
      <dsp:nvSpPr>
        <dsp:cNvPr id="0" name=""/>
        <dsp:cNvSpPr/>
      </dsp:nvSpPr>
      <dsp:spPr>
        <a:xfrm>
          <a:off x="0" y="1428946"/>
          <a:ext cx="6245265" cy="1331167"/>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Comprendre le rôle et les responsabilités de l’opérateur dans la prévention des dommages aux réseaux.</a:t>
          </a:r>
          <a:endParaRPr lang="en-US" sz="2400" kern="1200"/>
        </a:p>
      </dsp:txBody>
      <dsp:txXfrm>
        <a:off x="64982" y="1493928"/>
        <a:ext cx="6115301" cy="1201203"/>
      </dsp:txXfrm>
    </dsp:sp>
    <dsp:sp modelId="{03860683-5B4E-4724-BB87-363F1F729DB0}">
      <dsp:nvSpPr>
        <dsp:cNvPr id="0" name=""/>
        <dsp:cNvSpPr/>
      </dsp:nvSpPr>
      <dsp:spPr>
        <a:xfrm>
          <a:off x="0" y="2829233"/>
          <a:ext cx="6245265" cy="1331167"/>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Connaître les obligations réglementaires.</a:t>
          </a:r>
          <a:endParaRPr lang="en-US" sz="2400" kern="1200"/>
        </a:p>
      </dsp:txBody>
      <dsp:txXfrm>
        <a:off x="64982" y="2894215"/>
        <a:ext cx="6115301" cy="1201203"/>
      </dsp:txXfrm>
    </dsp:sp>
    <dsp:sp modelId="{54F51195-EF85-4341-A572-4ABA26992D49}">
      <dsp:nvSpPr>
        <dsp:cNvPr id="0" name=""/>
        <dsp:cNvSpPr/>
      </dsp:nvSpPr>
      <dsp:spPr>
        <a:xfrm>
          <a:off x="0" y="4229521"/>
          <a:ext cx="6245265" cy="1331167"/>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Agir de manière responsable et en conformité avec les règles de sécurité.</a:t>
          </a:r>
          <a:endParaRPr lang="en-US" sz="2400" kern="1200"/>
        </a:p>
      </dsp:txBody>
      <dsp:txXfrm>
        <a:off x="64982" y="4294503"/>
        <a:ext cx="6115301" cy="120120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D15AC-0D98-441D-996D-317F36CE8516}">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8CEF55-0F78-4113-9FD9-3CA1334DCED5}">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666197-483F-4795-AFE8-D0D80929FF1D}">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kern="1200"/>
            <a:t>L’opérateur doit être </a:t>
          </a:r>
          <a:r>
            <a:rPr lang="fr-FR" sz="2200" b="1" kern="1200"/>
            <a:t>formé et autorisé</a:t>
          </a:r>
          <a:r>
            <a:rPr lang="fr-FR" sz="2200" kern="1200"/>
            <a:t> à intervenir à proximité des réseaux sensibles.</a:t>
          </a:r>
          <a:endParaRPr lang="en-US" sz="2200" kern="1200"/>
        </a:p>
      </dsp:txBody>
      <dsp:txXfrm>
        <a:off x="1058686" y="1808"/>
        <a:ext cx="9456913" cy="916611"/>
      </dsp:txXfrm>
    </dsp:sp>
    <dsp:sp modelId="{EA0727F1-02B3-4721-A913-5E1E0410D310}">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C9D4F3-8ECA-4764-B53D-FCFC9D46E235}">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9765A7-9747-4865-9E08-7A15EAE141F8}">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kern="1200"/>
            <a:t>Il doit posséder une </a:t>
          </a:r>
          <a:r>
            <a:rPr lang="fr-FR" sz="2200" b="1" kern="1200"/>
            <a:t>Autorisation d’Intervention à Proximité des Réseaux (AIPR)</a:t>
          </a:r>
          <a:r>
            <a:rPr lang="fr-FR" sz="2200" kern="1200"/>
            <a:t> valide.</a:t>
          </a:r>
          <a:endParaRPr lang="en-US" sz="2200" kern="1200"/>
        </a:p>
      </dsp:txBody>
      <dsp:txXfrm>
        <a:off x="1058686" y="1147573"/>
        <a:ext cx="9456913" cy="916611"/>
      </dsp:txXfrm>
    </dsp:sp>
    <dsp:sp modelId="{C8908D97-4248-4833-ACDE-930F5D9AC849}">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C461CD-9FCA-4304-9F87-6EB554367DA4}">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AA95C4-7ADB-4664-8B11-CED5CA82E2A3}">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kern="1200"/>
            <a:t>Il doit </a:t>
          </a:r>
          <a:r>
            <a:rPr lang="fr-FR" sz="2200" b="1" kern="1200"/>
            <a:t>avoir connaissance du DCE (Dossier de Consultation des Entreprises)</a:t>
          </a:r>
          <a:r>
            <a:rPr lang="fr-FR" sz="2200" kern="1200"/>
            <a:t> et des plans de réseaux.</a:t>
          </a:r>
          <a:endParaRPr lang="en-US" sz="2200" kern="1200"/>
        </a:p>
      </dsp:txBody>
      <dsp:txXfrm>
        <a:off x="1058686" y="2293338"/>
        <a:ext cx="9456913" cy="916611"/>
      </dsp:txXfrm>
    </dsp:sp>
    <dsp:sp modelId="{BF924608-18CD-48C4-BBDF-D84D58175A77}">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716460-DB5F-4ECA-8678-7980A446D7B4}">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6303AC-A05E-4F87-A129-871C6C437173}">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fr-FR" sz="2200" kern="1200"/>
            <a:t>Il doit </a:t>
          </a:r>
          <a:r>
            <a:rPr lang="fr-FR" sz="2200" b="1" kern="1200"/>
            <a:t>respecter les prescriptions du guide technique</a:t>
          </a:r>
          <a:r>
            <a:rPr lang="fr-FR" sz="2200" kern="1200"/>
            <a:t> issu de la réforme anti-endommagement (DT-DICT).</a:t>
          </a:r>
          <a:endParaRPr lang="en-US" sz="2200" kern="1200"/>
        </a:p>
      </dsp:txBody>
      <dsp:txXfrm>
        <a:off x="1058686" y="3439103"/>
        <a:ext cx="9456913" cy="91661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F101C-973D-43DE-8527-DB7B56A845F0}">
      <dsp:nvSpPr>
        <dsp:cNvPr id="0" name=""/>
        <dsp:cNvSpPr/>
      </dsp:nvSpPr>
      <dsp:spPr>
        <a:xfrm>
          <a:off x="0" y="5843"/>
          <a:ext cx="6245265" cy="13425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b="1" kern="1200"/>
            <a:t>Responsabilité individuelle</a:t>
          </a:r>
          <a:r>
            <a:rPr lang="fr-FR" sz="2400" kern="1200"/>
            <a:t> en cas de non-respect des consignes de sécurité.</a:t>
          </a:r>
          <a:endParaRPr lang="en-US" sz="2400" kern="1200"/>
        </a:p>
      </dsp:txBody>
      <dsp:txXfrm>
        <a:off x="65539" y="71382"/>
        <a:ext cx="6114187" cy="1211496"/>
      </dsp:txXfrm>
    </dsp:sp>
    <dsp:sp modelId="{E9C4DAE8-68B8-4586-A333-FBCBD8C810C3}">
      <dsp:nvSpPr>
        <dsp:cNvPr id="0" name=""/>
        <dsp:cNvSpPr/>
      </dsp:nvSpPr>
      <dsp:spPr>
        <a:xfrm>
          <a:off x="0" y="1417538"/>
          <a:ext cx="6245265" cy="134257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L’opérateur peut être </a:t>
          </a:r>
          <a:r>
            <a:rPr lang="fr-FR" sz="2400" b="1" kern="1200"/>
            <a:t>tenu responsable en cas de dommage</a:t>
          </a:r>
          <a:r>
            <a:rPr lang="fr-FR" sz="2400" kern="1200"/>
            <a:t>, s’il agit par négligence ou hors cadre.</a:t>
          </a:r>
          <a:endParaRPr lang="en-US" sz="2400" kern="1200"/>
        </a:p>
      </dsp:txBody>
      <dsp:txXfrm>
        <a:off x="65539" y="1483077"/>
        <a:ext cx="6114187" cy="1211496"/>
      </dsp:txXfrm>
    </dsp:sp>
    <dsp:sp modelId="{2CAF167D-41F0-44F2-B91C-DB1E04D65953}">
      <dsp:nvSpPr>
        <dsp:cNvPr id="0" name=""/>
        <dsp:cNvSpPr/>
      </dsp:nvSpPr>
      <dsp:spPr>
        <a:xfrm>
          <a:off x="0" y="2829233"/>
          <a:ext cx="6245265" cy="134257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b="1" kern="1200"/>
            <a:t>Responsabilité partagée</a:t>
          </a:r>
          <a:r>
            <a:rPr lang="fr-FR" sz="2400" kern="1200"/>
            <a:t> avec l’entreprise, si défaut de formation, absence de plans ou encadrement insuffisant.</a:t>
          </a:r>
          <a:endParaRPr lang="en-US" sz="2400" kern="1200"/>
        </a:p>
      </dsp:txBody>
      <dsp:txXfrm>
        <a:off x="65539" y="2894772"/>
        <a:ext cx="6114187" cy="1211496"/>
      </dsp:txXfrm>
    </dsp:sp>
    <dsp:sp modelId="{78F870AF-FA10-4BB5-A8E4-4A89CFE73ABC}">
      <dsp:nvSpPr>
        <dsp:cNvPr id="0" name=""/>
        <dsp:cNvSpPr/>
      </dsp:nvSpPr>
      <dsp:spPr>
        <a:xfrm>
          <a:off x="0" y="4240928"/>
          <a:ext cx="6245265" cy="134257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Importance de </a:t>
          </a:r>
          <a:r>
            <a:rPr lang="fr-FR" sz="2400" b="1" kern="1200"/>
            <a:t>la traçabilité</a:t>
          </a:r>
          <a:r>
            <a:rPr lang="fr-FR" sz="2400" kern="1200"/>
            <a:t> : toute action doit pouvoir être justifiée (rapport, photos, relevés…).</a:t>
          </a:r>
          <a:endParaRPr lang="en-US" sz="2400" kern="1200"/>
        </a:p>
      </dsp:txBody>
      <dsp:txXfrm>
        <a:off x="65539" y="4306467"/>
        <a:ext cx="6114187" cy="121149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6FB28C-A255-9A42-0BE7-C675DBE94F2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C478901-60FB-F987-E9F7-8EA16E2A4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BF36640-829A-5C5F-B410-E85EAB7C3F16}"/>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8765F170-B5C1-6729-4670-65087325B1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75D7C3-59FF-BE9F-657E-00A3D52921BF}"/>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324830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C5A4AF-F49C-CAAB-0DD2-90FF11BF8C7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D53CABC-7B9E-7F95-F4DB-4837B784D36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84AF11-1126-B2DB-485A-615EF6B0DCBA}"/>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AE6EF552-97D9-A110-B8F2-82B79F4AAE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75301C2-2112-2638-798A-CF6B8C8DED99}"/>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3240876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B862E2-9EA1-22D6-8826-51708743BE5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A474207-E2E6-A07E-20C4-824ADF9763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CC3FEC2-8550-CA96-F1C0-AD42620751F6}"/>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56C2FF8F-BFD9-56C2-5D4C-77F63C8683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280ECCF-F3EE-9A3E-B113-BB0F2369ED70}"/>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1564137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E17C6-76E0-AB68-71BC-DD5A839573F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F24449E-DB8A-9A6A-2CF4-2CDCB98348B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8B69AAB-AC94-F6A6-A526-68A330A26F6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BA8C826-DD9A-42DD-03D8-81BC0C609619}"/>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4E69CBFE-7685-FFFB-85B7-7BC86C873EC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DE310B-2A19-3861-F876-D16D8AC21CC8}"/>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4142033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AA7AD4-1148-4613-22B3-C15AA25B25A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CC1E760-D44B-9934-8F6D-8C2860940B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B961A4C-091C-BC77-8C8D-7CECD75CDCE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C0E3B3A-8068-F424-3A6C-398B945C2B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03AE502-786B-2742-37A2-DA5CB231A7F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B2F2942-539E-1A85-5565-57CBB5B84382}"/>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8" name="Espace réservé du pied de page 7">
            <a:extLst>
              <a:ext uri="{FF2B5EF4-FFF2-40B4-BE49-F238E27FC236}">
                <a16:creationId xmlns:a16="http://schemas.microsoft.com/office/drawing/2014/main" id="{127D96EE-F21D-E627-7768-14D21ACDFF2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CD862A8-1EA9-E9C6-F95F-188B3BBE7E68}"/>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299700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8BE774-1D3A-4CC1-3AAD-5A746491770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BF80D0F-1585-CF63-37CA-05A55FA5609B}"/>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4" name="Espace réservé du pied de page 3">
            <a:extLst>
              <a:ext uri="{FF2B5EF4-FFF2-40B4-BE49-F238E27FC236}">
                <a16:creationId xmlns:a16="http://schemas.microsoft.com/office/drawing/2014/main" id="{9D46E53B-40CD-4E83-922A-C6B1A70A701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732D751-6DDC-4935-16F6-B10A8016D6D8}"/>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7727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0BD83D8-37FD-C92A-BE9F-1C6DC5388094}"/>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3" name="Espace réservé du pied de page 2">
            <a:extLst>
              <a:ext uri="{FF2B5EF4-FFF2-40B4-BE49-F238E27FC236}">
                <a16:creationId xmlns:a16="http://schemas.microsoft.com/office/drawing/2014/main" id="{77373CF8-D60C-3FCB-F1D8-F28726D2A95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6E9B949-F2D5-E534-6E43-36ED70912A3F}"/>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2758186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13AFF4-EAA0-0B69-A5B8-353800C4B34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80F0954-DCA4-B349-EC9E-ED8A612AB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C19777D-D5B0-D20D-2201-3C8A2B9C5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250492A-B206-7BDD-BE98-E87065269301}"/>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7BFE7B14-9EFB-6FE4-238D-DA3B2FEC736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E19332E-9CE7-9E8A-FD9A-6E61B4A13795}"/>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419460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926F1C-6B12-786E-2DA4-30CF7397B11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1B9317F-523B-0F0B-A278-AE04DCFF97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F998B29-30EF-AFC3-5A51-36713DFA1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FAC7B2D-8AE9-D8D7-08E3-2DB5D60A6786}"/>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6" name="Espace réservé du pied de page 5">
            <a:extLst>
              <a:ext uri="{FF2B5EF4-FFF2-40B4-BE49-F238E27FC236}">
                <a16:creationId xmlns:a16="http://schemas.microsoft.com/office/drawing/2014/main" id="{DFC15FD4-84EB-ABA7-0D31-9C4BC692DD1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CA59179-6D8E-AAFF-367A-9E3559CFD306}"/>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2889273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D3CF0E-ADB0-AA35-3007-417685C3C48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0F5F099-9848-2020-24F6-6D328FE34A0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88CEE74-741E-99E3-4766-8B3229E0E6D1}"/>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C7599B62-F780-C0ED-3422-DCA6B618A56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EE3800-A5DC-44AF-CCEF-68C5A85FB7CB}"/>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1261723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AE1BE89-AEC5-D987-1AF7-44D314DFCEB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592FD06-902E-8B71-53F1-826E4EE7206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459D9BB-AB99-7EC4-2537-E93B972D0F7D}"/>
              </a:ext>
            </a:extLst>
          </p:cNvPr>
          <p:cNvSpPr>
            <a:spLocks noGrp="1"/>
          </p:cNvSpPr>
          <p:nvPr>
            <p:ph type="dt" sz="half" idx="10"/>
          </p:nvPr>
        </p:nvSpPr>
        <p:spPr/>
        <p:txBody>
          <a:body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F6752275-0F7D-CF2C-7532-FBA11DC5FC6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7850086-631B-43B4-CBDD-CF65DD072B7F}"/>
              </a:ext>
            </a:extLst>
          </p:cNvPr>
          <p:cNvSpPr>
            <a:spLocks noGrp="1"/>
          </p:cNvSpPr>
          <p:nvPr>
            <p:ph type="sldNum" sz="quarter" idx="12"/>
          </p:nvPr>
        </p:nvSpPr>
        <p:spPr/>
        <p:txBody>
          <a:bodyPr/>
          <a:lstStyle/>
          <a:p>
            <a:fld id="{C573C904-FBC7-4801-9C47-2017EC0DE19C}" type="slidenum">
              <a:rPr lang="fr-FR" smtClean="0"/>
              <a:t>‹N°›</a:t>
            </a:fld>
            <a:endParaRPr lang="fr-FR"/>
          </a:p>
        </p:txBody>
      </p:sp>
    </p:spTree>
    <p:extLst>
      <p:ext uri="{BB962C8B-B14F-4D97-AF65-F5344CB8AC3E}">
        <p14:creationId xmlns:p14="http://schemas.microsoft.com/office/powerpoint/2010/main" val="1354594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C375F1B-4F3E-2D84-2387-66E7BDD4A2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83093EC-D392-1478-19B7-832D63FC49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0921022-EBFC-06AE-7B8D-B2D6C1D542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40FA05-1C1D-4229-9703-2F69399D01D0}" type="datetimeFigureOut">
              <a:rPr lang="fr-FR" smtClean="0"/>
              <a:t>08/07/2025</a:t>
            </a:fld>
            <a:endParaRPr lang="fr-FR"/>
          </a:p>
        </p:txBody>
      </p:sp>
      <p:sp>
        <p:nvSpPr>
          <p:cNvPr id="5" name="Espace réservé du pied de page 4">
            <a:extLst>
              <a:ext uri="{FF2B5EF4-FFF2-40B4-BE49-F238E27FC236}">
                <a16:creationId xmlns:a16="http://schemas.microsoft.com/office/drawing/2014/main" id="{2A0A5F36-384E-0A56-76D0-1B70484EBC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B28596D-8B43-21B6-0D50-FFF2272D99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73C904-FBC7-4801-9C47-2017EC0DE19C}" type="slidenum">
              <a:rPr lang="fr-FR" smtClean="0"/>
              <a:t>‹N°›</a:t>
            </a:fld>
            <a:endParaRPr lang="fr-FR"/>
          </a:p>
        </p:txBody>
      </p:sp>
    </p:spTree>
    <p:extLst>
      <p:ext uri="{BB962C8B-B14F-4D97-AF65-F5344CB8AC3E}">
        <p14:creationId xmlns:p14="http://schemas.microsoft.com/office/powerpoint/2010/main" val="1896214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wgQnnDaPThA" TargetMode="External"/><Relationship Id="rId2" Type="http://schemas.openxmlformats.org/officeDocument/2006/relationships/hyperlink" Target="https://www.youtube.com/watch?v=zFZB1-DkQck"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3.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0.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2.xml.rels><?xml version="1.0" encoding="UTF-8" standalone="yes"?>
<Relationships xmlns="http://schemas.openxmlformats.org/package/2006/relationships"><Relationship Id="rId3" Type="http://schemas.openxmlformats.org/officeDocument/2006/relationships/hyperlink" Target="https://www.youtube.com/watch?v=iqBDoGokx2s&amp;t=75s" TargetMode="External"/><Relationship Id="rId2" Type="http://schemas.openxmlformats.org/officeDocument/2006/relationships/hyperlink" Target="https://www.youtube.com/watch?v=iqBDoGokx2s"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C3FD0E8-273B-0E8E-C102-E503AFD4F2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8992" y="3619140"/>
            <a:ext cx="2832460" cy="2832460"/>
          </a:xfrm>
          <a:prstGeom prst="rect">
            <a:avLst/>
          </a:prstGeom>
        </p:spPr>
      </p:pic>
      <p:sp>
        <p:nvSpPr>
          <p:cNvPr id="2" name="Titre 1">
            <a:extLst>
              <a:ext uri="{FF2B5EF4-FFF2-40B4-BE49-F238E27FC236}">
                <a16:creationId xmlns:a16="http://schemas.microsoft.com/office/drawing/2014/main" id="{6C03C1EA-2DAF-4F4D-3059-A5C18863B312}"/>
              </a:ext>
            </a:extLst>
          </p:cNvPr>
          <p:cNvSpPr>
            <a:spLocks noGrp="1"/>
          </p:cNvSpPr>
          <p:nvPr>
            <p:ph type="ctrTitle"/>
          </p:nvPr>
        </p:nvSpPr>
        <p:spPr>
          <a:xfrm>
            <a:off x="1450848" y="406400"/>
            <a:ext cx="9144000" cy="2387600"/>
          </a:xfrm>
        </p:spPr>
        <p:txBody>
          <a:bodyPr/>
          <a:lstStyle/>
          <a:p>
            <a:r>
              <a:rPr lang="fr-FR" dirty="0"/>
              <a:t>Formation AIPR</a:t>
            </a:r>
          </a:p>
        </p:txBody>
      </p:sp>
      <p:sp>
        <p:nvSpPr>
          <p:cNvPr id="3" name="Sous-titre 2">
            <a:extLst>
              <a:ext uri="{FF2B5EF4-FFF2-40B4-BE49-F238E27FC236}">
                <a16:creationId xmlns:a16="http://schemas.microsoft.com/office/drawing/2014/main" id="{2E03C2D8-2B78-C6B7-C90F-5FA5200A7C43}"/>
              </a:ext>
            </a:extLst>
          </p:cNvPr>
          <p:cNvSpPr>
            <a:spLocks noGrp="1"/>
          </p:cNvSpPr>
          <p:nvPr>
            <p:ph type="subTitle" idx="1"/>
          </p:nvPr>
        </p:nvSpPr>
        <p:spPr>
          <a:xfrm>
            <a:off x="1295834" y="2487633"/>
            <a:ext cx="9144000" cy="1655762"/>
          </a:xfrm>
        </p:spPr>
        <p:txBody>
          <a:bodyPr/>
          <a:lstStyle/>
          <a:p>
            <a:r>
              <a:rPr lang="fr-FR" dirty="0"/>
              <a:t>Opérateur</a:t>
            </a:r>
          </a:p>
        </p:txBody>
      </p:sp>
      <p:pic>
        <p:nvPicPr>
          <p:cNvPr id="7" name="Image 6">
            <a:extLst>
              <a:ext uri="{FF2B5EF4-FFF2-40B4-BE49-F238E27FC236}">
                <a16:creationId xmlns:a16="http://schemas.microsoft.com/office/drawing/2014/main" id="{43E0BEAD-6167-3280-6991-909E22865E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32" y="4064001"/>
            <a:ext cx="2438400" cy="1828800"/>
          </a:xfrm>
          <a:prstGeom prst="rect">
            <a:avLst/>
          </a:prstGeom>
        </p:spPr>
      </p:pic>
      <p:pic>
        <p:nvPicPr>
          <p:cNvPr id="9" name="Image 8">
            <a:extLst>
              <a:ext uri="{FF2B5EF4-FFF2-40B4-BE49-F238E27FC236}">
                <a16:creationId xmlns:a16="http://schemas.microsoft.com/office/drawing/2014/main" id="{57FD86C8-DDA4-9623-7370-82328FA169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361" y="403146"/>
            <a:ext cx="2381582" cy="562053"/>
          </a:xfrm>
          <a:prstGeom prst="rect">
            <a:avLst/>
          </a:prstGeom>
        </p:spPr>
      </p:pic>
    </p:spTree>
    <p:extLst>
      <p:ext uri="{BB962C8B-B14F-4D97-AF65-F5344CB8AC3E}">
        <p14:creationId xmlns:p14="http://schemas.microsoft.com/office/powerpoint/2010/main" val="2757991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66C90FD-12D7-DD7C-C83D-7A293511FC75}"/>
              </a:ext>
            </a:extLst>
          </p:cNvPr>
          <p:cNvSpPr>
            <a:spLocks noGrp="1"/>
          </p:cNvSpPr>
          <p:nvPr>
            <p:ph type="title"/>
          </p:nvPr>
        </p:nvSpPr>
        <p:spPr>
          <a:xfrm>
            <a:off x="635000" y="640823"/>
            <a:ext cx="3418659" cy="5583148"/>
          </a:xfrm>
        </p:spPr>
        <p:txBody>
          <a:bodyPr anchor="ctr">
            <a:normAutofit/>
          </a:bodyPr>
          <a:lstStyle/>
          <a:p>
            <a:r>
              <a:rPr lang="fr-FR" sz="4200" dirty="0"/>
              <a:t>Bloc 1 – Cadre réglementaire &amp; enjeux</a:t>
            </a:r>
            <a:br>
              <a:rPr lang="fr-FR" sz="4200" dirty="0"/>
            </a:br>
            <a:br>
              <a:rPr lang="fr-FR" sz="4200" dirty="0"/>
            </a:br>
            <a:endParaRPr lang="fr-FR" sz="42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A339005C-1956-CA62-92E1-9F75FF859C84}"/>
              </a:ext>
            </a:extLst>
          </p:cNvPr>
          <p:cNvGraphicFramePr>
            <a:graphicFrameLocks noGrp="1"/>
          </p:cNvGraphicFramePr>
          <p:nvPr>
            <p:ph idx="1"/>
            <p:extLst>
              <p:ext uri="{D42A27DB-BD31-4B8C-83A1-F6EECF244321}">
                <p14:modId xmlns:p14="http://schemas.microsoft.com/office/powerpoint/2010/main" val="179065637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632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7B11D3-9F4C-93A1-CE94-8035B425F2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7895D4C-1731-0CFD-A0D3-402857E58218}"/>
              </a:ext>
            </a:extLst>
          </p:cNvPr>
          <p:cNvSpPr>
            <a:spLocks noGrp="1"/>
          </p:cNvSpPr>
          <p:nvPr>
            <p:ph type="title"/>
          </p:nvPr>
        </p:nvSpPr>
        <p:spPr>
          <a:xfrm>
            <a:off x="686834" y="1153572"/>
            <a:ext cx="3200400" cy="4461163"/>
          </a:xfrm>
        </p:spPr>
        <p:txBody>
          <a:bodyPr>
            <a:normAutofit/>
          </a:bodyPr>
          <a:lstStyle/>
          <a:p>
            <a:r>
              <a:rPr lang="fr-FR" sz="4100">
                <a:solidFill>
                  <a:srgbClr val="FFFFFF"/>
                </a:solidFill>
              </a:rPr>
              <a:t>(Bloc 1 – Cadre réglementaire &amp; enjeux)</a:t>
            </a:r>
            <a:br>
              <a:rPr lang="fr-FR" sz="4100">
                <a:solidFill>
                  <a:srgbClr val="FFFFFF"/>
                </a:solidFill>
              </a:rPr>
            </a:br>
            <a:br>
              <a:rPr lang="fr-FR" sz="4100">
                <a:solidFill>
                  <a:srgbClr val="FFFFFF"/>
                </a:solidFill>
              </a:rPr>
            </a:br>
            <a:endParaRPr lang="fr-FR"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7FD951A8-54E6-AD93-FAA6-0135CE4B3F83}"/>
              </a:ext>
            </a:extLst>
          </p:cNvPr>
          <p:cNvSpPr>
            <a:spLocks noGrp="1"/>
          </p:cNvSpPr>
          <p:nvPr>
            <p:ph idx="1"/>
          </p:nvPr>
        </p:nvSpPr>
        <p:spPr>
          <a:xfrm>
            <a:off x="4447308" y="591344"/>
            <a:ext cx="6906491" cy="5585619"/>
          </a:xfrm>
        </p:spPr>
        <p:txBody>
          <a:bodyPr anchor="ctr">
            <a:normAutofit/>
          </a:bodyPr>
          <a:lstStyle/>
          <a:p>
            <a:r>
              <a:rPr lang="en-US" b="1" i="1" dirty="0"/>
              <a:t>1. </a:t>
            </a:r>
            <a:r>
              <a:rPr lang="en-US" b="1" i="1" dirty="0" err="1"/>
              <a:t>Qu’est-ce</a:t>
            </a:r>
            <a:r>
              <a:rPr lang="en-US" b="1" i="1" dirty="0"/>
              <a:t> que </a:t>
            </a:r>
            <a:r>
              <a:rPr lang="en-US" b="1" i="1" dirty="0" err="1"/>
              <a:t>l’AIPR</a:t>
            </a:r>
            <a:r>
              <a:rPr lang="en-US" b="1" i="1" dirty="0"/>
              <a:t> ?</a:t>
            </a:r>
            <a:endParaRPr lang="fr-FR" b="1" i="1" dirty="0"/>
          </a:p>
          <a:p>
            <a:r>
              <a:rPr lang="en-US" dirty="0"/>
              <a:t>L’AIPR (</a:t>
            </a:r>
            <a:r>
              <a:rPr lang="en-US" dirty="0" err="1"/>
              <a:t>Autorisation</a:t>
            </a:r>
            <a:r>
              <a:rPr lang="en-US" dirty="0"/>
              <a:t> </a:t>
            </a:r>
            <a:r>
              <a:rPr lang="en-US" dirty="0" err="1"/>
              <a:t>d’Intervention</a:t>
            </a:r>
            <a:r>
              <a:rPr lang="en-US" dirty="0"/>
              <a:t> à </a:t>
            </a:r>
            <a:r>
              <a:rPr lang="en-US" dirty="0" err="1"/>
              <a:t>Proximité</a:t>
            </a:r>
            <a:r>
              <a:rPr lang="en-US" dirty="0"/>
              <a:t> des Réseaux) </a:t>
            </a:r>
            <a:r>
              <a:rPr lang="en-US" dirty="0" err="1"/>
              <a:t>est</a:t>
            </a:r>
            <a:r>
              <a:rPr lang="en-US" dirty="0"/>
              <a:t> </a:t>
            </a:r>
            <a:r>
              <a:rPr lang="en-US" dirty="0" err="1"/>
              <a:t>une</a:t>
            </a:r>
            <a:r>
              <a:rPr lang="en-US" dirty="0"/>
              <a:t> </a:t>
            </a:r>
            <a:r>
              <a:rPr lang="en-US" dirty="0" err="1"/>
              <a:t>mesure</a:t>
            </a:r>
            <a:r>
              <a:rPr lang="en-US" dirty="0"/>
              <a:t> </a:t>
            </a:r>
            <a:r>
              <a:rPr lang="en-US" dirty="0" err="1"/>
              <a:t>réglementaire</a:t>
            </a:r>
            <a:r>
              <a:rPr lang="en-US" dirty="0"/>
              <a:t> </a:t>
            </a:r>
            <a:r>
              <a:rPr lang="en-US" dirty="0" err="1"/>
              <a:t>obligatoire</a:t>
            </a:r>
            <a:r>
              <a:rPr lang="en-US" dirty="0"/>
              <a:t> mise </a:t>
            </a:r>
            <a:r>
              <a:rPr lang="en-US" dirty="0" err="1"/>
              <a:t>en</a:t>
            </a:r>
            <a:r>
              <a:rPr lang="en-US" dirty="0"/>
              <a:t> place dans le cadre de la </a:t>
            </a:r>
            <a:r>
              <a:rPr lang="en-US" dirty="0" err="1"/>
              <a:t>réforme</a:t>
            </a:r>
            <a:r>
              <a:rPr lang="en-US" dirty="0"/>
              <a:t> anti-</a:t>
            </a:r>
            <a:r>
              <a:rPr lang="en-US" dirty="0" err="1"/>
              <a:t>endommagement</a:t>
            </a:r>
            <a:r>
              <a:rPr lang="en-US" dirty="0"/>
              <a:t> des réseaux, </a:t>
            </a:r>
            <a:r>
              <a:rPr lang="en-US" dirty="0" err="1"/>
              <a:t>visant</a:t>
            </a:r>
            <a:r>
              <a:rPr lang="en-US" dirty="0"/>
              <a:t> à </a:t>
            </a:r>
            <a:r>
              <a:rPr lang="en-US" dirty="0" err="1"/>
              <a:t>réduire</a:t>
            </a:r>
            <a:r>
              <a:rPr lang="en-US" dirty="0"/>
              <a:t> les accidents et incidents </a:t>
            </a:r>
            <a:r>
              <a:rPr lang="en-US" dirty="0" err="1"/>
              <a:t>lors</a:t>
            </a:r>
            <a:r>
              <a:rPr lang="en-US" dirty="0"/>
              <a:t> des travaux à </a:t>
            </a:r>
            <a:r>
              <a:rPr lang="en-US" dirty="0" err="1"/>
              <a:t>proximité</a:t>
            </a:r>
            <a:r>
              <a:rPr lang="en-US" dirty="0"/>
              <a:t> des réseaux </a:t>
            </a:r>
            <a:r>
              <a:rPr lang="en-US" dirty="0" err="1"/>
              <a:t>aériens</a:t>
            </a:r>
            <a:r>
              <a:rPr lang="en-US" dirty="0"/>
              <a:t>, souterrains </a:t>
            </a:r>
            <a:r>
              <a:rPr lang="en-US" dirty="0" err="1"/>
              <a:t>ou</a:t>
            </a:r>
            <a:r>
              <a:rPr lang="en-US" dirty="0"/>
              <a:t> </a:t>
            </a:r>
            <a:r>
              <a:rPr lang="en-US" dirty="0" err="1"/>
              <a:t>subaquatiques</a:t>
            </a:r>
            <a:r>
              <a:rPr lang="en-US" dirty="0"/>
              <a:t>.</a:t>
            </a:r>
            <a:endParaRPr lang="fr-FR" dirty="0"/>
          </a:p>
          <a:p>
            <a:endParaRPr lang="fr-FR" dirty="0"/>
          </a:p>
        </p:txBody>
      </p:sp>
    </p:spTree>
    <p:extLst>
      <p:ext uri="{BB962C8B-B14F-4D97-AF65-F5344CB8AC3E}">
        <p14:creationId xmlns:p14="http://schemas.microsoft.com/office/powerpoint/2010/main" val="409699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0D6A98A-82BC-4976-A7B7-21905997ED85}"/>
              </a:ext>
            </a:extLst>
          </p:cNvPr>
          <p:cNvSpPr>
            <a:spLocks noGrp="1"/>
          </p:cNvSpPr>
          <p:nvPr>
            <p:ph type="title"/>
          </p:nvPr>
        </p:nvSpPr>
        <p:spPr>
          <a:xfrm>
            <a:off x="793662" y="386930"/>
            <a:ext cx="10066122" cy="1298448"/>
          </a:xfrm>
        </p:spPr>
        <p:txBody>
          <a:bodyPr anchor="b">
            <a:normAutofit/>
          </a:bodyPr>
          <a:lstStyle/>
          <a:p>
            <a:r>
              <a:rPr lang="en-US" b="1" i="1" dirty="0"/>
              <a:t>2. Qui </a:t>
            </a:r>
            <a:r>
              <a:rPr lang="en-US" b="1" i="1"/>
              <a:t>est</a:t>
            </a:r>
            <a:r>
              <a:rPr lang="en-US" b="1" i="1" dirty="0"/>
              <a:t> </a:t>
            </a:r>
            <a:r>
              <a:rPr lang="en-US" b="1" i="1"/>
              <a:t>concerné</a:t>
            </a:r>
            <a:r>
              <a:rPr lang="en-US" b="1" i="1" dirty="0"/>
              <a:t> ?</a:t>
            </a:r>
            <a:br>
              <a:rPr lang="fr-FR" b="1" i="1" dirty="0"/>
            </a:br>
            <a:endParaRPr lang="fr-FR"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705D67F6-FD5D-6171-78B0-09A2F4FC470E}"/>
              </a:ext>
            </a:extLst>
          </p:cNvPr>
          <p:cNvSpPr>
            <a:spLocks noGrp="1"/>
          </p:cNvSpPr>
          <p:nvPr>
            <p:ph idx="1"/>
          </p:nvPr>
        </p:nvSpPr>
        <p:spPr>
          <a:xfrm>
            <a:off x="175435" y="2394793"/>
            <a:ext cx="5543105" cy="3844166"/>
          </a:xfrm>
        </p:spPr>
        <p:txBody>
          <a:bodyPr anchor="ctr">
            <a:normAutofit/>
          </a:bodyPr>
          <a:lstStyle/>
          <a:p>
            <a:pPr marL="0" indent="0">
              <a:buNone/>
            </a:pPr>
            <a:r>
              <a:rPr lang="en-US" sz="2000" dirty="0"/>
              <a:t>Trois </a:t>
            </a:r>
            <a:r>
              <a:rPr lang="en-US" sz="2000" err="1"/>
              <a:t>profils</a:t>
            </a:r>
            <a:r>
              <a:rPr lang="en-US" sz="2000" dirty="0"/>
              <a:t> </a:t>
            </a:r>
            <a:r>
              <a:rPr lang="en-US" sz="2000" err="1"/>
              <a:t>sont</a:t>
            </a:r>
            <a:r>
              <a:rPr lang="en-US" sz="2000" dirty="0"/>
              <a:t> </a:t>
            </a:r>
            <a:r>
              <a:rPr lang="en-US" sz="2000" err="1"/>
              <a:t>définis</a:t>
            </a:r>
            <a:r>
              <a:rPr lang="en-US" sz="2000" dirty="0"/>
              <a:t> </a:t>
            </a:r>
            <a:r>
              <a:rPr lang="en-US" sz="2000" err="1"/>
              <a:t>par</a:t>
            </a:r>
            <a:r>
              <a:rPr lang="en-US" sz="2000" dirty="0"/>
              <a:t> la </a:t>
            </a:r>
            <a:r>
              <a:rPr lang="en-US" sz="2000" err="1"/>
              <a:t>réglementation</a:t>
            </a:r>
            <a:r>
              <a:rPr lang="en-US" sz="2000" dirty="0"/>
              <a:t> :</a:t>
            </a:r>
            <a:br>
              <a:rPr lang="en-US" dirty="0"/>
            </a:br>
            <a:br>
              <a:rPr lang="en-US" sz="2000" dirty="0"/>
            </a:br>
            <a:r>
              <a:rPr lang="en-US" sz="2000" dirty="0"/>
              <a:t>- </a:t>
            </a:r>
            <a:r>
              <a:rPr lang="en-US" sz="2000" b="1" err="1"/>
              <a:t>Opérateur</a:t>
            </a:r>
            <a:r>
              <a:rPr lang="en-US" sz="2000" dirty="0"/>
              <a:t> : personnels </a:t>
            </a:r>
            <a:r>
              <a:rPr lang="en-US" sz="2000" err="1"/>
              <a:t>d'exécution</a:t>
            </a:r>
            <a:r>
              <a:rPr lang="en-US" sz="2000" dirty="0"/>
              <a:t> des travaux (</a:t>
            </a:r>
            <a:r>
              <a:rPr lang="en-US" sz="2000" err="1"/>
              <a:t>conducteurs</a:t>
            </a:r>
            <a:r>
              <a:rPr lang="en-US" sz="2000" dirty="0"/>
              <a:t> </a:t>
            </a:r>
            <a:r>
              <a:rPr lang="en-US" sz="2000" err="1"/>
              <a:t>d'engins</a:t>
            </a:r>
            <a:r>
              <a:rPr lang="en-US" sz="2000" dirty="0"/>
              <a:t>, </a:t>
            </a:r>
            <a:r>
              <a:rPr lang="en-US" sz="2000" err="1"/>
              <a:t>ouvriers</a:t>
            </a:r>
            <a:r>
              <a:rPr lang="en-US" sz="2000" dirty="0"/>
              <a:t>, etc.)</a:t>
            </a:r>
            <a:br>
              <a:rPr lang="en-US" sz="2000" dirty="0">
                <a:ea typeface="Calibri"/>
                <a:cs typeface="Calibri"/>
              </a:rPr>
            </a:br>
            <a:br>
              <a:rPr lang="en-US" sz="2000" dirty="0"/>
            </a:br>
            <a:r>
              <a:rPr lang="en-US" sz="2000" dirty="0"/>
              <a:t>- </a:t>
            </a:r>
            <a:r>
              <a:rPr lang="en-US" sz="2000" b="1" err="1"/>
              <a:t>Encadrant</a:t>
            </a:r>
            <a:r>
              <a:rPr lang="en-US" sz="2000" dirty="0"/>
              <a:t> : chef de </a:t>
            </a:r>
            <a:r>
              <a:rPr lang="en-US" sz="2000" err="1"/>
              <a:t>chantier</a:t>
            </a:r>
            <a:r>
              <a:rPr lang="en-US" sz="2000" dirty="0"/>
              <a:t>, </a:t>
            </a:r>
            <a:r>
              <a:rPr lang="en-US" sz="2000" err="1"/>
              <a:t>conducteur</a:t>
            </a:r>
            <a:r>
              <a:rPr lang="en-US" sz="2000" dirty="0"/>
              <a:t> de travaux</a:t>
            </a:r>
            <a:br>
              <a:rPr lang="en-US" sz="2000" dirty="0">
                <a:ea typeface="Calibri"/>
                <a:cs typeface="Calibri"/>
              </a:rPr>
            </a:br>
            <a:br>
              <a:rPr lang="en-US" sz="2000" dirty="0"/>
            </a:br>
            <a:r>
              <a:rPr lang="en-US" sz="2000" dirty="0"/>
              <a:t>- </a:t>
            </a:r>
            <a:r>
              <a:rPr lang="en-US" sz="2000" b="1" err="1"/>
              <a:t>Concepteur</a:t>
            </a:r>
            <a:r>
              <a:rPr lang="en-US" sz="2000" dirty="0"/>
              <a:t> : bureau </a:t>
            </a:r>
            <a:r>
              <a:rPr lang="en-US" sz="2000" err="1"/>
              <a:t>d’étude</a:t>
            </a:r>
            <a:r>
              <a:rPr lang="en-US" sz="2000" dirty="0"/>
              <a:t>, maître </a:t>
            </a:r>
            <a:r>
              <a:rPr lang="en-US" sz="2000" err="1"/>
              <a:t>d’œuvre</a:t>
            </a:r>
            <a:r>
              <a:rPr lang="en-US" sz="2000" dirty="0"/>
              <a:t>, maître </a:t>
            </a:r>
            <a:r>
              <a:rPr lang="en-US" sz="2000" err="1"/>
              <a:t>d’ouvrage</a:t>
            </a:r>
            <a:endParaRPr lang="fr-FR" sz="2000" err="1">
              <a:ea typeface="Calibri" panose="020F0502020204030204"/>
              <a:cs typeface="Calibri" panose="020F0502020204030204"/>
            </a:endParaRPr>
          </a:p>
          <a:p>
            <a:endParaRPr lang="fr-FR" sz="2000"/>
          </a:p>
        </p:txBody>
      </p:sp>
      <p:pic>
        <p:nvPicPr>
          <p:cNvPr id="4" name="Image 3" descr="Formation AIPR à Lunel - CV Sécurité">
            <a:extLst>
              <a:ext uri="{FF2B5EF4-FFF2-40B4-BE49-F238E27FC236}">
                <a16:creationId xmlns:a16="http://schemas.microsoft.com/office/drawing/2014/main" id="{E3F9D7C7-22DF-C99B-0131-047B6B255D9F}"/>
              </a:ext>
            </a:extLst>
          </p:cNvPr>
          <p:cNvPicPr>
            <a:picLocks noChangeAspect="1"/>
          </p:cNvPicPr>
          <p:nvPr/>
        </p:nvPicPr>
        <p:blipFill>
          <a:blip r:embed="rId2"/>
          <a:stretch>
            <a:fillRect/>
          </a:stretch>
        </p:blipFill>
        <p:spPr>
          <a:xfrm>
            <a:off x="5911532" y="2867392"/>
            <a:ext cx="5150277" cy="2947970"/>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610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FBD83F4-758F-19EB-4C6B-3D20449628E7}"/>
              </a:ext>
            </a:extLst>
          </p:cNvPr>
          <p:cNvSpPr>
            <a:spLocks noGrp="1"/>
          </p:cNvSpPr>
          <p:nvPr>
            <p:ph type="title"/>
          </p:nvPr>
        </p:nvSpPr>
        <p:spPr>
          <a:xfrm>
            <a:off x="761800" y="762001"/>
            <a:ext cx="5334197" cy="1708242"/>
          </a:xfrm>
        </p:spPr>
        <p:txBody>
          <a:bodyPr anchor="ctr">
            <a:normAutofit/>
          </a:bodyPr>
          <a:lstStyle/>
          <a:p>
            <a:r>
              <a:rPr lang="en-US" sz="3700" b="1" i="1"/>
              <a:t>3. Qu elles obligations réglementaires ?</a:t>
            </a:r>
            <a:br>
              <a:rPr lang="fr-FR" sz="3700" b="1" i="1"/>
            </a:br>
            <a:endParaRPr lang="fr-FR" sz="3700"/>
          </a:p>
        </p:txBody>
      </p:sp>
      <p:sp>
        <p:nvSpPr>
          <p:cNvPr id="3" name="Espace réservé du contenu 2">
            <a:extLst>
              <a:ext uri="{FF2B5EF4-FFF2-40B4-BE49-F238E27FC236}">
                <a16:creationId xmlns:a16="http://schemas.microsoft.com/office/drawing/2014/main" id="{56E1C8E5-30C5-409E-F670-E5B9F02A4DB9}"/>
              </a:ext>
            </a:extLst>
          </p:cNvPr>
          <p:cNvSpPr>
            <a:spLocks noGrp="1"/>
          </p:cNvSpPr>
          <p:nvPr>
            <p:ph idx="1"/>
          </p:nvPr>
        </p:nvSpPr>
        <p:spPr>
          <a:xfrm>
            <a:off x="761800" y="2470244"/>
            <a:ext cx="5334197" cy="3769835"/>
          </a:xfrm>
        </p:spPr>
        <p:txBody>
          <a:bodyPr vert="horz" lIns="91440" tIns="45720" rIns="91440" bIns="45720" rtlCol="0" anchor="ctr">
            <a:normAutofit/>
          </a:bodyPr>
          <a:lstStyle/>
          <a:p>
            <a:pPr marL="0" indent="0">
              <a:buNone/>
            </a:pPr>
            <a:br>
              <a:rPr lang="en-US" sz="1900"/>
            </a:br>
            <a:r>
              <a:rPr lang="en-US" sz="1900"/>
              <a:t>L’arrêté du 22 décembre 2015 impose que toute personne intervenant à proximité de réseaux sensibles dispose d’une autorisation délivrée par son employeur. </a:t>
            </a:r>
            <a:endParaRPr lang="fr-FR" sz="1900">
              <a:ea typeface="Calibri" panose="020F0502020204030204"/>
              <a:cs typeface="Calibri" panose="020F0502020204030204"/>
            </a:endParaRPr>
          </a:p>
          <a:p>
            <a:pPr marL="0" indent="0">
              <a:buNone/>
            </a:pPr>
            <a:r>
              <a:rPr lang="en-US" sz="1900"/>
              <a:t>Cette autorisation repose sur :</a:t>
            </a:r>
            <a:br>
              <a:rPr lang="en-US" sz="1900">
                <a:ea typeface="Calibri"/>
                <a:cs typeface="Calibri"/>
              </a:rPr>
            </a:br>
            <a:br>
              <a:rPr lang="en-US" sz="1900"/>
            </a:br>
            <a:r>
              <a:rPr lang="en-US" sz="1900"/>
              <a:t>1 - La détention d’un QCM réussi (via un prestataire habilité par le MTES ou une attestation CACES valide).</a:t>
            </a:r>
            <a:br>
              <a:rPr lang="en-US" sz="1900"/>
            </a:br>
            <a:r>
              <a:rPr lang="en-US" sz="1900"/>
              <a:t>2 - Une formation adaptée au profil concerné.</a:t>
            </a:r>
            <a:br>
              <a:rPr lang="en-US" sz="1900"/>
            </a:br>
            <a:r>
              <a:rPr lang="en-US" sz="1900"/>
              <a:t>3 - Une évaluation des compétences.</a:t>
            </a:r>
            <a:endParaRPr lang="fr-FR" sz="1900">
              <a:ea typeface="Calibri"/>
              <a:cs typeface="Calibri"/>
            </a:endParaRPr>
          </a:p>
          <a:p>
            <a:pPr marL="0" indent="0">
              <a:buNone/>
            </a:pPr>
            <a:r>
              <a:rPr lang="fr-FR" sz="1900"/>
              <a:t>   </a:t>
            </a:r>
            <a:endParaRPr lang="fr-FR" sz="1900">
              <a:ea typeface="Calibri"/>
              <a:cs typeface="Calibri"/>
            </a:endParaRPr>
          </a:p>
        </p:txBody>
      </p:sp>
      <p:pic>
        <p:nvPicPr>
          <p:cNvPr id="5" name="Picture 4" descr="Microphone sur un arrière-plan blanc">
            <a:extLst>
              <a:ext uri="{FF2B5EF4-FFF2-40B4-BE49-F238E27FC236}">
                <a16:creationId xmlns:a16="http://schemas.microsoft.com/office/drawing/2014/main" id="{EDD38ECF-BF73-D97A-D12F-23717BA7DF37}"/>
              </a:ext>
            </a:extLst>
          </p:cNvPr>
          <p:cNvPicPr>
            <a:picLocks noChangeAspect="1"/>
          </p:cNvPicPr>
          <p:nvPr/>
        </p:nvPicPr>
        <p:blipFill>
          <a:blip r:embed="rId2"/>
          <a:srcRect l="36369" r="11870"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53097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9CE150-95BA-764A-2FB9-074A0B75E61A}"/>
              </a:ext>
            </a:extLst>
          </p:cNvPr>
          <p:cNvSpPr>
            <a:spLocks noGrp="1"/>
          </p:cNvSpPr>
          <p:nvPr>
            <p:ph type="title"/>
          </p:nvPr>
        </p:nvSpPr>
        <p:spPr/>
        <p:txBody>
          <a:bodyPr/>
          <a:lstStyle/>
          <a:p>
            <a:r>
              <a:rPr lang="en-US" b="1" i="1" dirty="0"/>
              <a:t>4. </a:t>
            </a:r>
            <a:r>
              <a:rPr lang="en-US" b="1" i="1" dirty="0" err="1"/>
              <a:t>Rôle</a:t>
            </a:r>
            <a:r>
              <a:rPr lang="en-US" b="1" i="1" dirty="0"/>
              <a:t> des </a:t>
            </a:r>
            <a:r>
              <a:rPr lang="en-US" b="1" i="1" dirty="0" err="1"/>
              <a:t>différents</a:t>
            </a:r>
            <a:r>
              <a:rPr lang="en-US" b="1" i="1" dirty="0"/>
              <a:t> </a:t>
            </a:r>
            <a:r>
              <a:rPr lang="en-US" b="1" i="1" dirty="0" err="1"/>
              <a:t>acteurs</a:t>
            </a:r>
            <a:r>
              <a:rPr lang="en-US" b="1" i="1" dirty="0"/>
              <a:t> :</a:t>
            </a:r>
            <a:br>
              <a:rPr lang="fr-FR" b="1" i="1" dirty="0"/>
            </a:br>
            <a:endParaRPr lang="fr-FR" dirty="0"/>
          </a:p>
        </p:txBody>
      </p:sp>
      <p:sp>
        <p:nvSpPr>
          <p:cNvPr id="3" name="Espace réservé du contenu 2">
            <a:extLst>
              <a:ext uri="{FF2B5EF4-FFF2-40B4-BE49-F238E27FC236}">
                <a16:creationId xmlns:a16="http://schemas.microsoft.com/office/drawing/2014/main" id="{755CA36A-AA36-E2BA-4359-7799163617BE}"/>
              </a:ext>
            </a:extLst>
          </p:cNvPr>
          <p:cNvSpPr>
            <a:spLocks noGrp="1"/>
          </p:cNvSpPr>
          <p:nvPr>
            <p:ph idx="1"/>
          </p:nvPr>
        </p:nvSpPr>
        <p:spPr/>
        <p:txBody>
          <a:bodyPr vert="horz" lIns="91440" tIns="45720" rIns="91440" bIns="45720" rtlCol="0" anchor="t">
            <a:normAutofit/>
          </a:bodyPr>
          <a:lstStyle/>
          <a:p>
            <a:pPr marL="0" indent="0">
              <a:buNone/>
            </a:pPr>
            <a:r>
              <a:rPr lang="en-US" dirty="0"/>
              <a:t>- Le maître </a:t>
            </a:r>
            <a:r>
              <a:rPr lang="en-US" dirty="0" err="1"/>
              <a:t>d’ouvrage</a:t>
            </a:r>
            <a:r>
              <a:rPr lang="en-US" dirty="0"/>
              <a:t> : il </a:t>
            </a:r>
            <a:r>
              <a:rPr lang="en-US" dirty="0" err="1"/>
              <a:t>initie</a:t>
            </a:r>
            <a:r>
              <a:rPr lang="en-US" dirty="0"/>
              <a:t> la démarche DT-DICT.</a:t>
            </a:r>
            <a:endParaRPr lang="fr-FR" dirty="0"/>
          </a:p>
          <a:p>
            <a:pPr marL="0" indent="0">
              <a:buNone/>
            </a:pPr>
            <a:br>
              <a:rPr lang="en-US" dirty="0"/>
            </a:br>
            <a:r>
              <a:rPr lang="en-US" dirty="0"/>
              <a:t>- </a:t>
            </a:r>
            <a:r>
              <a:rPr lang="en-US" dirty="0" err="1"/>
              <a:t>L’exploitant</a:t>
            </a:r>
            <a:r>
              <a:rPr lang="en-US" dirty="0"/>
              <a:t> de réseau : il </a:t>
            </a:r>
            <a:r>
              <a:rPr lang="en-US" dirty="0" err="1"/>
              <a:t>transmet</a:t>
            </a:r>
            <a:r>
              <a:rPr lang="en-US" dirty="0"/>
              <a:t> les </a:t>
            </a:r>
            <a:r>
              <a:rPr lang="en-US" dirty="0" err="1"/>
              <a:t>informations</a:t>
            </a:r>
            <a:r>
              <a:rPr lang="en-US" dirty="0"/>
              <a:t> sur les réseaux.</a:t>
            </a:r>
            <a:endParaRPr lang="fr-FR" dirty="0"/>
          </a:p>
          <a:p>
            <a:pPr marL="0" indent="0">
              <a:buNone/>
            </a:pPr>
            <a:br>
              <a:rPr lang="en-US" dirty="0"/>
            </a:br>
            <a:r>
              <a:rPr lang="en-US" dirty="0"/>
              <a:t>- </a:t>
            </a:r>
            <a:r>
              <a:rPr lang="en-US" dirty="0" err="1"/>
              <a:t>L’entreprise</a:t>
            </a:r>
            <a:r>
              <a:rPr lang="en-US" dirty="0"/>
              <a:t> de travaux : </a:t>
            </a:r>
            <a:r>
              <a:rPr lang="en-US" dirty="0" err="1"/>
              <a:t>elle</a:t>
            </a:r>
            <a:r>
              <a:rPr lang="en-US" dirty="0"/>
              <a:t> </a:t>
            </a:r>
            <a:r>
              <a:rPr lang="en-US" dirty="0" err="1"/>
              <a:t>s’assure</a:t>
            </a:r>
            <a:r>
              <a:rPr lang="en-US" dirty="0"/>
              <a:t> que son personnel </a:t>
            </a:r>
            <a:r>
              <a:rPr lang="en-US" dirty="0" err="1"/>
              <a:t>est</a:t>
            </a:r>
            <a:r>
              <a:rPr lang="en-US" dirty="0"/>
              <a:t> </a:t>
            </a:r>
            <a:r>
              <a:rPr lang="en-US" dirty="0" err="1"/>
              <a:t>formé</a:t>
            </a:r>
            <a:r>
              <a:rPr lang="en-US" dirty="0"/>
              <a:t> et </a:t>
            </a:r>
            <a:r>
              <a:rPr lang="en-US" dirty="0" err="1"/>
              <a:t>autorisé</a:t>
            </a:r>
            <a:r>
              <a:rPr lang="en-US" dirty="0"/>
              <a:t>.</a:t>
            </a:r>
            <a:endParaRPr lang="fr-FR" dirty="0">
              <a:ea typeface="Calibri"/>
              <a:cs typeface="Calibri"/>
            </a:endParaRPr>
          </a:p>
          <a:p>
            <a:pPr marL="0" indent="0">
              <a:buNone/>
            </a:pPr>
            <a:br>
              <a:rPr lang="en-US" dirty="0"/>
            </a:br>
            <a:r>
              <a:rPr lang="en-US" dirty="0"/>
              <a:t>- Le personnel </a:t>
            </a:r>
            <a:r>
              <a:rPr lang="en-US" dirty="0" err="1"/>
              <a:t>intervenant</a:t>
            </a:r>
            <a:r>
              <a:rPr lang="en-US" dirty="0"/>
              <a:t> : il doit respecter les plans, </a:t>
            </a:r>
            <a:r>
              <a:rPr lang="en-US" dirty="0" err="1"/>
              <a:t>consignes</a:t>
            </a:r>
            <a:r>
              <a:rPr lang="en-US" dirty="0"/>
              <a:t> et </a:t>
            </a:r>
            <a:r>
              <a:rPr lang="en-US" dirty="0" err="1"/>
              <a:t>mesures</a:t>
            </a:r>
            <a:r>
              <a:rPr lang="en-US" dirty="0"/>
              <a:t> de </a:t>
            </a:r>
            <a:r>
              <a:rPr lang="en-US" dirty="0" err="1"/>
              <a:t>sécurité</a:t>
            </a:r>
            <a:r>
              <a:rPr lang="en-US" dirty="0"/>
              <a:t>.</a:t>
            </a:r>
            <a:endParaRPr lang="fr-FR">
              <a:ea typeface="Calibri" panose="020F0502020204030204"/>
              <a:cs typeface="Calibri" panose="020F0502020204030204"/>
            </a:endParaRPr>
          </a:p>
          <a:p>
            <a:endParaRPr lang="fr-FR" dirty="0"/>
          </a:p>
        </p:txBody>
      </p:sp>
    </p:spTree>
    <p:extLst>
      <p:ext uri="{BB962C8B-B14F-4D97-AF65-F5344CB8AC3E}">
        <p14:creationId xmlns:p14="http://schemas.microsoft.com/office/powerpoint/2010/main" val="719217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792B703-AD01-BEF8-E860-C81F8073BD36}"/>
              </a:ext>
            </a:extLst>
          </p:cNvPr>
          <p:cNvSpPr>
            <a:spLocks noGrp="1"/>
          </p:cNvSpPr>
          <p:nvPr>
            <p:ph type="title"/>
          </p:nvPr>
        </p:nvSpPr>
        <p:spPr>
          <a:xfrm>
            <a:off x="630936" y="640080"/>
            <a:ext cx="4818888" cy="1481328"/>
          </a:xfrm>
        </p:spPr>
        <p:txBody>
          <a:bodyPr anchor="b">
            <a:normAutofit/>
          </a:bodyPr>
          <a:lstStyle/>
          <a:p>
            <a:r>
              <a:rPr lang="en-US" sz="3000" b="1" i="1"/>
              <a:t>5. Pourquoi l’AIPR est obligatoire ?</a:t>
            </a:r>
            <a:br>
              <a:rPr lang="fr-FR" sz="3000" b="1" i="1"/>
            </a:br>
            <a:endParaRPr lang="fr-FR" sz="300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178C79D0-589B-F0CB-6378-4BC35F2E7C8A}"/>
              </a:ext>
            </a:extLst>
          </p:cNvPr>
          <p:cNvSpPr>
            <a:spLocks noGrp="1"/>
          </p:cNvSpPr>
          <p:nvPr>
            <p:ph idx="1"/>
          </p:nvPr>
        </p:nvSpPr>
        <p:spPr>
          <a:xfrm>
            <a:off x="386521" y="2660904"/>
            <a:ext cx="5710284" cy="3547872"/>
          </a:xfrm>
        </p:spPr>
        <p:txBody>
          <a:bodyPr anchor="t">
            <a:normAutofit/>
          </a:bodyPr>
          <a:lstStyle/>
          <a:p>
            <a:r>
              <a:rPr lang="en-US" sz="2200"/>
              <a:t>Les réseaux (gaz, électricité, eau, télécoms, etc.) sont nombreux en France et parfois mal repérés. Chaque année, plusieurs milliers de dommages sont signalés, dont certains très graves (électrocution, explosion, etc.).</a:t>
            </a:r>
          </a:p>
          <a:p>
            <a:r>
              <a:rPr lang="en-US" sz="2200"/>
              <a:t>L’AIPR permet de s’assurer que chacun connaît les bonnes pratiques avant d’intervenir à proximité de ces réseaux.</a:t>
            </a:r>
            <a:endParaRPr lang="fr-FR" sz="2200"/>
          </a:p>
        </p:txBody>
      </p:sp>
      <p:pic>
        <p:nvPicPr>
          <p:cNvPr id="4" name="Image 3" descr="Une image contenant texte, capture d’écran, graphisme, conception&#10;&#10;Le contenu généré par l’IA peut être incorrect.">
            <a:extLst>
              <a:ext uri="{FF2B5EF4-FFF2-40B4-BE49-F238E27FC236}">
                <a16:creationId xmlns:a16="http://schemas.microsoft.com/office/drawing/2014/main" id="{CB467892-CED3-22DF-DE6F-E6CAE4AFFDC2}"/>
              </a:ext>
            </a:extLst>
          </p:cNvPr>
          <p:cNvPicPr>
            <a:picLocks noChangeAspect="1"/>
          </p:cNvPicPr>
          <p:nvPr/>
        </p:nvPicPr>
        <p:blipFill>
          <a:blip r:embed="rId2"/>
          <a:stretch>
            <a:fillRect/>
          </a:stretch>
        </p:blipFill>
        <p:spPr>
          <a:xfrm>
            <a:off x="6099048" y="1259059"/>
            <a:ext cx="5458968" cy="4339881"/>
          </a:xfrm>
          <a:prstGeom prst="rect">
            <a:avLst/>
          </a:prstGeom>
        </p:spPr>
      </p:pic>
    </p:spTree>
    <p:extLst>
      <p:ext uri="{BB962C8B-B14F-4D97-AF65-F5344CB8AC3E}">
        <p14:creationId xmlns:p14="http://schemas.microsoft.com/office/powerpoint/2010/main" val="1969173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3B8A510-DC21-A6B7-965F-ED6931FC94CD}"/>
              </a:ext>
            </a:extLst>
          </p:cNvPr>
          <p:cNvSpPr>
            <a:spLocks noGrp="1"/>
          </p:cNvSpPr>
          <p:nvPr>
            <p:ph type="title"/>
          </p:nvPr>
        </p:nvSpPr>
        <p:spPr>
          <a:xfrm>
            <a:off x="589560" y="856180"/>
            <a:ext cx="4560584" cy="1128068"/>
          </a:xfrm>
        </p:spPr>
        <p:txBody>
          <a:bodyPr anchor="ctr">
            <a:normAutofit/>
          </a:bodyPr>
          <a:lstStyle/>
          <a:p>
            <a:r>
              <a:rPr lang="en-US" sz="3700" b="1" i="1"/>
              <a:t>6. Validité de l’AIPR :</a:t>
            </a:r>
            <a:br>
              <a:rPr lang="fr-FR" sz="3700" b="1" i="1"/>
            </a:br>
            <a:endParaRPr lang="fr-FR" sz="3700"/>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10E40616-CF7E-DCFD-EC5A-3DBC6F9B5298}"/>
              </a:ext>
            </a:extLst>
          </p:cNvPr>
          <p:cNvSpPr>
            <a:spLocks noGrp="1"/>
          </p:cNvSpPr>
          <p:nvPr>
            <p:ph idx="1"/>
          </p:nvPr>
        </p:nvSpPr>
        <p:spPr>
          <a:xfrm>
            <a:off x="590719" y="2330505"/>
            <a:ext cx="4559425" cy="3979585"/>
          </a:xfrm>
        </p:spPr>
        <p:txBody>
          <a:bodyPr anchor="ctr">
            <a:normAutofit/>
          </a:bodyPr>
          <a:lstStyle/>
          <a:p>
            <a:r>
              <a:rPr lang="en-US" sz="2000"/>
              <a:t>L’AIPR est délivrée pour une durée maximale de 5 ans. Elle doit être conservée sur le lieu de travail et peut être demandée lors d’un contrôle par les services de l’État (DREAL, inspection du travail, etc.).</a:t>
            </a:r>
            <a:endParaRPr lang="fr-FR" sz="2000"/>
          </a:p>
          <a:p>
            <a:endParaRPr lang="fr-FR"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texte, Police, cercle, logo&#10;&#10;Le contenu généré par l’IA peut être incorrect.">
            <a:extLst>
              <a:ext uri="{FF2B5EF4-FFF2-40B4-BE49-F238E27FC236}">
                <a16:creationId xmlns:a16="http://schemas.microsoft.com/office/drawing/2014/main" id="{94F1F7E4-F30B-B09E-FB5F-1580C8B52BE3}"/>
              </a:ext>
            </a:extLst>
          </p:cNvPr>
          <p:cNvPicPr>
            <a:picLocks noChangeAspect="1"/>
          </p:cNvPicPr>
          <p:nvPr/>
        </p:nvPicPr>
        <p:blipFill>
          <a:blip r:embed="rId2"/>
          <a:srcRect t="3062" r="2" b="2"/>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865483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BFE42F6-97E7-76AC-9A7B-C8B34031F9BC}"/>
              </a:ext>
            </a:extLst>
          </p:cNvPr>
          <p:cNvSpPr>
            <a:spLocks noGrp="1"/>
          </p:cNvSpPr>
          <p:nvPr>
            <p:ph type="title"/>
          </p:nvPr>
        </p:nvSpPr>
        <p:spPr>
          <a:xfrm>
            <a:off x="586478" y="1683756"/>
            <a:ext cx="3115265" cy="2396359"/>
          </a:xfrm>
        </p:spPr>
        <p:txBody>
          <a:bodyPr anchor="b">
            <a:normAutofit/>
          </a:bodyPr>
          <a:lstStyle/>
          <a:p>
            <a:pPr algn="r"/>
            <a:r>
              <a:rPr lang="fr-FR" sz="3100">
                <a:solidFill>
                  <a:srgbClr val="FFFFFF"/>
                </a:solidFill>
              </a:rPr>
              <a:t>Bloc 2 – Identification et lecture des réseaux.</a:t>
            </a:r>
            <a:br>
              <a:rPr lang="fr-FR" sz="3100">
                <a:solidFill>
                  <a:srgbClr val="FFFFFF"/>
                </a:solidFill>
              </a:rPr>
            </a:br>
            <a:endParaRPr lang="fr-FR" sz="3100">
              <a:solidFill>
                <a:srgbClr val="FFFFFF"/>
              </a:solidFill>
            </a:endParaRPr>
          </a:p>
        </p:txBody>
      </p:sp>
      <p:graphicFrame>
        <p:nvGraphicFramePr>
          <p:cNvPr id="5" name="Espace réservé du contenu 2">
            <a:extLst>
              <a:ext uri="{FF2B5EF4-FFF2-40B4-BE49-F238E27FC236}">
                <a16:creationId xmlns:a16="http://schemas.microsoft.com/office/drawing/2014/main" id="{6C171D07-CD48-17CC-E55C-EED1931864B4}"/>
              </a:ext>
            </a:extLst>
          </p:cNvPr>
          <p:cNvGraphicFramePr>
            <a:graphicFrameLocks noGrp="1"/>
          </p:cNvGraphicFramePr>
          <p:nvPr>
            <p:ph idx="1"/>
            <p:extLst>
              <p:ext uri="{D42A27DB-BD31-4B8C-83A1-F6EECF244321}">
                <p14:modId xmlns:p14="http://schemas.microsoft.com/office/powerpoint/2010/main" val="178170573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708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267846-E269-41E8-1850-13B4D922C659}"/>
              </a:ext>
            </a:extLst>
          </p:cNvPr>
          <p:cNvSpPr>
            <a:spLocks noGrp="1"/>
          </p:cNvSpPr>
          <p:nvPr>
            <p:ph type="title"/>
          </p:nvPr>
        </p:nvSpPr>
        <p:spPr/>
        <p:txBody>
          <a:bodyPr/>
          <a:lstStyle/>
          <a:p>
            <a:r>
              <a:rPr lang="fr-FR" b="1" dirty="0"/>
              <a:t>1. Types de réseaux rencontrés :</a:t>
            </a:r>
            <a:br>
              <a:rPr lang="fr-FR" b="1" dirty="0"/>
            </a:br>
            <a:endParaRPr lang="fr-FR" dirty="0"/>
          </a:p>
        </p:txBody>
      </p:sp>
      <p:sp>
        <p:nvSpPr>
          <p:cNvPr id="3" name="Espace réservé du contenu 2">
            <a:extLst>
              <a:ext uri="{FF2B5EF4-FFF2-40B4-BE49-F238E27FC236}">
                <a16:creationId xmlns:a16="http://schemas.microsoft.com/office/drawing/2014/main" id="{07E902BA-5225-FB89-06AC-8601478AEE86}"/>
              </a:ext>
            </a:extLst>
          </p:cNvPr>
          <p:cNvSpPr>
            <a:spLocks noGrp="1"/>
          </p:cNvSpPr>
          <p:nvPr>
            <p:ph idx="1"/>
          </p:nvPr>
        </p:nvSpPr>
        <p:spPr/>
        <p:txBody>
          <a:bodyPr/>
          <a:lstStyle/>
          <a:p>
            <a:r>
              <a:rPr lang="fr-FR" b="1" dirty="0"/>
              <a:t>Réseaux électriques (HTA, BT)</a:t>
            </a:r>
            <a:r>
              <a:rPr lang="fr-FR" dirty="0"/>
              <a:t> : danger d’électrocution.</a:t>
            </a:r>
          </a:p>
          <a:p>
            <a:r>
              <a:rPr lang="fr-FR" b="1" dirty="0"/>
              <a:t>Réseaux de gaz</a:t>
            </a:r>
            <a:r>
              <a:rPr lang="fr-FR" dirty="0"/>
              <a:t> : risque d’explosion.</a:t>
            </a:r>
          </a:p>
          <a:p>
            <a:r>
              <a:rPr lang="fr-FR" b="1" dirty="0"/>
              <a:t>Réseaux d’eau potable et d’assainissement</a:t>
            </a:r>
            <a:r>
              <a:rPr lang="fr-FR" dirty="0"/>
              <a:t> : risque d’inondation ou de pollution.</a:t>
            </a:r>
          </a:p>
          <a:p>
            <a:r>
              <a:rPr lang="fr-FR" b="1" dirty="0"/>
              <a:t>Réseaux de télécommunication (fibre, cuivre)</a:t>
            </a:r>
            <a:r>
              <a:rPr lang="fr-FR" dirty="0"/>
              <a:t> : perturbations de service en cas de coupure.</a:t>
            </a:r>
          </a:p>
          <a:p>
            <a:r>
              <a:rPr lang="fr-FR" b="1" dirty="0"/>
              <a:t>Autres</a:t>
            </a:r>
            <a:r>
              <a:rPr lang="fr-FR" dirty="0"/>
              <a:t> : réseaux de chauffage urbain, réseaux ferroviaires, réseaux de vapeur ou de fluides industriels, etc.</a:t>
            </a:r>
          </a:p>
          <a:p>
            <a:endParaRPr lang="fr-FR" dirty="0"/>
          </a:p>
        </p:txBody>
      </p:sp>
    </p:spTree>
    <p:extLst>
      <p:ext uri="{BB962C8B-B14F-4D97-AF65-F5344CB8AC3E}">
        <p14:creationId xmlns:p14="http://schemas.microsoft.com/office/powerpoint/2010/main" val="4065685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EED6C-42C6-CA49-E1EA-08696EBDDC7F}"/>
              </a:ext>
            </a:extLst>
          </p:cNvPr>
          <p:cNvSpPr>
            <a:spLocks noGrp="1"/>
          </p:cNvSpPr>
          <p:nvPr>
            <p:ph type="title"/>
          </p:nvPr>
        </p:nvSpPr>
        <p:spPr/>
        <p:txBody>
          <a:bodyPr/>
          <a:lstStyle/>
          <a:p>
            <a:r>
              <a:rPr lang="fr-FR" dirty="0">
                <a:ea typeface="Calibri Light"/>
                <a:cs typeface="Calibri Light"/>
              </a:rPr>
              <a:t>Quelles sont les règles de distances entre les réseaux enterrés ?</a:t>
            </a:r>
            <a:endParaRPr lang="fr-FR" dirty="0"/>
          </a:p>
        </p:txBody>
      </p:sp>
      <p:pic>
        <p:nvPicPr>
          <p:cNvPr id="4" name="Content Placeholder 3" descr="Une image contenant texte, capture d’écran, diagramme, conception&#10;&#10;Le contenu généré par l’IA peut être incorrect.">
            <a:extLst>
              <a:ext uri="{FF2B5EF4-FFF2-40B4-BE49-F238E27FC236}">
                <a16:creationId xmlns:a16="http://schemas.microsoft.com/office/drawing/2014/main" id="{945EFB22-0BA6-43B8-B5E0-81C174D6E148}"/>
              </a:ext>
            </a:extLst>
          </p:cNvPr>
          <p:cNvPicPr>
            <a:picLocks noGrp="1" noChangeAspect="1"/>
          </p:cNvPicPr>
          <p:nvPr>
            <p:ph idx="1"/>
          </p:nvPr>
        </p:nvPicPr>
        <p:blipFill>
          <a:blip r:embed="rId2"/>
          <a:srcRect l="-13" t="17232" r="7924" b="522"/>
          <a:stretch>
            <a:fillRect/>
          </a:stretch>
        </p:blipFill>
        <p:spPr>
          <a:xfrm>
            <a:off x="2211356" y="1893864"/>
            <a:ext cx="6631868" cy="4613740"/>
          </a:xfrm>
        </p:spPr>
      </p:pic>
    </p:spTree>
    <p:extLst>
      <p:ext uri="{BB962C8B-B14F-4D97-AF65-F5344CB8AC3E}">
        <p14:creationId xmlns:p14="http://schemas.microsoft.com/office/powerpoint/2010/main" val="49600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l="-5000" r="-5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76E27E-2438-241E-3453-05F8F57E1C63}"/>
              </a:ext>
            </a:extLst>
          </p:cNvPr>
          <p:cNvSpPr>
            <a:spLocks noGrp="1"/>
          </p:cNvSpPr>
          <p:nvPr>
            <p:ph idx="1"/>
          </p:nvPr>
        </p:nvSpPr>
        <p:spPr>
          <a:xfrm>
            <a:off x="838200" y="403983"/>
            <a:ext cx="10515600" cy="4351338"/>
          </a:xfrm>
        </p:spPr>
        <p:txBody>
          <a:bodyPr vert="horz" lIns="91440" tIns="45720" rIns="91440" bIns="45720" rtlCol="0" anchor="t">
            <a:normAutofit/>
          </a:bodyPr>
          <a:lstStyle/>
          <a:p>
            <a:r>
              <a:rPr lang="fr-FR" dirty="0">
                <a:ea typeface="+mn-lt"/>
                <a:cs typeface="+mn-lt"/>
              </a:rPr>
              <a:t>https://www.youtube.com/watch?v=NKV4NYJi8Rk</a:t>
            </a:r>
            <a:endParaRPr lang="fr-FR"/>
          </a:p>
        </p:txBody>
      </p:sp>
      <p:sp>
        <p:nvSpPr>
          <p:cNvPr id="6" name="Title 5">
            <a:extLst>
              <a:ext uri="{FF2B5EF4-FFF2-40B4-BE49-F238E27FC236}">
                <a16:creationId xmlns:a16="http://schemas.microsoft.com/office/drawing/2014/main" id="{F10B98F1-BE39-5CF3-C167-C774D5C8B9D0}"/>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3886698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E5F7-30E8-5451-3DF5-1BFD997E71F5}"/>
              </a:ext>
            </a:extLst>
          </p:cNvPr>
          <p:cNvSpPr>
            <a:spLocks noGrp="1"/>
          </p:cNvSpPr>
          <p:nvPr>
            <p:ph type="title"/>
          </p:nvPr>
        </p:nvSpPr>
        <p:spPr/>
        <p:txBody>
          <a:bodyPr/>
          <a:lstStyle/>
          <a:p>
            <a:r>
              <a:rPr lang="fr-FR">
                <a:ea typeface="Calibri Light"/>
                <a:cs typeface="Calibri Light"/>
              </a:rPr>
              <a:t>Les risques électrique</a:t>
            </a:r>
            <a:endParaRPr lang="fr-FR"/>
          </a:p>
        </p:txBody>
      </p:sp>
      <p:sp>
        <p:nvSpPr>
          <p:cNvPr id="3" name="Content Placeholder 2">
            <a:extLst>
              <a:ext uri="{FF2B5EF4-FFF2-40B4-BE49-F238E27FC236}">
                <a16:creationId xmlns:a16="http://schemas.microsoft.com/office/drawing/2014/main" id="{6C5699A2-1D9D-FECF-35E5-DD56C504A51C}"/>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874869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arquage-piquetage : tout ce que vous devez savoir ! - Sogelink">
            <a:extLst>
              <a:ext uri="{FF2B5EF4-FFF2-40B4-BE49-F238E27FC236}">
                <a16:creationId xmlns:a16="http://schemas.microsoft.com/office/drawing/2014/main" id="{FE4E8E78-4A89-3ED8-EF72-6FCB1F570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8F0A75C7-D1C8-668E-57C4-400E17FD038F}"/>
              </a:ext>
            </a:extLst>
          </p:cNvPr>
          <p:cNvSpPr>
            <a:spLocks noGrp="1"/>
          </p:cNvSpPr>
          <p:nvPr>
            <p:ph idx="1"/>
          </p:nvPr>
        </p:nvSpPr>
        <p:spPr>
          <a:xfrm>
            <a:off x="474562" y="1825625"/>
            <a:ext cx="10879238" cy="4351338"/>
          </a:xfrm>
        </p:spPr>
        <p:txBody>
          <a:bodyPr>
            <a:normAutofit/>
          </a:bodyPr>
          <a:lstStyle/>
          <a:p>
            <a:r>
              <a:rPr lang="fr-FR" b="1" dirty="0"/>
              <a:t>Affleurants visibles</a:t>
            </a:r>
            <a:r>
              <a:rPr lang="fr-FR" dirty="0"/>
              <a:t> : regards, tampons, coffrets, bornes, etc.</a:t>
            </a:r>
          </a:p>
          <a:p>
            <a:r>
              <a:rPr lang="fr-FR" b="1" dirty="0"/>
              <a:t>Marquage-piquetage</a:t>
            </a:r>
            <a:r>
              <a:rPr lang="fr-FR" dirty="0"/>
              <a:t> au sol (norme NF P 98-332) :</a:t>
            </a:r>
          </a:p>
          <a:p>
            <a:pPr lvl="1"/>
            <a:r>
              <a:rPr lang="fr-FR" dirty="0"/>
              <a:t>Rouge : électricité</a:t>
            </a:r>
          </a:p>
          <a:p>
            <a:pPr lvl="1"/>
            <a:r>
              <a:rPr lang="fr-FR" dirty="0"/>
              <a:t>Jaune : gaz</a:t>
            </a:r>
          </a:p>
          <a:p>
            <a:pPr lvl="1"/>
            <a:r>
              <a:rPr lang="fr-FR" dirty="0"/>
              <a:t>Bleu : eau</a:t>
            </a:r>
          </a:p>
          <a:p>
            <a:pPr lvl="1"/>
            <a:r>
              <a:rPr lang="fr-FR" dirty="0"/>
              <a:t>Vert : télécom</a:t>
            </a:r>
          </a:p>
          <a:p>
            <a:pPr lvl="1"/>
            <a:r>
              <a:rPr lang="fr-FR" dirty="0"/>
              <a:t>Orange : chauffage urbain</a:t>
            </a:r>
          </a:p>
          <a:p>
            <a:pPr lvl="1"/>
            <a:r>
              <a:rPr lang="fr-FR" dirty="0"/>
              <a:t>Marron : assainissement</a:t>
            </a:r>
          </a:p>
          <a:p>
            <a:r>
              <a:rPr lang="fr-FR" b="1" dirty="0"/>
              <a:t>Panneaux ou pictogrammes</a:t>
            </a:r>
            <a:r>
              <a:rPr lang="fr-FR" dirty="0"/>
              <a:t> : signalisation verticale ou panneau d'identification.</a:t>
            </a:r>
          </a:p>
          <a:p>
            <a:endParaRPr lang="fr-FR" dirty="0"/>
          </a:p>
        </p:txBody>
      </p:sp>
      <p:sp>
        <p:nvSpPr>
          <p:cNvPr id="2" name="Titre 1">
            <a:extLst>
              <a:ext uri="{FF2B5EF4-FFF2-40B4-BE49-F238E27FC236}">
                <a16:creationId xmlns:a16="http://schemas.microsoft.com/office/drawing/2014/main" id="{49F825C8-273B-C594-63D7-1ACB24CE5A16}"/>
              </a:ext>
            </a:extLst>
          </p:cNvPr>
          <p:cNvSpPr>
            <a:spLocks noGrp="1"/>
          </p:cNvSpPr>
          <p:nvPr>
            <p:ph type="title"/>
          </p:nvPr>
        </p:nvSpPr>
        <p:spPr/>
        <p:txBody>
          <a:bodyPr/>
          <a:lstStyle/>
          <a:p>
            <a:r>
              <a:rPr lang="fr-FR" b="1" dirty="0"/>
              <a:t>2. Identification visuelle des réseaux :</a:t>
            </a:r>
            <a:br>
              <a:rPr lang="fr-FR" b="1" dirty="0"/>
            </a:br>
            <a:endParaRPr lang="fr-FR" dirty="0"/>
          </a:p>
        </p:txBody>
      </p:sp>
    </p:spTree>
    <p:extLst>
      <p:ext uri="{BB962C8B-B14F-4D97-AF65-F5344CB8AC3E}">
        <p14:creationId xmlns:p14="http://schemas.microsoft.com/office/powerpoint/2010/main" val="308945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EBC9D4-DDD5-9236-26BA-6AF1AF0E731E}"/>
              </a:ext>
            </a:extLst>
          </p:cNvPr>
          <p:cNvSpPr>
            <a:spLocks noGrp="1"/>
          </p:cNvSpPr>
          <p:nvPr>
            <p:ph type="title"/>
          </p:nvPr>
        </p:nvSpPr>
        <p:spPr/>
        <p:txBody>
          <a:bodyPr/>
          <a:lstStyle/>
          <a:p>
            <a:r>
              <a:rPr lang="fr-FR" dirty="0"/>
              <a:t>Parlons du marquage au </a:t>
            </a:r>
            <a:r>
              <a:rPr lang="fr-FR"/>
              <a:t>Sol ,</a:t>
            </a:r>
            <a:endParaRPr lang="fr-FR" dirty="0"/>
          </a:p>
        </p:txBody>
      </p:sp>
      <p:sp>
        <p:nvSpPr>
          <p:cNvPr id="3" name="Espace réservé du contenu 2">
            <a:extLst>
              <a:ext uri="{FF2B5EF4-FFF2-40B4-BE49-F238E27FC236}">
                <a16:creationId xmlns:a16="http://schemas.microsoft.com/office/drawing/2014/main" id="{6D652802-6A5B-163E-2546-AE9C72F21777}"/>
              </a:ext>
            </a:extLst>
          </p:cNvPr>
          <p:cNvSpPr>
            <a:spLocks noGrp="1"/>
          </p:cNvSpPr>
          <p:nvPr>
            <p:ph idx="1"/>
          </p:nvPr>
        </p:nvSpPr>
        <p:spPr/>
        <p:txBody>
          <a:bodyPr/>
          <a:lstStyle/>
          <a:p>
            <a:r>
              <a:rPr lang="fr-FR" dirty="0">
                <a:hlinkClick r:id="rId2"/>
              </a:rPr>
              <a:t>https://www.youtube.com/watch?v=zFZB1-DkQck</a:t>
            </a:r>
            <a:endParaRPr lang="fr-FR" dirty="0"/>
          </a:p>
          <a:p>
            <a:r>
              <a:rPr lang="fr-FR" dirty="0" err="1"/>
              <a:t>Pré-requis</a:t>
            </a:r>
            <a:r>
              <a:rPr lang="fr-FR" dirty="0"/>
              <a:t> : adresse / </a:t>
            </a:r>
            <a:r>
              <a:rPr lang="fr-FR" dirty="0" err="1"/>
              <a:t>Vérifi</a:t>
            </a:r>
            <a:r>
              <a:rPr lang="fr-FR" dirty="0"/>
              <a:t> </a:t>
            </a:r>
            <a:r>
              <a:rPr lang="fr-FR" dirty="0" err="1"/>
              <a:t>lesplans</a:t>
            </a:r>
            <a:r>
              <a:rPr lang="fr-FR" dirty="0"/>
              <a:t> </a:t>
            </a:r>
            <a:r>
              <a:rPr lang="fr-FR" dirty="0" err="1"/>
              <a:t>conforms</a:t>
            </a:r>
            <a:r>
              <a:rPr lang="fr-FR" dirty="0"/>
              <a:t> présent à l’adresse / contrôle visuel plan et réalité terrain / Vérifier que toute les classe indiqués correspondent au terrain ( A 0,40 Ouvrage rigide / 050 Ouvrage flexible B supérieur à) </a:t>
            </a:r>
            <a:r>
              <a:rPr lang="fr-FR" dirty="0" err="1"/>
              <a:t>calsse</a:t>
            </a:r>
            <a:r>
              <a:rPr lang="fr-FR" dirty="0"/>
              <a:t> A et </a:t>
            </a:r>
            <a:r>
              <a:rPr lang="fr-FR" dirty="0" err="1"/>
              <a:t>Iférieur</a:t>
            </a:r>
            <a:r>
              <a:rPr lang="fr-FR" dirty="0"/>
              <a:t> ou égal à 1,5m / C Supérieur ) 1,5m / branchement d’ouvrage souterrains sensible 1m hors mi classe A </a:t>
            </a:r>
            <a:r>
              <a:rPr lang="fr-FR" dirty="0" err="1"/>
              <a:t>précizé</a:t>
            </a:r>
            <a:r>
              <a:rPr lang="fr-FR" dirty="0"/>
              <a:t> sur les plan.</a:t>
            </a:r>
          </a:p>
          <a:p>
            <a:r>
              <a:rPr lang="fr-FR" dirty="0" err="1"/>
              <a:t>Leimprimé</a:t>
            </a:r>
            <a:r>
              <a:rPr lang="fr-FR" dirty="0"/>
              <a:t> au bon format (A4) du plan et plan à l’échelle.</a:t>
            </a:r>
          </a:p>
          <a:p>
            <a:r>
              <a:rPr lang="fr-FR" dirty="0">
                <a:hlinkClick r:id="rId3"/>
              </a:rPr>
              <a:t>https://www.youtube.com/watch?v=wgQnnDaPThA</a:t>
            </a:r>
            <a:endParaRPr lang="fr-FR" dirty="0"/>
          </a:p>
          <a:p>
            <a:endParaRPr lang="fr-FR" dirty="0"/>
          </a:p>
        </p:txBody>
      </p:sp>
    </p:spTree>
    <p:extLst>
      <p:ext uri="{BB962C8B-B14F-4D97-AF65-F5344CB8AC3E}">
        <p14:creationId xmlns:p14="http://schemas.microsoft.com/office/powerpoint/2010/main" val="2223548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A3CAD7-8934-97C2-2452-E71C4BFD7C8F}"/>
              </a:ext>
            </a:extLst>
          </p:cNvPr>
          <p:cNvSpPr>
            <a:spLocks noGrp="1"/>
          </p:cNvSpPr>
          <p:nvPr>
            <p:ph type="title"/>
          </p:nvPr>
        </p:nvSpPr>
        <p:spPr>
          <a:xfrm>
            <a:off x="497006" y="58050"/>
            <a:ext cx="10515600" cy="1325563"/>
          </a:xfrm>
        </p:spPr>
        <p:txBody>
          <a:bodyPr/>
          <a:lstStyle/>
          <a:p>
            <a:r>
              <a:rPr lang="fr-FR" dirty="0">
                <a:ea typeface="Calibri Light"/>
                <a:cs typeface="Calibri Light"/>
              </a:rPr>
              <a:t>Descriptif des filets de signalisation </a:t>
            </a:r>
            <a:endParaRPr lang="fr-FR" dirty="0"/>
          </a:p>
        </p:txBody>
      </p:sp>
      <p:pic>
        <p:nvPicPr>
          <p:cNvPr id="3" name="Image 2" descr="Une image contenant texte, capture d’écran, Caractère coloré, conception&#10;&#10;Le contenu généré par l’IA peut être incorrect.">
            <a:extLst>
              <a:ext uri="{FF2B5EF4-FFF2-40B4-BE49-F238E27FC236}">
                <a16:creationId xmlns:a16="http://schemas.microsoft.com/office/drawing/2014/main" id="{C0056060-1DEC-EB7A-C3DA-5F0137A5F169}"/>
              </a:ext>
            </a:extLst>
          </p:cNvPr>
          <p:cNvPicPr>
            <a:picLocks noChangeAspect="1"/>
          </p:cNvPicPr>
          <p:nvPr/>
        </p:nvPicPr>
        <p:blipFill>
          <a:blip r:embed="rId2"/>
          <a:stretch>
            <a:fillRect/>
          </a:stretch>
        </p:blipFill>
        <p:spPr>
          <a:xfrm>
            <a:off x="6284611" y="1224938"/>
            <a:ext cx="5541534" cy="5579263"/>
          </a:xfrm>
          <a:prstGeom prst="rect">
            <a:avLst/>
          </a:prstGeom>
        </p:spPr>
      </p:pic>
      <p:sp>
        <p:nvSpPr>
          <p:cNvPr id="6" name="Content Placeholder 5">
            <a:extLst>
              <a:ext uri="{FF2B5EF4-FFF2-40B4-BE49-F238E27FC236}">
                <a16:creationId xmlns:a16="http://schemas.microsoft.com/office/drawing/2014/main" id="{753D8448-B25F-C6B4-92C6-92D63A97F434}"/>
              </a:ext>
            </a:extLst>
          </p:cNvPr>
          <p:cNvSpPr>
            <a:spLocks noGrp="1"/>
          </p:cNvSpPr>
          <p:nvPr>
            <p:ph idx="1"/>
          </p:nvPr>
        </p:nvSpPr>
        <p:spPr>
          <a:xfrm>
            <a:off x="838200" y="1825625"/>
            <a:ext cx="5258995" cy="4371130"/>
          </a:xfrm>
        </p:spPr>
        <p:txBody>
          <a:bodyPr vert="horz" lIns="91440" tIns="45720" rIns="91440" bIns="45720" rtlCol="0" anchor="t">
            <a:normAutofit/>
          </a:bodyPr>
          <a:lstStyle/>
          <a:p>
            <a:pPr marL="0" indent="0">
              <a:buNone/>
            </a:pPr>
            <a:r>
              <a:rPr lang="fr-FR" dirty="0">
                <a:ea typeface="Calibri"/>
                <a:cs typeface="Calibri"/>
              </a:rPr>
              <a:t>Les filets de signalisation aussi </a:t>
            </a:r>
            <a:r>
              <a:rPr lang="fr-FR" err="1">
                <a:ea typeface="Calibri"/>
                <a:cs typeface="Calibri"/>
              </a:rPr>
              <a:t>appele</a:t>
            </a:r>
            <a:r>
              <a:rPr lang="fr-FR" dirty="0">
                <a:ea typeface="Calibri"/>
                <a:cs typeface="Calibri"/>
              </a:rPr>
              <a:t> Grillage avertisseur permettent d'identifier le type de réseaux enterrer</a:t>
            </a:r>
          </a:p>
        </p:txBody>
      </p:sp>
    </p:spTree>
    <p:extLst>
      <p:ext uri="{BB962C8B-B14F-4D97-AF65-F5344CB8AC3E}">
        <p14:creationId xmlns:p14="http://schemas.microsoft.com/office/powerpoint/2010/main" val="1967442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2ECA32F-DD3B-07B1-C4AD-B7DE2D9A1900}"/>
              </a:ext>
            </a:extLst>
          </p:cNvPr>
          <p:cNvSpPr>
            <a:spLocks noGrp="1"/>
          </p:cNvSpPr>
          <p:nvPr>
            <p:ph type="title"/>
          </p:nvPr>
        </p:nvSpPr>
        <p:spPr>
          <a:xfrm>
            <a:off x="838200" y="459863"/>
            <a:ext cx="10515600" cy="1004594"/>
          </a:xfrm>
        </p:spPr>
        <p:txBody>
          <a:bodyPr>
            <a:normAutofit/>
          </a:bodyPr>
          <a:lstStyle/>
          <a:p>
            <a:pPr algn="ctr"/>
            <a:r>
              <a:rPr lang="fr-FR" sz="3100" b="1">
                <a:solidFill>
                  <a:srgbClr val="FFFFFF"/>
                </a:solidFill>
              </a:rPr>
              <a:t>3. Lecture de plans de réseaux :</a:t>
            </a:r>
            <a:br>
              <a:rPr lang="fr-FR" sz="3100" b="1">
                <a:solidFill>
                  <a:srgbClr val="FFFFFF"/>
                </a:solidFill>
              </a:rPr>
            </a:br>
            <a:endParaRPr lang="fr-FR" sz="3100">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C0E9E65F-2173-3544-6F93-D954CBCDD9A3}"/>
              </a:ext>
            </a:extLst>
          </p:cNvPr>
          <p:cNvGraphicFramePr>
            <a:graphicFrameLocks noGrp="1"/>
          </p:cNvGraphicFramePr>
          <p:nvPr>
            <p:ph idx="1"/>
            <p:extLst>
              <p:ext uri="{D42A27DB-BD31-4B8C-83A1-F6EECF244321}">
                <p14:modId xmlns:p14="http://schemas.microsoft.com/office/powerpoint/2010/main" val="1590946490"/>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9084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descr="Une image contenant texte, capture d’écran, diagramme, Police&#10;&#10;Le contenu généré par l’IA peut être incorrect.">
            <a:extLst>
              <a:ext uri="{FF2B5EF4-FFF2-40B4-BE49-F238E27FC236}">
                <a16:creationId xmlns:a16="http://schemas.microsoft.com/office/drawing/2014/main" id="{7B7442B6-CF5F-C669-E83D-EC92D8F56863}"/>
              </a:ext>
            </a:extLst>
          </p:cNvPr>
          <p:cNvPicPr>
            <a:picLocks noGrp="1" noChangeAspect="1"/>
          </p:cNvPicPr>
          <p:nvPr>
            <p:ph idx="1"/>
          </p:nvPr>
        </p:nvPicPr>
        <p:blipFill>
          <a:blip r:embed="rId2"/>
          <a:srcRect t="2558" r="-1" b="5904"/>
          <a:stretch>
            <a:fill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3C5EE0B7-40FD-3268-730E-7F547C95AC1F}"/>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1488468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E7B4-B0C0-1E45-5AC0-537068D045D8}"/>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endParaRPr lang="en-US" sz="2600" kern="1200">
              <a:solidFill>
                <a:schemeClr val="bg1"/>
              </a:solidFill>
              <a:latin typeface="+mj-lt"/>
              <a:ea typeface="+mj-ea"/>
              <a:cs typeface="+mj-cs"/>
            </a:endParaRPr>
          </a:p>
        </p:txBody>
      </p:sp>
      <p:pic>
        <p:nvPicPr>
          <p:cNvPr id="4" name="Content Placeholder 3" descr="Une image contenant texte, capture d’écran&#10;&#10;Le contenu généré par l’IA peut être incorrect.">
            <a:extLst>
              <a:ext uri="{FF2B5EF4-FFF2-40B4-BE49-F238E27FC236}">
                <a16:creationId xmlns:a16="http://schemas.microsoft.com/office/drawing/2014/main" id="{3EA0E9B6-08F6-973D-7803-441051BC4BE1}"/>
              </a:ext>
            </a:extLst>
          </p:cNvPr>
          <p:cNvPicPr>
            <a:picLocks noGrp="1" noChangeAspect="1"/>
          </p:cNvPicPr>
          <p:nvPr>
            <p:ph idx="1"/>
          </p:nvPr>
        </p:nvPicPr>
        <p:blipFill>
          <a:blip r:embed="rId2"/>
          <a:stretch>
            <a:fillRect/>
          </a:stretch>
        </p:blipFill>
        <p:spPr>
          <a:xfrm>
            <a:off x="4038600" y="1439840"/>
            <a:ext cx="7188199" cy="3974931"/>
          </a:xfrm>
          <a:prstGeom prst="rect">
            <a:avLst/>
          </a:prstGeom>
        </p:spPr>
      </p:pic>
    </p:spTree>
    <p:extLst>
      <p:ext uri="{BB962C8B-B14F-4D97-AF65-F5344CB8AC3E}">
        <p14:creationId xmlns:p14="http://schemas.microsoft.com/office/powerpoint/2010/main" val="226575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ight Triangle 1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descr="Une image contenant texte, capture d’écran, Police, nombre&#10;&#10;Le contenu généré par l’IA peut être incorrect.">
            <a:extLst>
              <a:ext uri="{FF2B5EF4-FFF2-40B4-BE49-F238E27FC236}">
                <a16:creationId xmlns:a16="http://schemas.microsoft.com/office/drawing/2014/main" id="{0E1F281A-ED14-C144-A97A-B2DCD7AF432B}"/>
              </a:ext>
            </a:extLst>
          </p:cNvPr>
          <p:cNvPicPr>
            <a:picLocks noGrp="1" noChangeAspect="1"/>
          </p:cNvPicPr>
          <p:nvPr>
            <p:ph idx="1"/>
          </p:nvPr>
        </p:nvPicPr>
        <p:blipFill>
          <a:blip r:embed="rId2"/>
          <a:stretch>
            <a:fillRect/>
          </a:stretch>
        </p:blipFill>
        <p:spPr>
          <a:xfrm>
            <a:off x="3532491" y="1987209"/>
            <a:ext cx="4744202" cy="2887500"/>
          </a:xfrm>
          <a:prstGeom prst="rect">
            <a:avLst/>
          </a:prstGeom>
        </p:spPr>
      </p:pic>
    </p:spTree>
    <p:extLst>
      <p:ext uri="{BB962C8B-B14F-4D97-AF65-F5344CB8AC3E}">
        <p14:creationId xmlns:p14="http://schemas.microsoft.com/office/powerpoint/2010/main" val="1874317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1B54D7C-4957-7CD8-1CE1-F7E062E13815}"/>
              </a:ext>
            </a:extLst>
          </p:cNvPr>
          <p:cNvSpPr>
            <a:spLocks noGrp="1"/>
          </p:cNvSpPr>
          <p:nvPr>
            <p:ph type="title"/>
          </p:nvPr>
        </p:nvSpPr>
        <p:spPr>
          <a:xfrm>
            <a:off x="589560" y="856180"/>
            <a:ext cx="4560584" cy="1128068"/>
          </a:xfrm>
        </p:spPr>
        <p:txBody>
          <a:bodyPr anchor="ctr">
            <a:normAutofit/>
          </a:bodyPr>
          <a:lstStyle/>
          <a:p>
            <a:r>
              <a:rPr lang="fr-FR" sz="2500" b="1"/>
              <a:t>4. Notion de classe de précision :</a:t>
            </a:r>
            <a:br>
              <a:rPr lang="fr-FR" sz="2500" b="1"/>
            </a:br>
            <a:endParaRPr lang="fr-FR" sz="2500"/>
          </a:p>
        </p:txBody>
      </p:sp>
      <p:grpSp>
        <p:nvGrpSpPr>
          <p:cNvPr id="23" name="Group 1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4224E2D1-C953-33C8-2F33-84F34F15D454}"/>
              </a:ext>
            </a:extLst>
          </p:cNvPr>
          <p:cNvSpPr>
            <a:spLocks noGrp="1"/>
          </p:cNvSpPr>
          <p:nvPr>
            <p:ph idx="1"/>
          </p:nvPr>
        </p:nvSpPr>
        <p:spPr>
          <a:xfrm>
            <a:off x="590719" y="2330505"/>
            <a:ext cx="4559425" cy="3979585"/>
          </a:xfrm>
        </p:spPr>
        <p:txBody>
          <a:bodyPr anchor="ctr">
            <a:normAutofit/>
          </a:bodyPr>
          <a:lstStyle/>
          <a:p>
            <a:pPr marL="0" indent="0">
              <a:buNone/>
            </a:pPr>
            <a:r>
              <a:rPr lang="fr-FR" sz="2000" dirty="0"/>
              <a:t>La réglementation distingue 3 classes :</a:t>
            </a:r>
            <a:endParaRPr lang="fr-FR" dirty="0"/>
          </a:p>
          <a:p>
            <a:r>
              <a:rPr lang="fr-FR" sz="2000" b="1" dirty="0"/>
              <a:t>Classe A</a:t>
            </a:r>
            <a:r>
              <a:rPr lang="fr-FR" sz="2000" dirty="0"/>
              <a:t> : position connue à ± 40 cm, localisation fiable.</a:t>
            </a:r>
            <a:endParaRPr lang="fr-FR" sz="2000" dirty="0">
              <a:ea typeface="Calibri"/>
              <a:cs typeface="Calibri"/>
            </a:endParaRPr>
          </a:p>
          <a:p>
            <a:r>
              <a:rPr lang="fr-FR" sz="2000" b="1" dirty="0"/>
              <a:t>Classe B</a:t>
            </a:r>
            <a:r>
              <a:rPr lang="fr-FR" sz="2000" dirty="0"/>
              <a:t> : position incertaine (entre 40 cm et 1,5 m).</a:t>
            </a:r>
            <a:endParaRPr lang="fr-FR" sz="2000" dirty="0">
              <a:ea typeface="Calibri"/>
              <a:cs typeface="Calibri"/>
            </a:endParaRPr>
          </a:p>
          <a:p>
            <a:r>
              <a:rPr lang="fr-FR" sz="2000" b="1" dirty="0"/>
              <a:t>Classe C</a:t>
            </a:r>
            <a:r>
              <a:rPr lang="fr-FR" sz="2000" dirty="0"/>
              <a:t> : position inconnue ou très incertaine.</a:t>
            </a:r>
            <a:endParaRPr lang="fr-FR" sz="2000" dirty="0">
              <a:ea typeface="Calibri"/>
              <a:cs typeface="Calibri"/>
            </a:endParaRPr>
          </a:p>
          <a:p>
            <a:pPr marL="0" indent="0">
              <a:buNone/>
            </a:pPr>
            <a:r>
              <a:rPr lang="fr-FR" sz="2000" dirty="0"/>
              <a:t>En cas de classe B ou C, une détection préalable des réseaux est obligatoire avant travaux.</a:t>
            </a:r>
            <a:endParaRPr lang="fr-FR" sz="2000" dirty="0">
              <a:ea typeface="Calibri" panose="020F0502020204030204"/>
              <a:cs typeface="Calibri" panose="020F0502020204030204"/>
            </a:endParaRPr>
          </a:p>
        </p:txBody>
      </p:sp>
      <p:sp>
        <p:nvSpPr>
          <p:cNvPr id="24" name="Rectangle 2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texte, capture d’écran, conception&#10;&#10;Le contenu généré par l’IA peut être incorrect.">
            <a:extLst>
              <a:ext uri="{FF2B5EF4-FFF2-40B4-BE49-F238E27FC236}">
                <a16:creationId xmlns:a16="http://schemas.microsoft.com/office/drawing/2014/main" id="{D36CFF15-10CD-0C45-50FE-5A369BC3809E}"/>
              </a:ext>
            </a:extLst>
          </p:cNvPr>
          <p:cNvPicPr>
            <a:picLocks noChangeAspect="1"/>
          </p:cNvPicPr>
          <p:nvPr/>
        </p:nvPicPr>
        <p:blipFill>
          <a:blip r:embed="rId2"/>
          <a:srcRect b="815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98991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9DA1-CA6B-BB9B-D3F1-3DD7F9EF6EBE}"/>
              </a:ext>
            </a:extLst>
          </p:cNvPr>
          <p:cNvSpPr>
            <a:spLocks noGrp="1"/>
          </p:cNvSpPr>
          <p:nvPr>
            <p:ph type="title"/>
          </p:nvPr>
        </p:nvSpPr>
        <p:spPr/>
        <p:txBody>
          <a:bodyPr/>
          <a:lstStyle/>
          <a:p>
            <a:endParaRPr lang="fr-FR"/>
          </a:p>
        </p:txBody>
      </p:sp>
      <p:sp>
        <p:nvSpPr>
          <p:cNvPr id="3" name="Content Placeholder 2">
            <a:extLst>
              <a:ext uri="{FF2B5EF4-FFF2-40B4-BE49-F238E27FC236}">
                <a16:creationId xmlns:a16="http://schemas.microsoft.com/office/drawing/2014/main" id="{6C6A52C3-7CD1-A1D7-471D-5076CEB8C967}"/>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470999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DE0D73E8-45DF-1DE6-AAAF-AEBB1A24823C}"/>
              </a:ext>
            </a:extLst>
          </p:cNvPr>
          <p:cNvSpPr>
            <a:spLocks noGrp="1"/>
          </p:cNvSpPr>
          <p:nvPr>
            <p:ph type="title"/>
          </p:nvPr>
        </p:nvSpPr>
        <p:spPr>
          <a:xfrm>
            <a:off x="479394" y="1070800"/>
            <a:ext cx="3939688" cy="5583126"/>
          </a:xfrm>
        </p:spPr>
        <p:txBody>
          <a:bodyPr>
            <a:normAutofit/>
          </a:bodyPr>
          <a:lstStyle/>
          <a:p>
            <a:r>
              <a:rPr lang="fr-FR" b="1" dirty="0"/>
              <a:t>Bloc 3 – Risques &amp; mesures de prévention</a:t>
            </a:r>
            <a:br>
              <a:rPr lang="fr-FR" b="1" dirty="0"/>
            </a:br>
            <a:endParaRPr lang="fr-FR">
              <a:ea typeface="Calibri Light" panose="020F0302020204030204"/>
              <a:cs typeface="Calibri Light" panose="020F0302020204030204"/>
            </a:endParaRP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5D064F58-0243-09CF-B700-E1B3CE067072}"/>
              </a:ext>
            </a:extLst>
          </p:cNvPr>
          <p:cNvGraphicFramePr>
            <a:graphicFrameLocks noGrp="1"/>
          </p:cNvGraphicFramePr>
          <p:nvPr>
            <p:ph idx="1"/>
            <p:extLst>
              <p:ext uri="{D42A27DB-BD31-4B8C-83A1-F6EECF244321}">
                <p14:modId xmlns:p14="http://schemas.microsoft.com/office/powerpoint/2010/main" val="102350005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2459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0A597D97-203B-498B-95D3-E90DC961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La sécurité en chantier - Tout ce qu'il faut savoir | Kraaft">
            <a:extLst>
              <a:ext uri="{FF2B5EF4-FFF2-40B4-BE49-F238E27FC236}">
                <a16:creationId xmlns:a16="http://schemas.microsoft.com/office/drawing/2014/main" id="{BCEB4D07-A685-5BD4-FCF6-E06147BBB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566" r="1" b="9051"/>
          <a:stretch>
            <a:fillRect/>
          </a:stretch>
        </p:blipFill>
        <p:spPr bwMode="auto">
          <a:xfrm>
            <a:off x="4267201" y="10"/>
            <a:ext cx="7924800" cy="338327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écurité chantier : quelles sont les règles à suivre ?">
            <a:extLst>
              <a:ext uri="{FF2B5EF4-FFF2-40B4-BE49-F238E27FC236}">
                <a16:creationId xmlns:a16="http://schemas.microsoft.com/office/drawing/2014/main" id="{F459697D-B71E-2669-9B73-7E0929F14D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2173" r="1" b="10540"/>
          <a:stretch>
            <a:fillRect/>
          </a:stretch>
        </p:blipFill>
        <p:spPr bwMode="auto">
          <a:xfrm>
            <a:off x="4650916" y="3474720"/>
            <a:ext cx="7555832" cy="3383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6155" name="Freeform: Shape 6154">
            <a:extLst>
              <a:ext uri="{FF2B5EF4-FFF2-40B4-BE49-F238E27FC236}">
                <a16:creationId xmlns:a16="http://schemas.microsoft.com/office/drawing/2014/main" id="{6A6EF10E-DF41-4BD3-8EB4-6F646531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44272" cy="6858000"/>
          </a:xfrm>
          <a:custGeom>
            <a:avLst/>
            <a:gdLst>
              <a:gd name="connsiteX0" fmla="*/ 0 w 6244272"/>
              <a:gd name="connsiteY0" fmla="*/ 0 h 6858000"/>
              <a:gd name="connsiteX1" fmla="*/ 732568 w 6244272"/>
              <a:gd name="connsiteY1" fmla="*/ 0 h 6858000"/>
              <a:gd name="connsiteX2" fmla="*/ 947849 w 6244272"/>
              <a:gd name="connsiteY2" fmla="*/ 0 h 6858000"/>
              <a:gd name="connsiteX3" fmla="*/ 1823619 w 6244272"/>
              <a:gd name="connsiteY3" fmla="*/ 0 h 6858000"/>
              <a:gd name="connsiteX4" fmla="*/ 5235673 w 6244272"/>
              <a:gd name="connsiteY4" fmla="*/ 0 h 6858000"/>
              <a:gd name="connsiteX5" fmla="*/ 4933297 w 6244272"/>
              <a:gd name="connsiteY5" fmla="*/ 110269 h 6858000"/>
              <a:gd name="connsiteX6" fmla="*/ 4976910 w 6244272"/>
              <a:gd name="connsiteY6" fmla="*/ 135168 h 6858000"/>
              <a:gd name="connsiteX7" fmla="*/ 5238580 w 6244272"/>
              <a:gd name="connsiteY7" fmla="*/ 71141 h 6858000"/>
              <a:gd name="connsiteX8" fmla="*/ 5290914 w 6244272"/>
              <a:gd name="connsiteY8" fmla="*/ 88927 h 6858000"/>
              <a:gd name="connsiteX9" fmla="*/ 5264747 w 6244272"/>
              <a:gd name="connsiteY9" fmla="*/ 163625 h 6858000"/>
              <a:gd name="connsiteX10" fmla="*/ 5151357 w 6244272"/>
              <a:gd name="connsiteY10" fmla="*/ 192082 h 6858000"/>
              <a:gd name="connsiteX11" fmla="*/ 4974002 w 6244272"/>
              <a:gd name="connsiteY11" fmla="*/ 373491 h 6858000"/>
              <a:gd name="connsiteX12" fmla="*/ 5241488 w 6244272"/>
              <a:gd name="connsiteY12" fmla="*/ 352148 h 6858000"/>
              <a:gd name="connsiteX13" fmla="*/ 5288007 w 6244272"/>
              <a:gd name="connsiteY13" fmla="*/ 394834 h 6858000"/>
              <a:gd name="connsiteX14" fmla="*/ 5305452 w 6244272"/>
              <a:gd name="connsiteY14" fmla="*/ 451747 h 6858000"/>
              <a:gd name="connsiteX15" fmla="*/ 5383953 w 6244272"/>
              <a:gd name="connsiteY15" fmla="*/ 359262 h 6858000"/>
              <a:gd name="connsiteX16" fmla="*/ 5450825 w 6244272"/>
              <a:gd name="connsiteY16" fmla="*/ 334364 h 6858000"/>
              <a:gd name="connsiteX17" fmla="*/ 5471177 w 6244272"/>
              <a:gd name="connsiteY17" fmla="*/ 416176 h 6858000"/>
              <a:gd name="connsiteX18" fmla="*/ 5410121 w 6244272"/>
              <a:gd name="connsiteY18" fmla="*/ 505101 h 6858000"/>
              <a:gd name="connsiteX19" fmla="*/ 5247303 w 6244272"/>
              <a:gd name="connsiteY19" fmla="*/ 558458 h 6858000"/>
              <a:gd name="connsiteX20" fmla="*/ 5421750 w 6244272"/>
              <a:gd name="connsiteY20" fmla="*/ 558458 h 6858000"/>
              <a:gd name="connsiteX21" fmla="*/ 5622364 w 6244272"/>
              <a:gd name="connsiteY21" fmla="*/ 522887 h 6858000"/>
              <a:gd name="connsiteX22" fmla="*/ 5834608 w 6244272"/>
              <a:gd name="connsiteY22" fmla="*/ 533558 h 6858000"/>
              <a:gd name="connsiteX23" fmla="*/ 6035223 w 6244272"/>
              <a:gd name="connsiteY23" fmla="*/ 462417 h 6858000"/>
              <a:gd name="connsiteX24" fmla="*/ 6238745 w 6244272"/>
              <a:gd name="connsiteY24" fmla="*/ 465975 h 6858000"/>
              <a:gd name="connsiteX25" fmla="*/ 5337434 w 6244272"/>
              <a:gd name="connsiteY25" fmla="*/ 910606 h 6858000"/>
              <a:gd name="connsiteX26" fmla="*/ 5381046 w 6244272"/>
              <a:gd name="connsiteY26" fmla="*/ 921277 h 6858000"/>
              <a:gd name="connsiteX27" fmla="*/ 5439195 w 6244272"/>
              <a:gd name="connsiteY27" fmla="*/ 949734 h 6858000"/>
              <a:gd name="connsiteX28" fmla="*/ 5395583 w 6244272"/>
              <a:gd name="connsiteY28" fmla="*/ 1006647 h 6858000"/>
              <a:gd name="connsiteX29" fmla="*/ 5160079 w 6244272"/>
              <a:gd name="connsiteY29" fmla="*/ 1113358 h 6858000"/>
              <a:gd name="connsiteX30" fmla="*/ 5101930 w 6244272"/>
              <a:gd name="connsiteY30" fmla="*/ 1220069 h 6858000"/>
              <a:gd name="connsiteX31" fmla="*/ 5174617 w 6244272"/>
              <a:gd name="connsiteY31" fmla="*/ 1209399 h 6858000"/>
              <a:gd name="connsiteX32" fmla="*/ 5238580 w 6244272"/>
              <a:gd name="connsiteY32" fmla="*/ 1230741 h 6858000"/>
              <a:gd name="connsiteX33" fmla="*/ 5212414 w 6244272"/>
              <a:gd name="connsiteY33" fmla="*/ 1365909 h 6858000"/>
              <a:gd name="connsiteX34" fmla="*/ 4878056 w 6244272"/>
              <a:gd name="connsiteY34" fmla="*/ 1540204 h 6858000"/>
              <a:gd name="connsiteX35" fmla="*/ 4848982 w 6244272"/>
              <a:gd name="connsiteY35" fmla="*/ 1597117 h 6858000"/>
              <a:gd name="connsiteX36" fmla="*/ 4889686 w 6244272"/>
              <a:gd name="connsiteY36" fmla="*/ 1636245 h 6858000"/>
              <a:gd name="connsiteX37" fmla="*/ 4997261 w 6244272"/>
              <a:gd name="connsiteY37" fmla="*/ 1657587 h 6858000"/>
              <a:gd name="connsiteX38" fmla="*/ 4846074 w 6244272"/>
              <a:gd name="connsiteY38" fmla="*/ 1849668 h 6858000"/>
              <a:gd name="connsiteX39" fmla="*/ 4790832 w 6244272"/>
              <a:gd name="connsiteY39" fmla="*/ 1903025 h 6858000"/>
              <a:gd name="connsiteX40" fmla="*/ 4694886 w 6244272"/>
              <a:gd name="connsiteY40" fmla="*/ 1984836 h 6858000"/>
              <a:gd name="connsiteX41" fmla="*/ 4694886 w 6244272"/>
              <a:gd name="connsiteY41" fmla="*/ 2013292 h 6858000"/>
              <a:gd name="connsiteX42" fmla="*/ 4822814 w 6244272"/>
              <a:gd name="connsiteY42" fmla="*/ 2102219 h 6858000"/>
              <a:gd name="connsiteX43" fmla="*/ 5055411 w 6244272"/>
              <a:gd name="connsiteY43" fmla="*/ 2077320 h 6858000"/>
              <a:gd name="connsiteX44" fmla="*/ 4712331 w 6244272"/>
              <a:gd name="connsiteY44" fmla="*/ 2208931 h 6858000"/>
              <a:gd name="connsiteX45" fmla="*/ 5822979 w 6244272"/>
              <a:gd name="connsiteY45" fmla="*/ 1892353 h 6858000"/>
              <a:gd name="connsiteX46" fmla="*/ 5753200 w 6244272"/>
              <a:gd name="connsiteY46" fmla="*/ 1974165 h 6858000"/>
              <a:gd name="connsiteX47" fmla="*/ 5363601 w 6244272"/>
              <a:gd name="connsiteY47" fmla="*/ 2191146 h 6858000"/>
              <a:gd name="connsiteX48" fmla="*/ 5253118 w 6244272"/>
              <a:gd name="connsiteY48" fmla="*/ 2326314 h 6858000"/>
              <a:gd name="connsiteX49" fmla="*/ 5136819 w 6244272"/>
              <a:gd name="connsiteY49" fmla="*/ 2401012 h 6858000"/>
              <a:gd name="connsiteX50" fmla="*/ 4974002 w 6244272"/>
              <a:gd name="connsiteY50" fmla="*/ 2401012 h 6858000"/>
              <a:gd name="connsiteX51" fmla="*/ 4857704 w 6244272"/>
              <a:gd name="connsiteY51" fmla="*/ 2518395 h 6858000"/>
              <a:gd name="connsiteX52" fmla="*/ 4976910 w 6244272"/>
              <a:gd name="connsiteY52" fmla="*/ 2543294 h 6858000"/>
              <a:gd name="connsiteX53" fmla="*/ 5116467 w 6244272"/>
              <a:gd name="connsiteY53" fmla="*/ 2525509 h 6858000"/>
              <a:gd name="connsiteX54" fmla="*/ 5273470 w 6244272"/>
              <a:gd name="connsiteY54" fmla="*/ 2564636 h 6858000"/>
              <a:gd name="connsiteX55" fmla="*/ 5418843 w 6244272"/>
              <a:gd name="connsiteY55" fmla="*/ 2532623 h 6858000"/>
              <a:gd name="connsiteX56" fmla="*/ 5593290 w 6244272"/>
              <a:gd name="connsiteY56" fmla="*/ 2553965 h 6858000"/>
              <a:gd name="connsiteX57" fmla="*/ 5648532 w 6244272"/>
              <a:gd name="connsiteY57" fmla="*/ 2692689 h 6858000"/>
              <a:gd name="connsiteX58" fmla="*/ 5665976 w 6244272"/>
              <a:gd name="connsiteY58" fmla="*/ 2703362 h 6858000"/>
              <a:gd name="connsiteX59" fmla="*/ 5988704 w 6244272"/>
              <a:gd name="connsiteY59" fmla="*/ 2923898 h 6858000"/>
              <a:gd name="connsiteX60" fmla="*/ 6078835 w 6244272"/>
              <a:gd name="connsiteY60" fmla="*/ 2941684 h 6858000"/>
              <a:gd name="connsiteX61" fmla="*/ 5546771 w 6244272"/>
              <a:gd name="connsiteY61" fmla="*/ 3329402 h 6858000"/>
              <a:gd name="connsiteX62" fmla="*/ 5904388 w 6244272"/>
              <a:gd name="connsiteY62" fmla="*/ 3229805 h 6858000"/>
              <a:gd name="connsiteX63" fmla="*/ 5953814 w 6244272"/>
              <a:gd name="connsiteY63" fmla="*/ 3393429 h 6858000"/>
              <a:gd name="connsiteX64" fmla="*/ 5785182 w 6244272"/>
              <a:gd name="connsiteY64" fmla="*/ 3539269 h 6858000"/>
              <a:gd name="connsiteX65" fmla="*/ 5724125 w 6244272"/>
              <a:gd name="connsiteY65" fmla="*/ 3827390 h 6858000"/>
              <a:gd name="connsiteX66" fmla="*/ 5753200 w 6244272"/>
              <a:gd name="connsiteY66" fmla="*/ 4090612 h 6858000"/>
              <a:gd name="connsiteX67" fmla="*/ 5825886 w 6244272"/>
              <a:gd name="connsiteY67" fmla="*/ 4172424 h 6858000"/>
              <a:gd name="connsiteX68" fmla="*/ 5930554 w 6244272"/>
              <a:gd name="connsiteY68" fmla="*/ 4321821 h 6858000"/>
              <a:gd name="connsiteX69" fmla="*/ 5994519 w 6244272"/>
              <a:gd name="connsiteY69" fmla="*/ 4414305 h 6858000"/>
              <a:gd name="connsiteX70" fmla="*/ 6218393 w 6244272"/>
              <a:gd name="connsiteY70" fmla="*/ 4378734 h 6858000"/>
              <a:gd name="connsiteX71" fmla="*/ 5918925 w 6244272"/>
              <a:gd name="connsiteY71" fmla="*/ 4613499 h 6858000"/>
              <a:gd name="connsiteX72" fmla="*/ 6160243 w 6244272"/>
              <a:gd name="connsiteY72" fmla="*/ 4585042 h 6858000"/>
              <a:gd name="connsiteX73" fmla="*/ 6238745 w 6244272"/>
              <a:gd name="connsiteY73" fmla="*/ 4602828 h 6858000"/>
              <a:gd name="connsiteX74" fmla="*/ 6195133 w 6244272"/>
              <a:gd name="connsiteY74" fmla="*/ 4677526 h 6858000"/>
              <a:gd name="connsiteX75" fmla="*/ 6017778 w 6244272"/>
              <a:gd name="connsiteY75" fmla="*/ 4805580 h 6858000"/>
              <a:gd name="connsiteX76" fmla="*/ 5651439 w 6244272"/>
              <a:gd name="connsiteY76" fmla="*/ 5154171 h 6858000"/>
              <a:gd name="connsiteX77" fmla="*/ 6006149 w 6244272"/>
              <a:gd name="connsiteY77" fmla="*/ 4994104 h 6858000"/>
              <a:gd name="connsiteX78" fmla="*/ 5633994 w 6244272"/>
              <a:gd name="connsiteY78" fmla="*/ 5353367 h 6858000"/>
              <a:gd name="connsiteX79" fmla="*/ 5552586 w 6244272"/>
              <a:gd name="connsiteY79" fmla="*/ 5474306 h 6858000"/>
              <a:gd name="connsiteX80" fmla="*/ 5383953 w 6244272"/>
              <a:gd name="connsiteY80" fmla="*/ 5769542 h 6858000"/>
              <a:gd name="connsiteX81" fmla="*/ 5392675 w 6244272"/>
              <a:gd name="connsiteY81" fmla="*/ 5801555 h 6858000"/>
              <a:gd name="connsiteX82" fmla="*/ 5584568 w 6244272"/>
              <a:gd name="connsiteY82" fmla="*/ 5755314 h 6858000"/>
              <a:gd name="connsiteX83" fmla="*/ 5334526 w 6244272"/>
              <a:gd name="connsiteY83" fmla="*/ 6004307 h 6858000"/>
              <a:gd name="connsiteX84" fmla="*/ 5075763 w 6244272"/>
              <a:gd name="connsiteY84" fmla="*/ 6196388 h 6858000"/>
              <a:gd name="connsiteX85" fmla="*/ 5258933 w 6244272"/>
              <a:gd name="connsiteY85" fmla="*/ 6167932 h 6858000"/>
              <a:gd name="connsiteX86" fmla="*/ 5511881 w 6244272"/>
              <a:gd name="connsiteY86" fmla="*/ 6057663 h 6858000"/>
              <a:gd name="connsiteX87" fmla="*/ 5599105 w 6244272"/>
              <a:gd name="connsiteY87" fmla="*/ 6100347 h 6858000"/>
              <a:gd name="connsiteX88" fmla="*/ 5360693 w 6244272"/>
              <a:gd name="connsiteY88" fmla="*/ 6281757 h 6858000"/>
              <a:gd name="connsiteX89" fmla="*/ 5224043 w 6244272"/>
              <a:gd name="connsiteY89" fmla="*/ 6367127 h 6858000"/>
              <a:gd name="connsiteX90" fmla="*/ 5168801 w 6244272"/>
              <a:gd name="connsiteY90" fmla="*/ 6431153 h 6858000"/>
              <a:gd name="connsiteX91" fmla="*/ 5011799 w 6244272"/>
              <a:gd name="connsiteY91" fmla="*/ 6658805 h 6858000"/>
              <a:gd name="connsiteX92" fmla="*/ 4651275 w 6244272"/>
              <a:gd name="connsiteY92" fmla="*/ 6858000 h 6858000"/>
              <a:gd name="connsiteX93" fmla="*/ 1823619 w 6244272"/>
              <a:gd name="connsiteY93" fmla="*/ 6858000 h 6858000"/>
              <a:gd name="connsiteX94" fmla="*/ 947849 w 6244272"/>
              <a:gd name="connsiteY94" fmla="*/ 6858000 h 6858000"/>
              <a:gd name="connsiteX95" fmla="*/ 732568 w 6244272"/>
              <a:gd name="connsiteY95" fmla="*/ 6858000 h 6858000"/>
              <a:gd name="connsiteX96" fmla="*/ 0 w 6244272"/>
              <a:gd name="connsiteY9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244272" h="6858000">
                <a:moveTo>
                  <a:pt x="0" y="0"/>
                </a:moveTo>
                <a:lnTo>
                  <a:pt x="732568" y="0"/>
                </a:lnTo>
                <a:lnTo>
                  <a:pt x="947849" y="0"/>
                </a:lnTo>
                <a:lnTo>
                  <a:pt x="1823619" y="0"/>
                </a:lnTo>
                <a:lnTo>
                  <a:pt x="5235673" y="0"/>
                </a:lnTo>
                <a:cubicBezTo>
                  <a:pt x="5133912" y="35571"/>
                  <a:pt x="5035058" y="78255"/>
                  <a:pt x="4933297" y="110269"/>
                </a:cubicBezTo>
                <a:cubicBezTo>
                  <a:pt x="4947835" y="145839"/>
                  <a:pt x="4962372" y="138725"/>
                  <a:pt x="4976910" y="135168"/>
                </a:cubicBezTo>
                <a:cubicBezTo>
                  <a:pt x="5064133" y="120941"/>
                  <a:pt x="5154264" y="110269"/>
                  <a:pt x="5238580" y="71141"/>
                </a:cubicBezTo>
                <a:cubicBezTo>
                  <a:pt x="5258933" y="64027"/>
                  <a:pt x="5282192" y="64027"/>
                  <a:pt x="5290914" y="88927"/>
                </a:cubicBezTo>
                <a:cubicBezTo>
                  <a:pt x="5305452" y="124497"/>
                  <a:pt x="5285100" y="145839"/>
                  <a:pt x="5264747" y="163625"/>
                </a:cubicBezTo>
                <a:cubicBezTo>
                  <a:pt x="5229858" y="195638"/>
                  <a:pt x="5189154" y="188525"/>
                  <a:pt x="5151357" y="192082"/>
                </a:cubicBezTo>
                <a:cubicBezTo>
                  <a:pt x="5046689" y="209867"/>
                  <a:pt x="4997261" y="259665"/>
                  <a:pt x="4974002" y="373491"/>
                </a:cubicBezTo>
                <a:cubicBezTo>
                  <a:pt x="5064133" y="327250"/>
                  <a:pt x="5154264" y="384162"/>
                  <a:pt x="5241488" y="352148"/>
                </a:cubicBezTo>
                <a:cubicBezTo>
                  <a:pt x="5264747" y="345034"/>
                  <a:pt x="5299637" y="355706"/>
                  <a:pt x="5288007" y="394834"/>
                </a:cubicBezTo>
                <a:cubicBezTo>
                  <a:pt x="5276378" y="430405"/>
                  <a:pt x="5238580" y="458860"/>
                  <a:pt x="5305452" y="451747"/>
                </a:cubicBezTo>
                <a:cubicBezTo>
                  <a:pt x="5354879" y="448189"/>
                  <a:pt x="5369416" y="405504"/>
                  <a:pt x="5383953" y="359262"/>
                </a:cubicBezTo>
                <a:cubicBezTo>
                  <a:pt x="5395583" y="334364"/>
                  <a:pt x="5427565" y="320135"/>
                  <a:pt x="5450825" y="334364"/>
                </a:cubicBezTo>
                <a:cubicBezTo>
                  <a:pt x="5479899" y="348592"/>
                  <a:pt x="5471177" y="387720"/>
                  <a:pt x="5471177" y="416176"/>
                </a:cubicBezTo>
                <a:cubicBezTo>
                  <a:pt x="5474085" y="469532"/>
                  <a:pt x="5450825" y="494431"/>
                  <a:pt x="5410121" y="505101"/>
                </a:cubicBezTo>
                <a:cubicBezTo>
                  <a:pt x="5360693" y="519330"/>
                  <a:pt x="5311267" y="537116"/>
                  <a:pt x="5247303" y="558458"/>
                </a:cubicBezTo>
                <a:cubicBezTo>
                  <a:pt x="5317082" y="594028"/>
                  <a:pt x="5369416" y="586915"/>
                  <a:pt x="5421750" y="558458"/>
                </a:cubicBezTo>
                <a:cubicBezTo>
                  <a:pt x="5485714" y="526444"/>
                  <a:pt x="5570030" y="483759"/>
                  <a:pt x="5622364" y="522887"/>
                </a:cubicBezTo>
                <a:cubicBezTo>
                  <a:pt x="5700865" y="579800"/>
                  <a:pt x="5764829" y="544229"/>
                  <a:pt x="5834608" y="533558"/>
                </a:cubicBezTo>
                <a:cubicBezTo>
                  <a:pt x="5979982" y="512216"/>
                  <a:pt x="5889850" y="480203"/>
                  <a:pt x="6035223" y="462417"/>
                </a:cubicBezTo>
                <a:cubicBezTo>
                  <a:pt x="6093372" y="455303"/>
                  <a:pt x="6154429" y="426847"/>
                  <a:pt x="6238745" y="465975"/>
                </a:cubicBezTo>
                <a:cubicBezTo>
                  <a:pt x="5857868" y="672284"/>
                  <a:pt x="5677606" y="658055"/>
                  <a:pt x="5337434" y="910606"/>
                </a:cubicBezTo>
                <a:cubicBezTo>
                  <a:pt x="5351971" y="935506"/>
                  <a:pt x="5366508" y="924835"/>
                  <a:pt x="5381046" y="921277"/>
                </a:cubicBezTo>
                <a:cubicBezTo>
                  <a:pt x="5404305" y="917720"/>
                  <a:pt x="5433380" y="903491"/>
                  <a:pt x="5439195" y="949734"/>
                </a:cubicBezTo>
                <a:cubicBezTo>
                  <a:pt x="5442103" y="985305"/>
                  <a:pt x="5424657" y="1003089"/>
                  <a:pt x="5395583" y="1006647"/>
                </a:cubicBezTo>
                <a:cubicBezTo>
                  <a:pt x="5311267" y="1020875"/>
                  <a:pt x="5235673" y="1070674"/>
                  <a:pt x="5160079" y="1113358"/>
                </a:cubicBezTo>
                <a:cubicBezTo>
                  <a:pt x="5125190" y="1131144"/>
                  <a:pt x="5087393" y="1156043"/>
                  <a:pt x="5101930" y="1220069"/>
                </a:cubicBezTo>
                <a:cubicBezTo>
                  <a:pt x="5131004" y="1237855"/>
                  <a:pt x="5151357" y="1212955"/>
                  <a:pt x="5174617" y="1209399"/>
                </a:cubicBezTo>
                <a:cubicBezTo>
                  <a:pt x="5197876" y="1205842"/>
                  <a:pt x="5253118" y="1220069"/>
                  <a:pt x="5238580" y="1230741"/>
                </a:cubicBezTo>
                <a:cubicBezTo>
                  <a:pt x="5171709" y="1269868"/>
                  <a:pt x="5293822" y="1365909"/>
                  <a:pt x="5212414" y="1365909"/>
                </a:cubicBezTo>
                <a:cubicBezTo>
                  <a:pt x="5078671" y="1365909"/>
                  <a:pt x="5005984" y="1536647"/>
                  <a:pt x="4878056" y="1540204"/>
                </a:cubicBezTo>
                <a:cubicBezTo>
                  <a:pt x="4857704" y="1540204"/>
                  <a:pt x="4848982" y="1572219"/>
                  <a:pt x="4848982" y="1597117"/>
                </a:cubicBezTo>
                <a:cubicBezTo>
                  <a:pt x="4848982" y="1629132"/>
                  <a:pt x="4869333" y="1632688"/>
                  <a:pt x="4889686" y="1636245"/>
                </a:cubicBezTo>
                <a:cubicBezTo>
                  <a:pt x="4921668" y="1639802"/>
                  <a:pt x="4956557" y="1597117"/>
                  <a:pt x="4997261" y="1657587"/>
                </a:cubicBezTo>
                <a:cubicBezTo>
                  <a:pt x="4921668" y="1693158"/>
                  <a:pt x="4843167" y="1728729"/>
                  <a:pt x="4846074" y="1849668"/>
                </a:cubicBezTo>
                <a:cubicBezTo>
                  <a:pt x="4846074" y="1881683"/>
                  <a:pt x="4814092" y="1895910"/>
                  <a:pt x="4790832" y="1903025"/>
                </a:cubicBezTo>
                <a:cubicBezTo>
                  <a:pt x="4750128" y="1917252"/>
                  <a:pt x="4718146" y="1938595"/>
                  <a:pt x="4694886" y="1984836"/>
                </a:cubicBezTo>
                <a:cubicBezTo>
                  <a:pt x="4694886" y="1995507"/>
                  <a:pt x="4694886" y="2002622"/>
                  <a:pt x="4694886" y="2013292"/>
                </a:cubicBezTo>
                <a:cubicBezTo>
                  <a:pt x="4700701" y="2123562"/>
                  <a:pt x="4758850" y="2120004"/>
                  <a:pt x="4822814" y="2102219"/>
                </a:cubicBezTo>
                <a:cubicBezTo>
                  <a:pt x="4898408" y="2080877"/>
                  <a:pt x="4974002" y="2038192"/>
                  <a:pt x="5055411" y="2077320"/>
                </a:cubicBezTo>
                <a:cubicBezTo>
                  <a:pt x="4942020" y="2130676"/>
                  <a:pt x="4817000" y="2134233"/>
                  <a:pt x="4712331" y="2208931"/>
                </a:cubicBezTo>
                <a:cubicBezTo>
                  <a:pt x="5101930" y="2223159"/>
                  <a:pt x="5445010" y="1984836"/>
                  <a:pt x="5822979" y="1892353"/>
                </a:cubicBezTo>
                <a:cubicBezTo>
                  <a:pt x="5811349" y="1952823"/>
                  <a:pt x="5779367" y="1967051"/>
                  <a:pt x="5753200" y="1974165"/>
                </a:cubicBezTo>
                <a:cubicBezTo>
                  <a:pt x="5613642" y="2020407"/>
                  <a:pt x="5491529" y="2112891"/>
                  <a:pt x="5363601" y="2191146"/>
                </a:cubicBezTo>
                <a:cubicBezTo>
                  <a:pt x="5311267" y="2223159"/>
                  <a:pt x="5273470" y="2258731"/>
                  <a:pt x="5253118" y="2326314"/>
                </a:cubicBezTo>
                <a:cubicBezTo>
                  <a:pt x="5235673" y="2390340"/>
                  <a:pt x="5200783" y="2418796"/>
                  <a:pt x="5136819" y="2401012"/>
                </a:cubicBezTo>
                <a:cubicBezTo>
                  <a:pt x="5084485" y="2386784"/>
                  <a:pt x="5029243" y="2393898"/>
                  <a:pt x="4974002" y="2401012"/>
                </a:cubicBezTo>
                <a:cubicBezTo>
                  <a:pt x="4912946" y="2408126"/>
                  <a:pt x="4843167" y="2479267"/>
                  <a:pt x="4857704" y="2518395"/>
                </a:cubicBezTo>
                <a:cubicBezTo>
                  <a:pt x="4886778" y="2582422"/>
                  <a:pt x="4936205" y="2550408"/>
                  <a:pt x="4976910" y="2543294"/>
                </a:cubicBezTo>
                <a:cubicBezTo>
                  <a:pt x="5026336" y="2536181"/>
                  <a:pt x="5116467" y="2518395"/>
                  <a:pt x="5116467" y="2525509"/>
                </a:cubicBezTo>
                <a:cubicBezTo>
                  <a:pt x="5148450" y="2685576"/>
                  <a:pt x="5221136" y="2564636"/>
                  <a:pt x="5273470" y="2564636"/>
                </a:cubicBezTo>
                <a:cubicBezTo>
                  <a:pt x="5322897" y="2564636"/>
                  <a:pt x="5372323" y="2546851"/>
                  <a:pt x="5418843" y="2532623"/>
                </a:cubicBezTo>
                <a:cubicBezTo>
                  <a:pt x="5479899" y="2514837"/>
                  <a:pt x="5535140" y="2546851"/>
                  <a:pt x="5593290" y="2553965"/>
                </a:cubicBezTo>
                <a:cubicBezTo>
                  <a:pt x="5645624" y="2561080"/>
                  <a:pt x="5616550" y="2653563"/>
                  <a:pt x="5648532" y="2692689"/>
                </a:cubicBezTo>
                <a:cubicBezTo>
                  <a:pt x="5654346" y="2703362"/>
                  <a:pt x="5660161" y="2703362"/>
                  <a:pt x="5665976" y="2703362"/>
                </a:cubicBezTo>
                <a:cubicBezTo>
                  <a:pt x="5683421" y="2980812"/>
                  <a:pt x="5988704" y="2913227"/>
                  <a:pt x="5988704" y="2923898"/>
                </a:cubicBezTo>
                <a:cubicBezTo>
                  <a:pt x="6014871" y="2941684"/>
                  <a:pt x="6046853" y="2899000"/>
                  <a:pt x="6078835" y="2941684"/>
                </a:cubicBezTo>
                <a:cubicBezTo>
                  <a:pt x="5942185" y="3137322"/>
                  <a:pt x="5732847" y="3183563"/>
                  <a:pt x="5546771" y="3329402"/>
                </a:cubicBezTo>
                <a:cubicBezTo>
                  <a:pt x="5700865" y="3379202"/>
                  <a:pt x="5790997" y="3208463"/>
                  <a:pt x="5904388" y="3229805"/>
                </a:cubicBezTo>
                <a:cubicBezTo>
                  <a:pt x="5959629" y="3283162"/>
                  <a:pt x="5793904" y="3368530"/>
                  <a:pt x="5953814" y="3393429"/>
                </a:cubicBezTo>
                <a:cubicBezTo>
                  <a:pt x="5884036" y="3439672"/>
                  <a:pt x="5834608" y="3485914"/>
                  <a:pt x="5785182" y="3539269"/>
                </a:cubicBezTo>
                <a:cubicBezTo>
                  <a:pt x="5700865" y="3635309"/>
                  <a:pt x="5683421" y="3699337"/>
                  <a:pt x="5724125" y="3827390"/>
                </a:cubicBezTo>
                <a:cubicBezTo>
                  <a:pt x="5750293" y="3912759"/>
                  <a:pt x="5788089" y="3991015"/>
                  <a:pt x="5753200" y="4090612"/>
                </a:cubicBezTo>
                <a:cubicBezTo>
                  <a:pt x="5729940" y="4158196"/>
                  <a:pt x="5738663" y="4204438"/>
                  <a:pt x="5825886" y="4172424"/>
                </a:cubicBezTo>
                <a:cubicBezTo>
                  <a:pt x="5918925" y="4140411"/>
                  <a:pt x="5953814" y="4200882"/>
                  <a:pt x="5930554" y="4321821"/>
                </a:cubicBezTo>
                <a:cubicBezTo>
                  <a:pt x="5916018" y="4400076"/>
                  <a:pt x="5930554" y="4424975"/>
                  <a:pt x="5994519" y="4414305"/>
                </a:cubicBezTo>
                <a:cubicBezTo>
                  <a:pt x="6064297" y="4403633"/>
                  <a:pt x="6131169" y="4353835"/>
                  <a:pt x="6218393" y="4378734"/>
                </a:cubicBezTo>
                <a:cubicBezTo>
                  <a:pt x="6148614" y="4521016"/>
                  <a:pt x="6000333" y="4478331"/>
                  <a:pt x="5918925" y="4613499"/>
                </a:cubicBezTo>
                <a:cubicBezTo>
                  <a:pt x="6014871" y="4613499"/>
                  <a:pt x="6090465" y="4613499"/>
                  <a:pt x="6160243" y="4585042"/>
                </a:cubicBezTo>
                <a:cubicBezTo>
                  <a:pt x="6189318" y="4574373"/>
                  <a:pt x="6221300" y="4560144"/>
                  <a:pt x="6238745" y="4602828"/>
                </a:cubicBezTo>
                <a:cubicBezTo>
                  <a:pt x="6259098" y="4652628"/>
                  <a:pt x="6218393" y="4670412"/>
                  <a:pt x="6195133" y="4677526"/>
                </a:cubicBezTo>
                <a:cubicBezTo>
                  <a:pt x="6128261" y="4702425"/>
                  <a:pt x="6075928" y="4759339"/>
                  <a:pt x="6017778" y="4805580"/>
                </a:cubicBezTo>
                <a:cubicBezTo>
                  <a:pt x="5892758" y="4905177"/>
                  <a:pt x="5756107" y="4990547"/>
                  <a:pt x="5651439" y="5154171"/>
                </a:cubicBezTo>
                <a:cubicBezTo>
                  <a:pt x="5782275" y="5111487"/>
                  <a:pt x="5881128" y="5011889"/>
                  <a:pt x="6006149" y="4994104"/>
                </a:cubicBezTo>
                <a:cubicBezTo>
                  <a:pt x="5898572" y="5143500"/>
                  <a:pt x="5761922" y="5243097"/>
                  <a:pt x="5633994" y="5353367"/>
                </a:cubicBezTo>
                <a:cubicBezTo>
                  <a:pt x="5596197" y="5385379"/>
                  <a:pt x="5558400" y="5406721"/>
                  <a:pt x="5552586" y="5474306"/>
                </a:cubicBezTo>
                <a:cubicBezTo>
                  <a:pt x="5535140" y="5605917"/>
                  <a:pt x="5488622" y="5712629"/>
                  <a:pt x="5383953" y="5769542"/>
                </a:cubicBezTo>
                <a:cubicBezTo>
                  <a:pt x="5383953" y="5769542"/>
                  <a:pt x="5389768" y="5790884"/>
                  <a:pt x="5392675" y="5801555"/>
                </a:cubicBezTo>
                <a:cubicBezTo>
                  <a:pt x="5456640" y="5805112"/>
                  <a:pt x="5506066" y="5726858"/>
                  <a:pt x="5584568" y="5755314"/>
                </a:cubicBezTo>
                <a:cubicBezTo>
                  <a:pt x="5506066" y="5862025"/>
                  <a:pt x="5442103" y="5954508"/>
                  <a:pt x="5334526" y="6004307"/>
                </a:cubicBezTo>
                <a:cubicBezTo>
                  <a:pt x="5247303" y="6043434"/>
                  <a:pt x="5139727" y="6068335"/>
                  <a:pt x="5075763" y="6196388"/>
                </a:cubicBezTo>
                <a:cubicBezTo>
                  <a:pt x="5148450" y="6221287"/>
                  <a:pt x="5203691" y="6189274"/>
                  <a:pt x="5258933" y="6167932"/>
                </a:cubicBezTo>
                <a:cubicBezTo>
                  <a:pt x="5343249" y="6132361"/>
                  <a:pt x="5427565" y="6093234"/>
                  <a:pt x="5511881" y="6057663"/>
                </a:cubicBezTo>
                <a:cubicBezTo>
                  <a:pt x="5543864" y="6043434"/>
                  <a:pt x="5578753" y="6036320"/>
                  <a:pt x="5599105" y="6100347"/>
                </a:cubicBezTo>
                <a:cubicBezTo>
                  <a:pt x="5491529" y="6114575"/>
                  <a:pt x="5427565" y="6199945"/>
                  <a:pt x="5360693" y="6281757"/>
                </a:cubicBezTo>
                <a:cubicBezTo>
                  <a:pt x="5322897" y="6327999"/>
                  <a:pt x="5290914" y="6388469"/>
                  <a:pt x="5224043" y="6367127"/>
                </a:cubicBezTo>
                <a:cubicBezTo>
                  <a:pt x="5189154" y="6356456"/>
                  <a:pt x="5165894" y="6388469"/>
                  <a:pt x="5168801" y="6431153"/>
                </a:cubicBezTo>
                <a:cubicBezTo>
                  <a:pt x="5183339" y="6580550"/>
                  <a:pt x="5099022" y="6630349"/>
                  <a:pt x="5011799" y="6658805"/>
                </a:cubicBezTo>
                <a:cubicBezTo>
                  <a:pt x="4883871" y="6701489"/>
                  <a:pt x="4770480" y="6786859"/>
                  <a:pt x="4651275" y="6858000"/>
                </a:cubicBezTo>
                <a:lnTo>
                  <a:pt x="1823619" y="6858000"/>
                </a:lnTo>
                <a:lnTo>
                  <a:pt x="947849" y="6858000"/>
                </a:lnTo>
                <a:lnTo>
                  <a:pt x="732568"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64238E20-78A2-DD86-E217-7668DD16574E}"/>
              </a:ext>
            </a:extLst>
          </p:cNvPr>
          <p:cNvSpPr>
            <a:spLocks noGrp="1"/>
          </p:cNvSpPr>
          <p:nvPr>
            <p:ph type="title"/>
          </p:nvPr>
        </p:nvSpPr>
        <p:spPr>
          <a:xfrm>
            <a:off x="643468" y="609600"/>
            <a:ext cx="3992700" cy="3877197"/>
          </a:xfrm>
        </p:spPr>
        <p:txBody>
          <a:bodyPr vert="horz" lIns="91440" tIns="45720" rIns="91440" bIns="45720" rtlCol="0" anchor="b">
            <a:normAutofit/>
          </a:bodyPr>
          <a:lstStyle/>
          <a:p>
            <a:r>
              <a:rPr lang="en-US" kern="1200">
                <a:solidFill>
                  <a:schemeClr val="tx1"/>
                </a:solidFill>
                <a:latin typeface="+mj-lt"/>
                <a:ea typeface="+mj-ea"/>
                <a:cs typeface="+mj-cs"/>
              </a:rPr>
              <a:t>11 Règles de sécurité essentielles sur le chantier pour les nouveaux employés</a:t>
            </a:r>
          </a:p>
        </p:txBody>
      </p:sp>
      <p:sp>
        <p:nvSpPr>
          <p:cNvPr id="3" name="Espace réservé du contenu 2">
            <a:extLst>
              <a:ext uri="{FF2B5EF4-FFF2-40B4-BE49-F238E27FC236}">
                <a16:creationId xmlns:a16="http://schemas.microsoft.com/office/drawing/2014/main" id="{176E3488-74F9-7E49-1559-3338DDF88B75}"/>
              </a:ext>
            </a:extLst>
          </p:cNvPr>
          <p:cNvSpPr>
            <a:spLocks noGrp="1"/>
          </p:cNvSpPr>
          <p:nvPr>
            <p:ph idx="1"/>
          </p:nvPr>
        </p:nvSpPr>
        <p:spPr>
          <a:xfrm>
            <a:off x="643467" y="4638783"/>
            <a:ext cx="4007449" cy="1343972"/>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https://www.youtube.com/watch?v=xWacKi9ChyE</a:t>
            </a:r>
          </a:p>
        </p:txBody>
      </p:sp>
    </p:spTree>
    <p:extLst>
      <p:ext uri="{BB962C8B-B14F-4D97-AF65-F5344CB8AC3E}">
        <p14:creationId xmlns:p14="http://schemas.microsoft.com/office/powerpoint/2010/main" val="3169825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DB5BA1F-95FC-FE2A-637C-922708F21852}"/>
              </a:ext>
            </a:extLst>
          </p:cNvPr>
          <p:cNvSpPr>
            <a:spLocks noGrp="1"/>
          </p:cNvSpPr>
          <p:nvPr>
            <p:ph type="title"/>
          </p:nvPr>
        </p:nvSpPr>
        <p:spPr>
          <a:xfrm>
            <a:off x="808638" y="386930"/>
            <a:ext cx="9236700" cy="1188950"/>
          </a:xfrm>
        </p:spPr>
        <p:txBody>
          <a:bodyPr anchor="b">
            <a:normAutofit/>
          </a:bodyPr>
          <a:lstStyle/>
          <a:p>
            <a:r>
              <a:rPr lang="fr-FR" sz="3800" b="1"/>
              <a:t>1. Introduction aux distances de sécurité</a:t>
            </a:r>
            <a:br>
              <a:rPr lang="fr-FR" sz="3800" b="1"/>
            </a:br>
            <a:endParaRPr lang="fr-FR" sz="38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9B0A7790-C2DE-DD10-3339-D65BC17B1207}"/>
              </a:ext>
            </a:extLst>
          </p:cNvPr>
          <p:cNvSpPr>
            <a:spLocks noGrp="1"/>
          </p:cNvSpPr>
          <p:nvPr>
            <p:ph idx="1"/>
          </p:nvPr>
        </p:nvSpPr>
        <p:spPr>
          <a:xfrm>
            <a:off x="793660" y="2599509"/>
            <a:ext cx="10143668" cy="3435531"/>
          </a:xfrm>
        </p:spPr>
        <p:txBody>
          <a:bodyPr anchor="ctr">
            <a:normAutofit/>
          </a:bodyPr>
          <a:lstStyle/>
          <a:p>
            <a:r>
              <a:rPr lang="fr-FR" sz="2400"/>
              <a:t>Le respect des distances minimales de sécurité est une obligation réglementaire essentielle pour prévenir les risques d’électrocution, d’incendie, d’explosion, et les dommages aux réseaux enterrés ou aériens. Ces distances garantissent que les intervenants et leurs engins restent hors de portée des dangers liés à la proximité des réseaux sous tension ou sensibles.</a:t>
            </a:r>
          </a:p>
          <a:p>
            <a:endParaRPr lang="fr-FR" sz="2400"/>
          </a:p>
        </p:txBody>
      </p:sp>
    </p:spTree>
    <p:extLst>
      <p:ext uri="{BB962C8B-B14F-4D97-AF65-F5344CB8AC3E}">
        <p14:creationId xmlns:p14="http://schemas.microsoft.com/office/powerpoint/2010/main" val="44297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1FB038C-AE3C-29E2-871A-D7F6E2E43575}"/>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fr-FR" sz="2800" b="1" kern="1200">
                <a:solidFill>
                  <a:srgbClr val="FFFFFF"/>
                </a:solidFill>
                <a:latin typeface="+mj-lt"/>
                <a:ea typeface="+mj-ea"/>
                <a:cs typeface="+mj-cs"/>
              </a:rPr>
              <a:t>Distances minimales de sécurité à respecter :</a:t>
            </a:r>
            <a:br>
              <a:rPr lang="en-US" altLang="fr-FR" sz="2800" b="1" kern="1200">
                <a:solidFill>
                  <a:srgbClr val="FFFFFF"/>
                </a:solidFill>
                <a:latin typeface="+mj-lt"/>
                <a:ea typeface="+mj-ea"/>
                <a:cs typeface="+mj-cs"/>
              </a:rPr>
            </a:br>
            <a:endParaRPr lang="en-US" sz="2800" kern="1200">
              <a:solidFill>
                <a:srgbClr val="FFFFFF"/>
              </a:solidFill>
              <a:latin typeface="+mj-lt"/>
              <a:ea typeface="+mj-ea"/>
              <a:cs typeface="+mj-cs"/>
            </a:endParaRPr>
          </a:p>
        </p:txBody>
      </p:sp>
      <p:graphicFrame>
        <p:nvGraphicFramePr>
          <p:cNvPr id="8" name="Espace réservé du contenu 7">
            <a:extLst>
              <a:ext uri="{FF2B5EF4-FFF2-40B4-BE49-F238E27FC236}">
                <a16:creationId xmlns:a16="http://schemas.microsoft.com/office/drawing/2014/main" id="{8B8FBC52-E0CA-5C7E-5099-51754F01FEC2}"/>
              </a:ext>
            </a:extLst>
          </p:cNvPr>
          <p:cNvGraphicFramePr>
            <a:graphicFrameLocks noGrp="1"/>
          </p:cNvGraphicFramePr>
          <p:nvPr>
            <p:ph idx="1"/>
          </p:nvPr>
        </p:nvGraphicFramePr>
        <p:xfrm>
          <a:off x="432225" y="2083113"/>
          <a:ext cx="11327551" cy="4218522"/>
        </p:xfrm>
        <a:graphic>
          <a:graphicData uri="http://schemas.openxmlformats.org/drawingml/2006/table">
            <a:tbl>
              <a:tblPr>
                <a:solidFill>
                  <a:schemeClr val="bg1">
                    <a:lumMod val="95000"/>
                  </a:schemeClr>
                </a:solidFill>
              </a:tblPr>
              <a:tblGrid>
                <a:gridCol w="3556490">
                  <a:extLst>
                    <a:ext uri="{9D8B030D-6E8A-4147-A177-3AD203B41FA5}">
                      <a16:colId xmlns:a16="http://schemas.microsoft.com/office/drawing/2014/main" val="1519021780"/>
                    </a:ext>
                  </a:extLst>
                </a:gridCol>
                <a:gridCol w="3864302">
                  <a:extLst>
                    <a:ext uri="{9D8B030D-6E8A-4147-A177-3AD203B41FA5}">
                      <a16:colId xmlns:a16="http://schemas.microsoft.com/office/drawing/2014/main" val="4001970130"/>
                    </a:ext>
                  </a:extLst>
                </a:gridCol>
                <a:gridCol w="3906759">
                  <a:extLst>
                    <a:ext uri="{9D8B030D-6E8A-4147-A177-3AD203B41FA5}">
                      <a16:colId xmlns:a16="http://schemas.microsoft.com/office/drawing/2014/main" val="3718700318"/>
                    </a:ext>
                  </a:extLst>
                </a:gridCol>
              </a:tblGrid>
              <a:tr h="501332">
                <a:tc>
                  <a:txBody>
                    <a:bodyPr/>
                    <a:lstStyle/>
                    <a:p>
                      <a:r>
                        <a:rPr lang="fr-FR" sz="1600" b="1" cap="none" spc="0">
                          <a:solidFill>
                            <a:schemeClr val="tx1"/>
                          </a:solidFill>
                        </a:rPr>
                        <a:t>Type de réseau</a:t>
                      </a:r>
                      <a:endParaRPr lang="fr-FR" sz="1600" cap="none" spc="0">
                        <a:solidFill>
                          <a:schemeClr val="tx1"/>
                        </a:solidFill>
                      </a:endParaRPr>
                    </a:p>
                  </a:txBody>
                  <a:tcPr marL="85593" marR="116375" marT="24455" marB="183414"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fr-FR" sz="1600" b="1" cap="none" spc="0">
                          <a:solidFill>
                            <a:schemeClr val="tx1"/>
                          </a:solidFill>
                        </a:rPr>
                        <a:t>Distance minimale de sécurité</a:t>
                      </a:r>
                      <a:endParaRPr lang="fr-FR" sz="1600" cap="none" spc="0">
                        <a:solidFill>
                          <a:schemeClr val="tx1"/>
                        </a:solidFill>
                      </a:endParaRPr>
                    </a:p>
                  </a:txBody>
                  <a:tcPr marL="85593" marR="116375" marT="24455" marB="18341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fr-FR" sz="1600" b="1" cap="none" spc="0">
                          <a:solidFill>
                            <a:schemeClr val="tx1"/>
                          </a:solidFill>
                        </a:rPr>
                        <a:t>Commentaires</a:t>
                      </a:r>
                      <a:endParaRPr lang="fr-FR" sz="1600" cap="none" spc="0">
                        <a:solidFill>
                          <a:schemeClr val="tx1"/>
                        </a:solidFill>
                      </a:endParaRPr>
                    </a:p>
                  </a:txBody>
                  <a:tcPr marL="85593" marR="116375" marT="24455" marB="18341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987612996"/>
                  </a:ext>
                </a:extLst>
              </a:tr>
              <a:tr h="990435">
                <a:tc>
                  <a:txBody>
                    <a:bodyPr/>
                    <a:lstStyle/>
                    <a:p>
                      <a:r>
                        <a:rPr lang="fr-FR" sz="1600" b="1" cap="none" spc="0">
                          <a:solidFill>
                            <a:schemeClr val="tx1"/>
                          </a:solidFill>
                        </a:rPr>
                        <a:t>Lignes électriques haute tension (HTA/HTB)</a:t>
                      </a:r>
                      <a:endParaRPr lang="fr-FR" sz="1600" cap="none" spc="0">
                        <a:solidFill>
                          <a:schemeClr val="tx1"/>
                        </a:solidFill>
                      </a:endParaRPr>
                    </a:p>
                  </a:txBody>
                  <a:tcPr marL="85593" marR="116375" marT="24455" marB="183414"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b="1" cap="none" spc="0">
                          <a:solidFill>
                            <a:schemeClr val="tx1"/>
                          </a:solidFill>
                        </a:rPr>
                        <a:t>5 mètres</a:t>
                      </a:r>
                      <a:r>
                        <a:rPr lang="fr-FR" sz="1600" cap="none" spc="0">
                          <a:solidFill>
                            <a:schemeClr val="tx1"/>
                          </a:solidFill>
                        </a:rPr>
                        <a:t> entre la ligne sous tension et toute partie d’un engin, une grue, un tractopelle, ou tout matériel conducteur</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cap="none" spc="0">
                          <a:solidFill>
                            <a:schemeClr val="tx1"/>
                          </a:solidFill>
                        </a:rPr>
                        <a:t>Distance standard recommandée par la réglementation française (Arrêté du 26 juillet 2010)</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64327668"/>
                  </a:ext>
                </a:extLst>
              </a:tr>
              <a:tr h="745884">
                <a:tc>
                  <a:txBody>
                    <a:bodyPr/>
                    <a:lstStyle/>
                    <a:p>
                      <a:r>
                        <a:rPr lang="fr-FR" sz="1600" b="1" cap="none" spc="0">
                          <a:solidFill>
                            <a:schemeClr val="tx1"/>
                          </a:solidFill>
                        </a:rPr>
                        <a:t>Lignes électriques basse tension (BT)</a:t>
                      </a:r>
                      <a:endParaRPr lang="fr-FR" sz="1600" cap="none" spc="0">
                        <a:solidFill>
                          <a:schemeClr val="tx1"/>
                        </a:solidFill>
                      </a:endParaRPr>
                    </a:p>
                  </a:txBody>
                  <a:tcPr marL="85593" marR="116375" marT="24455" marB="183414"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b="1" cap="none" spc="0">
                          <a:solidFill>
                            <a:schemeClr val="tx1"/>
                          </a:solidFill>
                        </a:rPr>
                        <a:t>1 mètre</a:t>
                      </a:r>
                      <a:endParaRPr lang="fr-FR" sz="1600" cap="none" spc="0">
                        <a:solidFill>
                          <a:schemeClr val="tx1"/>
                        </a:solidFill>
                      </a:endParaRP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cap="none" spc="0">
                          <a:solidFill>
                            <a:schemeClr val="tx1"/>
                          </a:solidFill>
                        </a:rPr>
                        <a:t>La distance minimale à respecter pour éviter contact et arc électrique</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4127746"/>
                  </a:ext>
                </a:extLst>
              </a:tr>
              <a:tr h="1234987">
                <a:tc>
                  <a:txBody>
                    <a:bodyPr/>
                    <a:lstStyle/>
                    <a:p>
                      <a:r>
                        <a:rPr lang="fr-FR" sz="1600" b="1" cap="none" spc="0">
                          <a:solidFill>
                            <a:schemeClr val="tx1"/>
                          </a:solidFill>
                        </a:rPr>
                        <a:t>Réseaux enterrés sensibles (gaz, électricité, eau, télécom)</a:t>
                      </a:r>
                      <a:endParaRPr lang="fr-FR" sz="1600" cap="none" spc="0">
                        <a:solidFill>
                          <a:schemeClr val="tx1"/>
                        </a:solidFill>
                      </a:endParaRPr>
                    </a:p>
                  </a:txBody>
                  <a:tcPr marL="85593" marR="116375" marT="24455" marB="183414"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b="1" cap="none" spc="0">
                          <a:solidFill>
                            <a:schemeClr val="tx1"/>
                          </a:solidFill>
                        </a:rPr>
                        <a:t>Au minimum 0,5 mètre à 1 mètre</a:t>
                      </a:r>
                      <a:r>
                        <a:rPr lang="fr-FR" sz="1600" cap="none" spc="0">
                          <a:solidFill>
                            <a:schemeClr val="tx1"/>
                          </a:solidFill>
                        </a:rPr>
                        <a:t> selon la précision du repérage</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cap="none" spc="0">
                          <a:solidFill>
                            <a:schemeClr val="tx1"/>
                          </a:solidFill>
                        </a:rPr>
                        <a:t>Avant tout creusement mécanique, un repérage précis doit être réalisé ; creusement manuel recommandé à proximité immédiate</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385785650"/>
                  </a:ext>
                </a:extLst>
              </a:tr>
              <a:tr h="745884">
                <a:tc>
                  <a:txBody>
                    <a:bodyPr/>
                    <a:lstStyle/>
                    <a:p>
                      <a:r>
                        <a:rPr lang="fr-FR" sz="1600" b="1" cap="none" spc="0">
                          <a:solidFill>
                            <a:schemeClr val="tx1"/>
                          </a:solidFill>
                        </a:rPr>
                        <a:t>Zones de marquage et balisage (zone d’exclusion)</a:t>
                      </a:r>
                      <a:endParaRPr lang="fr-FR" sz="1600" cap="none" spc="0">
                        <a:solidFill>
                          <a:schemeClr val="tx1"/>
                        </a:solidFill>
                      </a:endParaRPr>
                    </a:p>
                  </a:txBody>
                  <a:tcPr marL="85593" marR="116375" marT="24455" marB="183414"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cap="none" spc="0">
                          <a:solidFill>
                            <a:schemeClr val="tx1"/>
                          </a:solidFill>
                        </a:rPr>
                        <a:t>Variable, toujours respecter les marquages posés</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fr-FR" sz="1600" cap="none" spc="0">
                          <a:solidFill>
                            <a:schemeClr val="tx1"/>
                          </a:solidFill>
                        </a:rPr>
                        <a:t>Ne jamais franchir les zones balisées sans autorisation spécifique</a:t>
                      </a:r>
                    </a:p>
                  </a:txBody>
                  <a:tcPr marL="85593" marR="116375" marT="24455" marB="18341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17747859"/>
                  </a:ext>
                </a:extLst>
              </a:tr>
            </a:tbl>
          </a:graphicData>
        </a:graphic>
      </p:graphicFrame>
    </p:spTree>
    <p:extLst>
      <p:ext uri="{BB962C8B-B14F-4D97-AF65-F5344CB8AC3E}">
        <p14:creationId xmlns:p14="http://schemas.microsoft.com/office/powerpoint/2010/main" val="1833469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8A62881-7861-CE4D-4E08-3F87F505DBCE}"/>
              </a:ext>
            </a:extLst>
          </p:cNvPr>
          <p:cNvSpPr>
            <a:spLocks noGrp="1"/>
          </p:cNvSpPr>
          <p:nvPr>
            <p:ph type="title"/>
          </p:nvPr>
        </p:nvSpPr>
        <p:spPr>
          <a:xfrm>
            <a:off x="3989852" y="329184"/>
            <a:ext cx="7559020" cy="1783080"/>
          </a:xfrm>
        </p:spPr>
        <p:txBody>
          <a:bodyPr anchor="b">
            <a:normAutofit/>
          </a:bodyPr>
          <a:lstStyle/>
          <a:p>
            <a:r>
              <a:rPr lang="fr-FR" sz="3800" b="1"/>
              <a:t>3. Pourquoi ces distances sont-elles indispensables ?</a:t>
            </a:r>
            <a:br>
              <a:rPr lang="fr-FR" sz="3800" b="1"/>
            </a:br>
            <a:endParaRPr lang="fr-FR" sz="3800"/>
          </a:p>
        </p:txBody>
      </p:sp>
      <p:pic>
        <p:nvPicPr>
          <p:cNvPr id="5" name="Picture 4">
            <a:extLst>
              <a:ext uri="{FF2B5EF4-FFF2-40B4-BE49-F238E27FC236}">
                <a16:creationId xmlns:a16="http://schemas.microsoft.com/office/drawing/2014/main" id="{CA4E88C2-4AED-E60A-EF25-A94E241835A7}"/>
              </a:ext>
            </a:extLst>
          </p:cNvPr>
          <p:cNvPicPr>
            <a:picLocks noChangeAspect="1"/>
          </p:cNvPicPr>
          <p:nvPr/>
        </p:nvPicPr>
        <p:blipFill>
          <a:blip r:embed="rId2"/>
          <a:srcRect l="26841" r="37347" b="6250"/>
          <a:stretch>
            <a:fillRect/>
          </a:stretch>
        </p:blipFill>
        <p:spPr>
          <a:xfrm>
            <a:off x="1" y="10"/>
            <a:ext cx="3679255"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89C4FF20-AAE3-95AF-E494-731456CA87AB}"/>
              </a:ext>
            </a:extLst>
          </p:cNvPr>
          <p:cNvSpPr>
            <a:spLocks noGrp="1"/>
          </p:cNvSpPr>
          <p:nvPr>
            <p:ph idx="1"/>
          </p:nvPr>
        </p:nvSpPr>
        <p:spPr>
          <a:xfrm>
            <a:off x="3989852" y="2706624"/>
            <a:ext cx="7559020" cy="3483864"/>
          </a:xfrm>
        </p:spPr>
        <p:txBody>
          <a:bodyPr vert="horz" lIns="91440" tIns="45720" rIns="91440" bIns="45720" rtlCol="0" anchor="t">
            <a:normAutofit/>
          </a:bodyPr>
          <a:lstStyle/>
          <a:p>
            <a:pPr marL="0" indent="0">
              <a:buNone/>
            </a:pPr>
            <a:r>
              <a:rPr lang="fr-FR" sz="2000" b="1"/>
              <a:t>Éviter le contact direct</a:t>
            </a:r>
            <a:r>
              <a:rPr lang="fr-FR" sz="2000"/>
              <a:t> avec des lignes sous tension, ce qui peut provoquer des électrocutions mortelles.</a:t>
            </a:r>
            <a:endParaRPr lang="fr-FR"/>
          </a:p>
          <a:p>
            <a:pPr marL="0" indent="0">
              <a:buNone/>
            </a:pPr>
            <a:r>
              <a:rPr lang="fr-FR" sz="2000" b="1"/>
              <a:t>Prévenir les arcs électriques</a:t>
            </a:r>
            <a:r>
              <a:rPr lang="fr-FR" sz="2000"/>
              <a:t>, qui peuvent sauter même sans contact direct si un engin s’approche trop près d’une ligne HT.</a:t>
            </a:r>
            <a:endParaRPr lang="fr-FR" sz="2000">
              <a:ea typeface="Calibri" panose="020F0502020204030204"/>
              <a:cs typeface="Calibri" panose="020F0502020204030204"/>
            </a:endParaRPr>
          </a:p>
          <a:p>
            <a:pPr marL="0" indent="0">
              <a:buNone/>
            </a:pPr>
            <a:r>
              <a:rPr lang="fr-FR" sz="2000" b="1"/>
              <a:t>Limiter les dommages matériels</a:t>
            </a:r>
            <a:r>
              <a:rPr lang="fr-FR" sz="2000"/>
              <a:t> aux réseaux sensibles, coûteux et générateurs d’interruptions de service.</a:t>
            </a:r>
            <a:endParaRPr lang="fr-FR" sz="2000">
              <a:ea typeface="Calibri" panose="020F0502020204030204"/>
              <a:cs typeface="Calibri" panose="020F0502020204030204"/>
            </a:endParaRPr>
          </a:p>
          <a:p>
            <a:pPr marL="0" indent="0">
              <a:buNone/>
            </a:pPr>
            <a:r>
              <a:rPr lang="fr-FR" sz="2000" b="1"/>
              <a:t>Assurer la sécurité des personnels et du public</a:t>
            </a:r>
            <a:r>
              <a:rPr lang="fr-FR" sz="2000"/>
              <a:t>, par respect des normes de prévention.</a:t>
            </a:r>
            <a:endParaRPr lang="fr-FR" sz="2000">
              <a:ea typeface="Calibri" panose="020F0502020204030204"/>
              <a:cs typeface="Calibri" panose="020F0502020204030204"/>
            </a:endParaRPr>
          </a:p>
          <a:p>
            <a:endParaRPr lang="fr-FR" sz="2000"/>
          </a:p>
        </p:txBody>
      </p:sp>
    </p:spTree>
    <p:extLst>
      <p:ext uri="{BB962C8B-B14F-4D97-AF65-F5344CB8AC3E}">
        <p14:creationId xmlns:p14="http://schemas.microsoft.com/office/powerpoint/2010/main" val="2618029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F65EA7E-D08F-05F0-A672-0C62EB9B02F3}"/>
              </a:ext>
            </a:extLst>
          </p:cNvPr>
          <p:cNvSpPr>
            <a:spLocks noGrp="1"/>
          </p:cNvSpPr>
          <p:nvPr>
            <p:ph type="title"/>
          </p:nvPr>
        </p:nvSpPr>
        <p:spPr>
          <a:xfrm>
            <a:off x="808638" y="386930"/>
            <a:ext cx="9236700" cy="1188950"/>
          </a:xfrm>
        </p:spPr>
        <p:txBody>
          <a:bodyPr anchor="b">
            <a:normAutofit/>
          </a:bodyPr>
          <a:lstStyle/>
          <a:p>
            <a:r>
              <a:rPr lang="fr-FR" sz="3800" b="1"/>
              <a:t>4. Cas pratiques et exemples</a:t>
            </a:r>
            <a:br>
              <a:rPr lang="fr-FR" sz="3800" b="1"/>
            </a:br>
            <a:endParaRPr lang="fr-FR" sz="38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F8132839-4F57-931C-C48F-6F5FBF8B4516}"/>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buNone/>
            </a:pPr>
            <a:r>
              <a:rPr lang="fr-FR" sz="2400" b="1"/>
              <a:t>Engin de chantier proche d’une ligne HT</a:t>
            </a:r>
            <a:r>
              <a:rPr lang="fr-FR" sz="2400"/>
              <a:t> :</a:t>
            </a:r>
            <a:br>
              <a:rPr lang="fr-FR" sz="2400" dirty="0"/>
            </a:br>
            <a:r>
              <a:rPr lang="fr-FR" sz="2400"/>
              <a:t>Un tractopelle doit impérativement maintenir une distance de 5 mètres avec la ligne. En cas de dépassement possible de cette distance (bras de la pelle, charge suspendue), les travaux doivent être arrêtés ou une protection spécifique mise en place.</a:t>
            </a:r>
            <a:endParaRPr lang="fr-FR"/>
          </a:p>
          <a:p>
            <a:endParaRPr lang="fr-FR" sz="2400"/>
          </a:p>
          <a:p>
            <a:endParaRPr lang="fr-FR" sz="2400"/>
          </a:p>
        </p:txBody>
      </p:sp>
    </p:spTree>
    <p:extLst>
      <p:ext uri="{BB962C8B-B14F-4D97-AF65-F5344CB8AC3E}">
        <p14:creationId xmlns:p14="http://schemas.microsoft.com/office/powerpoint/2010/main" val="2409891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BCFFBE-B9E0-A135-E333-D2EBDEF9CC4A}"/>
              </a:ext>
            </a:extLst>
          </p:cNvPr>
          <p:cNvSpPr>
            <a:spLocks noGrp="1"/>
          </p:cNvSpPr>
          <p:nvPr>
            <p:ph type="title"/>
          </p:nvPr>
        </p:nvSpPr>
        <p:spPr>
          <a:xfrm>
            <a:off x="808638" y="386930"/>
            <a:ext cx="9236700" cy="1188950"/>
          </a:xfrm>
        </p:spPr>
        <p:txBody>
          <a:bodyPr anchor="b">
            <a:normAutofit/>
          </a:bodyPr>
          <a:lstStyle/>
          <a:p>
            <a:r>
              <a:rPr lang="fr-FR" sz="5400" b="1">
                <a:ea typeface="Calibri Light"/>
                <a:cs typeface="Calibri Light"/>
              </a:rPr>
              <a:t>4. Cas pratiques et exemples</a:t>
            </a:r>
            <a:endParaRPr lang="fr-FR"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41C293-4FE7-6D37-00C6-0DF6FE82395D}"/>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buNone/>
            </a:pPr>
            <a:r>
              <a:rPr lang="fr-FR" sz="2400" b="1" dirty="0">
                <a:ea typeface="Calibri"/>
                <a:cs typeface="Calibri"/>
              </a:rPr>
              <a:t>Travaux de creusement</a:t>
            </a:r>
            <a:r>
              <a:rPr lang="fr-FR" sz="2400" dirty="0">
                <a:ea typeface="Calibri"/>
                <a:cs typeface="Calibri"/>
              </a:rPr>
              <a:t> :</a:t>
            </a:r>
            <a:br>
              <a:rPr lang="fr-FR" sz="2400" dirty="0">
                <a:ea typeface="Calibri"/>
                <a:cs typeface="Calibri"/>
              </a:rPr>
            </a:br>
            <a:r>
              <a:rPr lang="fr-FR" sz="2400" dirty="0">
                <a:ea typeface="Calibri"/>
                <a:cs typeface="Calibri"/>
              </a:rPr>
              <a:t>Avant toute intervention mécanique, les réseaux doivent être localisés précisément. Le creusement mécanique est interdit dans la zone située à moins de 0,5 mètre (voire 1 mètre selon la catégorie de précision). Le creusement manuel est obligatoire dans cette zone.</a:t>
            </a:r>
            <a:endParaRPr lang="en-US" sz="2400" dirty="0">
              <a:ea typeface="Calibri"/>
              <a:cs typeface="Calibri"/>
            </a:endParaRPr>
          </a:p>
          <a:p>
            <a:endParaRPr lang="fr-FR" sz="2400">
              <a:ea typeface="Calibri"/>
              <a:cs typeface="Calibri"/>
            </a:endParaRPr>
          </a:p>
        </p:txBody>
      </p:sp>
    </p:spTree>
    <p:extLst>
      <p:ext uri="{BB962C8B-B14F-4D97-AF65-F5344CB8AC3E}">
        <p14:creationId xmlns:p14="http://schemas.microsoft.com/office/powerpoint/2010/main" val="1178162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162232-136A-E6A5-E141-D88B503F7874}"/>
              </a:ext>
            </a:extLst>
          </p:cNvPr>
          <p:cNvSpPr>
            <a:spLocks noGrp="1"/>
          </p:cNvSpPr>
          <p:nvPr>
            <p:ph type="title"/>
          </p:nvPr>
        </p:nvSpPr>
        <p:spPr>
          <a:xfrm>
            <a:off x="808638" y="386930"/>
            <a:ext cx="9236700" cy="1188950"/>
          </a:xfrm>
        </p:spPr>
        <p:txBody>
          <a:bodyPr anchor="b">
            <a:normAutofit/>
          </a:bodyPr>
          <a:lstStyle/>
          <a:p>
            <a:r>
              <a:rPr lang="fr-FR" sz="5400" b="1" baseline="0">
                <a:latin typeface="Calibri Light"/>
              </a:rPr>
              <a:t>4. Cas pratiques et exemples</a:t>
            </a:r>
            <a:endParaRPr lang="fr-FR"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AF454E-A097-C47B-A33A-41ACA1349E69}"/>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buNone/>
            </a:pPr>
            <a:r>
              <a:rPr lang="fr-FR" sz="2400" b="1">
                <a:ea typeface="Calibri"/>
                <a:cs typeface="Calibri"/>
              </a:rPr>
              <a:t>Zone balisée par un filet rouge (danger électrique)</a:t>
            </a:r>
            <a:r>
              <a:rPr lang="fr-FR" sz="2400">
                <a:ea typeface="Calibri"/>
                <a:cs typeface="Calibri"/>
              </a:rPr>
              <a:t> :</a:t>
            </a:r>
            <a:br>
              <a:rPr lang="fr-FR" sz="2400" dirty="0">
                <a:ea typeface="Calibri"/>
                <a:cs typeface="Calibri"/>
              </a:rPr>
            </a:br>
            <a:r>
              <a:rPr lang="fr-FR" sz="2400">
                <a:ea typeface="Calibri"/>
                <a:cs typeface="Calibri"/>
              </a:rPr>
              <a:t>Le filet matérialise une zone d’exclusion stricte. Il est interdit de s’en approcher ou de pénétrer dans cette zone sans autorisation explicite.</a:t>
            </a:r>
          </a:p>
        </p:txBody>
      </p:sp>
    </p:spTree>
    <p:extLst>
      <p:ext uri="{BB962C8B-B14F-4D97-AF65-F5344CB8AC3E}">
        <p14:creationId xmlns:p14="http://schemas.microsoft.com/office/powerpoint/2010/main" val="2364557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B39223-1649-554D-B8B9-FCCEB9245745}"/>
              </a:ext>
            </a:extLst>
          </p:cNvPr>
          <p:cNvSpPr>
            <a:spLocks noGrp="1"/>
          </p:cNvSpPr>
          <p:nvPr>
            <p:ph type="title"/>
          </p:nvPr>
        </p:nvSpPr>
        <p:spPr>
          <a:xfrm>
            <a:off x="1294336" y="1238080"/>
            <a:ext cx="10316049" cy="1349671"/>
          </a:xfrm>
        </p:spPr>
        <p:txBody>
          <a:bodyPr anchor="b">
            <a:normAutofit/>
          </a:bodyPr>
          <a:lstStyle/>
          <a:p>
            <a:r>
              <a:rPr lang="fr-FR" sz="3800" b="1"/>
              <a:t>5. Que faire si la distance ne peut être respectée ?</a:t>
            </a:r>
            <a:br>
              <a:rPr lang="fr-FR" sz="3800" b="1"/>
            </a:br>
            <a:endParaRPr lang="fr-FR" sz="3800"/>
          </a:p>
        </p:txBody>
      </p:sp>
      <p:sp>
        <p:nvSpPr>
          <p:cNvPr id="3" name="Espace réservé du contenu 2">
            <a:extLst>
              <a:ext uri="{FF2B5EF4-FFF2-40B4-BE49-F238E27FC236}">
                <a16:creationId xmlns:a16="http://schemas.microsoft.com/office/drawing/2014/main" id="{6ECEA845-25CB-55B7-F3B2-012393DDEDB8}"/>
              </a:ext>
            </a:extLst>
          </p:cNvPr>
          <p:cNvSpPr>
            <a:spLocks noGrp="1"/>
          </p:cNvSpPr>
          <p:nvPr>
            <p:ph idx="1"/>
          </p:nvPr>
        </p:nvSpPr>
        <p:spPr>
          <a:xfrm>
            <a:off x="1289304" y="2902913"/>
            <a:ext cx="9849751" cy="3032168"/>
          </a:xfrm>
        </p:spPr>
        <p:txBody>
          <a:bodyPr vert="horz" lIns="91440" tIns="45720" rIns="91440" bIns="45720" rtlCol="0" anchor="ctr">
            <a:normAutofit/>
          </a:bodyPr>
          <a:lstStyle/>
          <a:p>
            <a:pPr marL="0" indent="0">
              <a:buNone/>
            </a:pPr>
            <a:r>
              <a:rPr lang="fr-FR" sz="2000" b="1"/>
              <a:t>Arrêter immédiatement les travaux</a:t>
            </a:r>
            <a:r>
              <a:rPr lang="fr-FR" sz="2000"/>
              <a:t>.</a:t>
            </a:r>
          </a:p>
          <a:p>
            <a:pPr marL="0" indent="0">
              <a:buNone/>
            </a:pPr>
            <a:r>
              <a:rPr lang="fr-FR" sz="2000" b="1"/>
              <a:t>Alerter le responsable de chantier</a:t>
            </a:r>
            <a:r>
              <a:rPr lang="fr-FR" sz="2000"/>
              <a:t> et l’exploitant du réseau.</a:t>
            </a:r>
            <a:endParaRPr lang="fr-FR" sz="2000">
              <a:ea typeface="Calibri" panose="020F0502020204030204"/>
              <a:cs typeface="Calibri" panose="020F0502020204030204"/>
            </a:endParaRPr>
          </a:p>
          <a:p>
            <a:pPr marL="0" indent="0">
              <a:buNone/>
            </a:pPr>
            <a:r>
              <a:rPr lang="fr-FR" sz="2000" b="1"/>
              <a:t>Demander une autorisation spéciale</a:t>
            </a:r>
            <a:r>
              <a:rPr lang="fr-FR" sz="2000"/>
              <a:t> d’intervention à proximité.</a:t>
            </a:r>
            <a:endParaRPr lang="fr-FR" sz="2000">
              <a:ea typeface="Calibri" panose="020F0502020204030204"/>
              <a:cs typeface="Calibri" panose="020F0502020204030204"/>
            </a:endParaRPr>
          </a:p>
          <a:p>
            <a:pPr marL="0" indent="0">
              <a:buNone/>
            </a:pPr>
            <a:r>
              <a:rPr lang="fr-FR" sz="2000"/>
              <a:t>Mettre en place des </a:t>
            </a:r>
            <a:r>
              <a:rPr lang="fr-FR" sz="2000" b="1"/>
              <a:t>dispositifs de protection complémentaires</a:t>
            </a:r>
            <a:r>
              <a:rPr lang="fr-FR" sz="2000"/>
              <a:t> :</a:t>
            </a:r>
            <a:endParaRPr lang="fr-FR" sz="2000">
              <a:ea typeface="Calibri" panose="020F0502020204030204"/>
              <a:cs typeface="Calibri" panose="020F0502020204030204"/>
            </a:endParaRPr>
          </a:p>
          <a:p>
            <a:pPr lvl="1"/>
            <a:r>
              <a:rPr lang="fr-FR" sz="2000"/>
              <a:t>Protection isolante des engins.</a:t>
            </a:r>
          </a:p>
          <a:p>
            <a:pPr lvl="1"/>
            <a:r>
              <a:rPr lang="fr-FR" sz="2000"/>
              <a:t>Mise hors tension temporaire du réseau (sous conditions).</a:t>
            </a:r>
          </a:p>
          <a:p>
            <a:pPr lvl="1"/>
            <a:r>
              <a:rPr lang="fr-FR" sz="2000"/>
              <a:t>Installation d’écrans isolants ou de barrières physiques.</a:t>
            </a:r>
          </a:p>
          <a:p>
            <a:endParaRPr lang="fr-FR" sz="2000"/>
          </a:p>
        </p:txBody>
      </p:sp>
    </p:spTree>
    <p:extLst>
      <p:ext uri="{BB962C8B-B14F-4D97-AF65-F5344CB8AC3E}">
        <p14:creationId xmlns:p14="http://schemas.microsoft.com/office/powerpoint/2010/main" val="2230364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32CA6A-2533-4944-9534-9A87A2EA6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AAC0DD1-6920-CD2C-6901-6A52866EC74C}"/>
              </a:ext>
            </a:extLst>
          </p:cNvPr>
          <p:cNvSpPr>
            <a:spLocks noGrp="1"/>
          </p:cNvSpPr>
          <p:nvPr>
            <p:ph type="title"/>
          </p:nvPr>
        </p:nvSpPr>
        <p:spPr>
          <a:xfrm>
            <a:off x="731521" y="1170431"/>
            <a:ext cx="4875904" cy="5138923"/>
          </a:xfrm>
        </p:spPr>
        <p:txBody>
          <a:bodyPr anchor="ctr">
            <a:normAutofit/>
          </a:bodyPr>
          <a:lstStyle/>
          <a:p>
            <a:r>
              <a:rPr lang="fr-FR" sz="5400" b="1">
                <a:solidFill>
                  <a:schemeClr val="tx2"/>
                </a:solidFill>
              </a:rPr>
              <a:t>6. Conséquences du non-respect des distances</a:t>
            </a:r>
            <a:br>
              <a:rPr lang="fr-FR" sz="5400" b="1">
                <a:solidFill>
                  <a:schemeClr val="tx2"/>
                </a:solidFill>
              </a:rPr>
            </a:br>
            <a:endParaRPr lang="fr-FR" sz="5400">
              <a:solidFill>
                <a:schemeClr val="tx2"/>
              </a:solidFill>
            </a:endParaRPr>
          </a:p>
        </p:txBody>
      </p:sp>
      <p:cxnSp>
        <p:nvCxnSpPr>
          <p:cNvPr id="11" name="Straight Connector 10">
            <a:extLst>
              <a:ext uri="{FF2B5EF4-FFF2-40B4-BE49-F238E27FC236}">
                <a16:creationId xmlns:a16="http://schemas.microsoft.com/office/drawing/2014/main" id="{4CE44FE1-0DFB-4432-B6F1-7BB653044F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D7C4AD9-61C7-4AB6-AAD1-C303A8BE36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68685BF2-60B4-41A0-9B16-61CD8CC782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6" name="Straight Connector 15">
              <a:extLst>
                <a:ext uri="{FF2B5EF4-FFF2-40B4-BE49-F238E27FC236}">
                  <a16:creationId xmlns:a16="http://schemas.microsoft.com/office/drawing/2014/main" id="{64B9126E-B366-45E7-A556-442F4D1620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B6BA6E-8873-4A6F-9AB0-395D23D7D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Espace réservé du contenu 2">
            <a:extLst>
              <a:ext uri="{FF2B5EF4-FFF2-40B4-BE49-F238E27FC236}">
                <a16:creationId xmlns:a16="http://schemas.microsoft.com/office/drawing/2014/main" id="{61A1AF59-0318-631C-BBD7-255977AD6AE1}"/>
              </a:ext>
            </a:extLst>
          </p:cNvPr>
          <p:cNvGraphicFramePr>
            <a:graphicFrameLocks noGrp="1"/>
          </p:cNvGraphicFramePr>
          <p:nvPr>
            <p:ph idx="1"/>
            <p:extLst>
              <p:ext uri="{D42A27DB-BD31-4B8C-83A1-F6EECF244321}">
                <p14:modId xmlns:p14="http://schemas.microsoft.com/office/powerpoint/2010/main" val="1743554657"/>
              </p:ext>
            </p:extLst>
          </p:nvPr>
        </p:nvGraphicFramePr>
        <p:xfrm>
          <a:off x="6361049" y="210312"/>
          <a:ext cx="5581003" cy="59666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9832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B6634BC-48CC-F981-40D2-3E400E319265}"/>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7. Références réglementaires</a:t>
            </a:r>
            <a:br>
              <a:rPr lang="fr-FR" sz="2800" b="1">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C6024076-F43E-8948-426B-7D7316573173}"/>
              </a:ext>
            </a:extLst>
          </p:cNvPr>
          <p:cNvGraphicFramePr>
            <a:graphicFrameLocks noGrp="1"/>
          </p:cNvGraphicFramePr>
          <p:nvPr>
            <p:ph idx="1"/>
            <p:extLst>
              <p:ext uri="{D42A27DB-BD31-4B8C-83A1-F6EECF244321}">
                <p14:modId xmlns:p14="http://schemas.microsoft.com/office/powerpoint/2010/main" val="356824540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7885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548F839-434A-0481-07A3-768BF65307EE}"/>
              </a:ext>
            </a:extLst>
          </p:cNvPr>
          <p:cNvSpPr>
            <a:spLocks noGrp="1"/>
          </p:cNvSpPr>
          <p:nvPr>
            <p:ph type="title"/>
          </p:nvPr>
        </p:nvSpPr>
        <p:spPr>
          <a:xfrm>
            <a:off x="635000" y="640823"/>
            <a:ext cx="3418659" cy="5583148"/>
          </a:xfrm>
        </p:spPr>
        <p:txBody>
          <a:bodyPr anchor="ctr">
            <a:normAutofit/>
          </a:bodyPr>
          <a:lstStyle/>
          <a:p>
            <a:r>
              <a:rPr lang="fr-FR" sz="3400" b="1"/>
              <a:t>8. Recommandations pratiques</a:t>
            </a:r>
            <a:br>
              <a:rPr lang="fr-FR" sz="3400" b="1"/>
            </a:br>
            <a:endParaRPr lang="fr-FR" sz="3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4AF49D07-39CC-61EE-DB37-FF15B4539E88}"/>
              </a:ext>
            </a:extLst>
          </p:cNvPr>
          <p:cNvGraphicFramePr>
            <a:graphicFrameLocks noGrp="1"/>
          </p:cNvGraphicFramePr>
          <p:nvPr>
            <p:ph idx="1"/>
            <p:extLst>
              <p:ext uri="{D42A27DB-BD31-4B8C-83A1-F6EECF244321}">
                <p14:modId xmlns:p14="http://schemas.microsoft.com/office/powerpoint/2010/main" val="51739622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8955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6181502-9B1D-A580-1500-9B3630CF3783}"/>
              </a:ext>
            </a:extLst>
          </p:cNvPr>
          <p:cNvSpPr>
            <a:spLocks noGrp="1"/>
          </p:cNvSpPr>
          <p:nvPr>
            <p:ph type="title"/>
          </p:nvPr>
        </p:nvSpPr>
        <p:spPr>
          <a:xfrm>
            <a:off x="1371597" y="348865"/>
            <a:ext cx="10044023" cy="877729"/>
          </a:xfrm>
        </p:spPr>
        <p:txBody>
          <a:bodyPr anchor="ctr">
            <a:normAutofit/>
          </a:bodyPr>
          <a:lstStyle/>
          <a:p>
            <a:r>
              <a:rPr lang="fr-FR" sz="2800" b="1">
                <a:solidFill>
                  <a:srgbClr val="FFFFFF"/>
                </a:solidFill>
              </a:rPr>
              <a:t>1. Risques spécifiques aux réseaux :</a:t>
            </a:r>
            <a:br>
              <a:rPr lang="fr-FR" sz="2800" b="1">
                <a:solidFill>
                  <a:srgbClr val="FFFFFF"/>
                </a:solidFill>
              </a:rPr>
            </a:br>
            <a:endParaRPr lang="fr-FR" sz="2800">
              <a:solidFill>
                <a:srgbClr val="FFFFFF"/>
              </a:solidFill>
            </a:endParaRPr>
          </a:p>
        </p:txBody>
      </p:sp>
      <p:graphicFrame>
        <p:nvGraphicFramePr>
          <p:cNvPr id="5" name="Espace réservé du contenu 2">
            <a:extLst>
              <a:ext uri="{FF2B5EF4-FFF2-40B4-BE49-F238E27FC236}">
                <a16:creationId xmlns:a16="http://schemas.microsoft.com/office/drawing/2014/main" id="{6A300E7F-3CE9-3533-6F2F-9060D0E6C8B6}"/>
              </a:ext>
            </a:extLst>
          </p:cNvPr>
          <p:cNvGraphicFramePr>
            <a:graphicFrameLocks noGrp="1"/>
          </p:cNvGraphicFramePr>
          <p:nvPr>
            <p:ph idx="1"/>
            <p:extLst>
              <p:ext uri="{D42A27DB-BD31-4B8C-83A1-F6EECF244321}">
                <p14:modId xmlns:p14="http://schemas.microsoft.com/office/powerpoint/2010/main" val="28805928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186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19E3B62-E1A9-DFA1-276D-042ED01E00D4}"/>
              </a:ext>
            </a:extLst>
          </p:cNvPr>
          <p:cNvSpPr>
            <a:spLocks noGrp="1"/>
          </p:cNvSpPr>
          <p:nvPr>
            <p:ph type="title"/>
          </p:nvPr>
        </p:nvSpPr>
        <p:spPr>
          <a:xfrm>
            <a:off x="589560" y="856180"/>
            <a:ext cx="5279408" cy="1128068"/>
          </a:xfrm>
        </p:spPr>
        <p:txBody>
          <a:bodyPr anchor="ctr">
            <a:normAutofit/>
          </a:bodyPr>
          <a:lstStyle/>
          <a:p>
            <a:r>
              <a:rPr lang="fr-FR" sz="2500" b="1"/>
              <a:t>Pourquoi les distances de sécurité en cas de contact avec une ligne HT?</a:t>
            </a:r>
            <a:endParaRPr lang="fr-FR" sz="2500"/>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1C543854-4C00-CC7F-E389-6DA362AC5F5D}"/>
              </a:ext>
            </a:extLst>
          </p:cNvPr>
          <p:cNvSpPr>
            <a:spLocks noGrp="1"/>
          </p:cNvSpPr>
          <p:nvPr>
            <p:ph idx="1"/>
          </p:nvPr>
        </p:nvSpPr>
        <p:spPr>
          <a:xfrm>
            <a:off x="590719" y="2330505"/>
            <a:ext cx="5278066" cy="3979585"/>
          </a:xfrm>
        </p:spPr>
        <p:txBody>
          <a:bodyPr vert="horz" lIns="91440" tIns="45720" rIns="91440" bIns="45720" rtlCol="0" anchor="ctr">
            <a:normAutofit/>
          </a:bodyPr>
          <a:lstStyle/>
          <a:p>
            <a:pPr marL="0" indent="0">
              <a:buNone/>
            </a:pPr>
            <a:br>
              <a:rPr lang="fr-FR" sz="2000"/>
            </a:br>
            <a:r>
              <a:rPr lang="fr-FR" sz="2000"/>
              <a:t>Elles permettent d’éviter le contact accidentel ou l’effet d’arc électrique avec les lignes sous tension, et les dommages aux réseaux enterrés.</a:t>
            </a:r>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Protection contre le risque d'arcs électriques - Arc Flash | DEKRA  Industrial">
            <a:extLst>
              <a:ext uri="{FF2B5EF4-FFF2-40B4-BE49-F238E27FC236}">
                <a16:creationId xmlns:a16="http://schemas.microsoft.com/office/drawing/2014/main" id="{D4C89C92-8272-B81D-4A4E-0367FC28660C}"/>
              </a:ext>
            </a:extLst>
          </p:cNvPr>
          <p:cNvPicPr>
            <a:picLocks noChangeAspect="1"/>
          </p:cNvPicPr>
          <p:nvPr/>
        </p:nvPicPr>
        <p:blipFill>
          <a:blip r:embed="rId2"/>
          <a:stretch>
            <a:fillRect/>
          </a:stretch>
        </p:blipFill>
        <p:spPr>
          <a:xfrm>
            <a:off x="7340888" y="581892"/>
            <a:ext cx="3882502" cy="2518756"/>
          </a:xfrm>
          <a:prstGeom prst="rect">
            <a:avLst/>
          </a:prstGeom>
        </p:spPr>
      </p:pic>
      <p:sp>
        <p:nvSpPr>
          <p:cNvPr id="22" name="Rectangle 21">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Arc électrique (Haute Tension)">
            <a:extLst>
              <a:ext uri="{FF2B5EF4-FFF2-40B4-BE49-F238E27FC236}">
                <a16:creationId xmlns:a16="http://schemas.microsoft.com/office/drawing/2014/main" id="{0B38DA71-7251-EE3C-4FCC-2D9FB5EA429C}"/>
              </a:ext>
            </a:extLst>
          </p:cNvPr>
          <p:cNvPicPr>
            <a:picLocks noChangeAspect="1"/>
          </p:cNvPicPr>
          <p:nvPr/>
        </p:nvPicPr>
        <p:blipFill>
          <a:blip r:embed="rId3"/>
          <a:stretch>
            <a:fillRect/>
          </a:stretch>
        </p:blipFill>
        <p:spPr>
          <a:xfrm>
            <a:off x="7599873" y="3707894"/>
            <a:ext cx="3362669" cy="2518756"/>
          </a:xfrm>
          <a:prstGeom prst="rect">
            <a:avLst/>
          </a:prstGeom>
        </p:spPr>
      </p:pic>
    </p:spTree>
    <p:extLst>
      <p:ext uri="{BB962C8B-B14F-4D97-AF65-F5344CB8AC3E}">
        <p14:creationId xmlns:p14="http://schemas.microsoft.com/office/powerpoint/2010/main" val="1762314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D36190-A1A0-5BBA-3837-E00B751B3DAF}"/>
              </a:ext>
            </a:extLst>
          </p:cNvPr>
          <p:cNvPicPr>
            <a:picLocks noChangeAspect="1"/>
          </p:cNvPicPr>
          <p:nvPr/>
        </p:nvPicPr>
        <p:blipFill>
          <a:blip r:embed="rId2">
            <a:duotone>
              <a:schemeClr val="bg2">
                <a:shade val="45000"/>
                <a:satMod val="135000"/>
              </a:schemeClr>
              <a:prstClr val="white"/>
            </a:duotone>
          </a:blip>
          <a:srcRect t="9092" r="9085" b="-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2E5713A-E0C4-43B6-2858-1197609E6324}"/>
              </a:ext>
            </a:extLst>
          </p:cNvPr>
          <p:cNvSpPr>
            <a:spLocks noGrp="1"/>
          </p:cNvSpPr>
          <p:nvPr>
            <p:ph type="title"/>
          </p:nvPr>
        </p:nvSpPr>
        <p:spPr>
          <a:xfrm>
            <a:off x="838200" y="365125"/>
            <a:ext cx="10515600" cy="1325563"/>
          </a:xfrm>
        </p:spPr>
        <p:txBody>
          <a:bodyPr>
            <a:normAutofit/>
          </a:bodyPr>
          <a:lstStyle/>
          <a:p>
            <a:r>
              <a:rPr lang="fr-FR" altLang="fr-FR" sz="3100" b="1" dirty="0">
                <a:latin typeface="Arial"/>
                <a:cs typeface="Arial"/>
              </a:rPr>
              <a:t>Que faire si on ne peut pas respecter ces distances ?</a:t>
            </a:r>
            <a:br>
              <a:rPr lang="fr-FR" altLang="fr-FR" sz="3100">
                <a:latin typeface="Arial" panose="020B0604020202020204" pitchFamily="34" charset="0"/>
              </a:rPr>
            </a:br>
            <a:endParaRPr lang="fr-FR" sz="3100"/>
          </a:p>
        </p:txBody>
      </p:sp>
      <p:graphicFrame>
        <p:nvGraphicFramePr>
          <p:cNvPr id="6" name="Rectangle 1">
            <a:extLst>
              <a:ext uri="{FF2B5EF4-FFF2-40B4-BE49-F238E27FC236}">
                <a16:creationId xmlns:a16="http://schemas.microsoft.com/office/drawing/2014/main" id="{DAB93174-03FB-1B56-9D01-DE2C64D9A186}"/>
              </a:ext>
            </a:extLst>
          </p:cNvPr>
          <p:cNvGraphicFramePr>
            <a:graphicFrameLocks noGrp="1"/>
          </p:cNvGraphicFramePr>
          <p:nvPr>
            <p:ph idx="1"/>
            <p:extLst>
              <p:ext uri="{D42A27DB-BD31-4B8C-83A1-F6EECF244321}">
                <p14:modId xmlns:p14="http://schemas.microsoft.com/office/powerpoint/2010/main" val="31894440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8957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8DC9CA6-8EF6-52F2-C153-C07768D012CE}"/>
              </a:ext>
            </a:extLst>
          </p:cNvPr>
          <p:cNvSpPr>
            <a:spLocks noGrp="1"/>
          </p:cNvSpPr>
          <p:nvPr>
            <p:ph type="title"/>
          </p:nvPr>
        </p:nvSpPr>
        <p:spPr>
          <a:xfrm>
            <a:off x="5297762" y="329184"/>
            <a:ext cx="6251110" cy="1783080"/>
          </a:xfrm>
        </p:spPr>
        <p:txBody>
          <a:bodyPr anchor="b">
            <a:normAutofit/>
          </a:bodyPr>
          <a:lstStyle/>
          <a:p>
            <a:r>
              <a:rPr lang="fr-FR" altLang="fr-FR" sz="3800" b="1">
                <a:latin typeface="Arial" panose="020B0604020202020204" pitchFamily="34" charset="0"/>
              </a:rPr>
              <a:t>Conséquences en cas de non-respect</a:t>
            </a:r>
            <a:br>
              <a:rPr lang="fr-FR" altLang="fr-FR" sz="3800">
                <a:latin typeface="Arial" panose="020B0604020202020204" pitchFamily="34" charset="0"/>
              </a:rPr>
            </a:br>
            <a:endParaRPr lang="fr-FR" sz="3800"/>
          </a:p>
        </p:txBody>
      </p:sp>
      <p:pic>
        <p:nvPicPr>
          <p:cNvPr id="6" name="Picture 5" descr="Feu et fumée">
            <a:extLst>
              <a:ext uri="{FF2B5EF4-FFF2-40B4-BE49-F238E27FC236}">
                <a16:creationId xmlns:a16="http://schemas.microsoft.com/office/drawing/2014/main" id="{6EE4F84D-CE15-AE47-D2FA-FE67F3F35F7A}"/>
              </a:ext>
            </a:extLst>
          </p:cNvPr>
          <p:cNvPicPr>
            <a:picLocks noChangeAspect="1"/>
          </p:cNvPicPr>
          <p:nvPr/>
        </p:nvPicPr>
        <p:blipFill>
          <a:blip r:embed="rId2"/>
          <a:srcRect l="28958" r="25777" b="-3"/>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00A14D2-AD57-1042-F706-16CCB3F1D603}"/>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panose="020B0604020202020204" pitchFamily="34" charset="0"/>
              </a:rPr>
              <a:t>Risques graves d’électrocution, incendie, explosion.</a:t>
            </a: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panose="020B0604020202020204" pitchFamily="34" charset="0"/>
              </a:rPr>
              <a:t>Responsabilités civiles et pénales de l’opérateur et de l’entreprise.</a:t>
            </a:r>
          </a:p>
          <a:p>
            <a:pPr marL="0" marR="0" lvl="0" indent="0" defTabSz="914400" rtl="0" eaLnBrk="0" fontAlgn="base" latinLnBrk="0" hangingPunct="0">
              <a:spcBef>
                <a:spcPct val="0"/>
              </a:spcBef>
              <a:spcAft>
                <a:spcPts val="600"/>
              </a:spcAft>
              <a:buClrTx/>
              <a:buSzTx/>
              <a:buFontTx/>
              <a:buChar char="•"/>
              <a:tabLst/>
            </a:pPr>
            <a:r>
              <a:rPr kumimoji="0" lang="fr-FR" altLang="fr-FR" sz="2200" b="0" i="0" u="none" strike="noStrike" cap="none" normalizeH="0" baseline="0">
                <a:ln>
                  <a:noFill/>
                </a:ln>
                <a:effectLst/>
                <a:latin typeface="Arial" panose="020B0604020202020204" pitchFamily="34" charset="0"/>
              </a:rPr>
              <a:t>Arrêt du chantier et sanctions.</a:t>
            </a:r>
          </a:p>
        </p:txBody>
      </p:sp>
    </p:spTree>
    <p:extLst>
      <p:ext uri="{BB962C8B-B14F-4D97-AF65-F5344CB8AC3E}">
        <p14:creationId xmlns:p14="http://schemas.microsoft.com/office/powerpoint/2010/main" val="2718379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29241F14-E7DB-5C75-D7A5-3BFBB749D20E}"/>
              </a:ext>
            </a:extLst>
          </p:cNvPr>
          <p:cNvSpPr>
            <a:spLocks noGrp="1"/>
          </p:cNvSpPr>
          <p:nvPr>
            <p:ph type="title"/>
          </p:nvPr>
        </p:nvSpPr>
        <p:spPr>
          <a:xfrm>
            <a:off x="479394" y="1070800"/>
            <a:ext cx="3939688" cy="5583126"/>
          </a:xfrm>
        </p:spPr>
        <p:txBody>
          <a:bodyPr>
            <a:normAutofit/>
          </a:bodyPr>
          <a:lstStyle/>
          <a:p>
            <a:pPr algn="r"/>
            <a:r>
              <a:rPr lang="fr-FR" sz="6800" b="1"/>
              <a:t>2. Facteurs aggravants des incidents :</a:t>
            </a:r>
            <a:br>
              <a:rPr lang="fr-FR" sz="6800" b="1"/>
            </a:br>
            <a:endParaRPr lang="fr-FR" sz="68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377C35D5-D067-4E9F-240B-87700F4A915D}"/>
              </a:ext>
            </a:extLst>
          </p:cNvPr>
          <p:cNvGraphicFramePr>
            <a:graphicFrameLocks noGrp="1"/>
          </p:cNvGraphicFramePr>
          <p:nvPr>
            <p:ph idx="1"/>
            <p:extLst>
              <p:ext uri="{D42A27DB-BD31-4B8C-83A1-F6EECF244321}">
                <p14:modId xmlns:p14="http://schemas.microsoft.com/office/powerpoint/2010/main" val="108413230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6996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7D5FB2-D840-96F2-26E7-7F859C3CC9D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87866D2-2948-79C9-76DD-C4E58A9A424D}"/>
              </a:ext>
            </a:extLst>
          </p:cNvPr>
          <p:cNvSpPr>
            <a:spLocks noGrp="1"/>
          </p:cNvSpPr>
          <p:nvPr>
            <p:ph type="title"/>
          </p:nvPr>
        </p:nvSpPr>
        <p:spPr>
          <a:xfrm>
            <a:off x="838200" y="459863"/>
            <a:ext cx="10515600" cy="1004594"/>
          </a:xfrm>
        </p:spPr>
        <p:txBody>
          <a:bodyPr>
            <a:normAutofit/>
          </a:bodyPr>
          <a:lstStyle/>
          <a:p>
            <a:pPr algn="ctr"/>
            <a:r>
              <a:rPr lang="fr-FR" sz="3100" b="1">
                <a:solidFill>
                  <a:srgbClr val="FFFFFF"/>
                </a:solidFill>
              </a:rPr>
              <a:t>3. Mesures de prévention à appliquer :</a:t>
            </a:r>
            <a:br>
              <a:rPr lang="fr-FR" sz="3100" b="1">
                <a:solidFill>
                  <a:srgbClr val="FFFFFF"/>
                </a:solidFill>
              </a:rPr>
            </a:br>
            <a:endParaRPr lang="fr-FR" sz="3100">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8A0E1B04-7BB2-223B-638C-E2A53A5B7A23}"/>
              </a:ext>
            </a:extLst>
          </p:cNvPr>
          <p:cNvGraphicFramePr>
            <a:graphicFrameLocks noGrp="1"/>
          </p:cNvGraphicFramePr>
          <p:nvPr>
            <p:ph idx="1"/>
            <p:extLst>
              <p:ext uri="{D42A27DB-BD31-4B8C-83A1-F6EECF244321}">
                <p14:modId xmlns:p14="http://schemas.microsoft.com/office/powerpoint/2010/main" val="2646274749"/>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4886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314A5F-122A-EC35-11D9-FFAAFD7FD36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9ADDBF17-A362-AAB7-F940-3D903DC1B07B}"/>
              </a:ext>
            </a:extLst>
          </p:cNvPr>
          <p:cNvSpPr>
            <a:spLocks noGrp="1"/>
          </p:cNvSpPr>
          <p:nvPr>
            <p:ph type="title"/>
          </p:nvPr>
        </p:nvSpPr>
        <p:spPr>
          <a:xfrm>
            <a:off x="479394" y="1070800"/>
            <a:ext cx="3939688" cy="5583126"/>
          </a:xfrm>
        </p:spPr>
        <p:txBody>
          <a:bodyPr>
            <a:normAutofit/>
          </a:bodyPr>
          <a:lstStyle/>
          <a:p>
            <a:pPr algn="r"/>
            <a:r>
              <a:rPr lang="fr-FR" sz="6800" b="1"/>
              <a:t>4. Moyens de protection :</a:t>
            </a:r>
            <a:br>
              <a:rPr lang="fr-FR" sz="6800" b="1"/>
            </a:br>
            <a:endParaRPr lang="fr-FR" sz="68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369FC2E6-0C57-D665-CBF1-75FD22765A0E}"/>
              </a:ext>
            </a:extLst>
          </p:cNvPr>
          <p:cNvGraphicFramePr>
            <a:graphicFrameLocks noGrp="1"/>
          </p:cNvGraphicFramePr>
          <p:nvPr>
            <p:ph idx="1"/>
            <p:extLst>
              <p:ext uri="{D42A27DB-BD31-4B8C-83A1-F6EECF244321}">
                <p14:modId xmlns:p14="http://schemas.microsoft.com/office/powerpoint/2010/main" val="237025639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6872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DC323C-EAC1-7D09-80DF-31B414101F4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3A6347F6-728A-F908-887D-689D0AF2AF5C}"/>
              </a:ext>
            </a:extLst>
          </p:cNvPr>
          <p:cNvSpPr>
            <a:spLocks noGrp="1"/>
          </p:cNvSpPr>
          <p:nvPr>
            <p:ph type="title"/>
          </p:nvPr>
        </p:nvSpPr>
        <p:spPr>
          <a:xfrm>
            <a:off x="479394" y="1070800"/>
            <a:ext cx="3939688" cy="5583126"/>
          </a:xfrm>
        </p:spPr>
        <p:txBody>
          <a:bodyPr>
            <a:normAutofit/>
          </a:bodyPr>
          <a:lstStyle/>
          <a:p>
            <a:pPr algn="r"/>
            <a:r>
              <a:rPr lang="fr-FR" sz="3800" b="1"/>
              <a:t>Bloc 4 – Conduite à tenir en cas d’incident ou d’endommagement</a:t>
            </a:r>
            <a:br>
              <a:rPr lang="fr-FR" sz="3800" b="1"/>
            </a:br>
            <a:endParaRPr lang="fr-FR" sz="38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5B77C1E6-DDBA-C383-3884-62804CA6C2EF}"/>
              </a:ext>
            </a:extLst>
          </p:cNvPr>
          <p:cNvGraphicFramePr>
            <a:graphicFrameLocks noGrp="1"/>
          </p:cNvGraphicFramePr>
          <p:nvPr>
            <p:ph idx="1"/>
            <p:extLst>
              <p:ext uri="{D42A27DB-BD31-4B8C-83A1-F6EECF244321}">
                <p14:modId xmlns:p14="http://schemas.microsoft.com/office/powerpoint/2010/main" val="4266254567"/>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9915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828B19-210C-03F7-F3D6-5DCEDF808821}"/>
            </a:ext>
          </a:extLst>
        </p:cNvPr>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Câbles en fibre multicolore">
            <a:extLst>
              <a:ext uri="{FF2B5EF4-FFF2-40B4-BE49-F238E27FC236}">
                <a16:creationId xmlns:a16="http://schemas.microsoft.com/office/drawing/2014/main" id="{FA735218-582A-8531-7905-64EE635D2CBB}"/>
              </a:ext>
            </a:extLst>
          </p:cNvPr>
          <p:cNvPicPr>
            <a:picLocks noChangeAspect="1"/>
          </p:cNvPicPr>
          <p:nvPr/>
        </p:nvPicPr>
        <p:blipFill>
          <a:blip r:embed="rId2"/>
          <a:srcRect l="27010" r="14035" b="7"/>
          <a:stretch>
            <a:fillRect/>
          </a:stretch>
        </p:blipFill>
        <p:spPr>
          <a:xfrm>
            <a:off x="6751295" y="10"/>
            <a:ext cx="5565807" cy="6857990"/>
          </a:xfrm>
          <a:prstGeom prst="rect">
            <a:avLst/>
          </a:prstGeom>
        </p:spPr>
      </p:pic>
      <p:sp useBgFill="1">
        <p:nvSpPr>
          <p:cNvPr id="14" name="Rectangle 13">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7E6F8FC-B594-4350-E530-C86E5E55BF80}"/>
              </a:ext>
            </a:extLst>
          </p:cNvPr>
          <p:cNvSpPr>
            <a:spLocks noGrp="1"/>
          </p:cNvSpPr>
          <p:nvPr>
            <p:ph type="title"/>
          </p:nvPr>
        </p:nvSpPr>
        <p:spPr>
          <a:xfrm>
            <a:off x="761801" y="328512"/>
            <a:ext cx="4778387" cy="1628970"/>
          </a:xfrm>
        </p:spPr>
        <p:txBody>
          <a:bodyPr anchor="ctr">
            <a:normAutofit/>
          </a:bodyPr>
          <a:lstStyle/>
          <a:p>
            <a:r>
              <a:rPr lang="fr-FR" sz="4000" b="1" dirty="0"/>
              <a:t>1. Incidents possibles :</a:t>
            </a:r>
            <a:br>
              <a:rPr lang="fr-FR" sz="4000" b="1"/>
            </a:br>
            <a:endParaRPr lang="fr-FR" sz="4000"/>
          </a:p>
        </p:txBody>
      </p:sp>
      <p:sp>
        <p:nvSpPr>
          <p:cNvPr id="3" name="Espace réservé du contenu 2">
            <a:extLst>
              <a:ext uri="{FF2B5EF4-FFF2-40B4-BE49-F238E27FC236}">
                <a16:creationId xmlns:a16="http://schemas.microsoft.com/office/drawing/2014/main" id="{0BC0C0F5-2D12-918F-8776-B1310B536E54}"/>
              </a:ext>
            </a:extLst>
          </p:cNvPr>
          <p:cNvSpPr>
            <a:spLocks noGrp="1"/>
          </p:cNvSpPr>
          <p:nvPr>
            <p:ph idx="1"/>
          </p:nvPr>
        </p:nvSpPr>
        <p:spPr>
          <a:xfrm>
            <a:off x="761801" y="2884929"/>
            <a:ext cx="5342144" cy="3374137"/>
          </a:xfrm>
        </p:spPr>
        <p:txBody>
          <a:bodyPr anchor="ctr">
            <a:normAutofit/>
          </a:bodyPr>
          <a:lstStyle/>
          <a:p>
            <a:r>
              <a:rPr lang="fr-FR" sz="2000"/>
              <a:t>Endommagement de câbles électriques, de conduites de gaz ou d’eau.</a:t>
            </a:r>
          </a:p>
          <a:p>
            <a:r>
              <a:rPr lang="fr-FR" sz="2000"/>
              <a:t>Rupture de réseau de télécommunications ou de fibre optique.</a:t>
            </a:r>
          </a:p>
          <a:p>
            <a:r>
              <a:rPr lang="fr-FR" sz="2000"/>
              <a:t>Contact direct ou indirect avec un réseau sous tension.</a:t>
            </a:r>
          </a:p>
          <a:p>
            <a:r>
              <a:rPr lang="fr-FR" sz="2000"/>
              <a:t>Déclenchement d’un dégagement de gaz, fuite de fluide, ou incendie.</a:t>
            </a:r>
          </a:p>
          <a:p>
            <a:endParaRPr lang="fr-FR" sz="2000"/>
          </a:p>
        </p:txBody>
      </p:sp>
    </p:spTree>
    <p:extLst>
      <p:ext uri="{BB962C8B-B14F-4D97-AF65-F5344CB8AC3E}">
        <p14:creationId xmlns:p14="http://schemas.microsoft.com/office/powerpoint/2010/main" val="38841248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6FDC468-ACCA-8381-D041-A44675977D99}"/>
              </a:ext>
            </a:extLst>
          </p:cNvPr>
          <p:cNvSpPr>
            <a:spLocks noGrp="1"/>
          </p:cNvSpPr>
          <p:nvPr>
            <p:ph type="title"/>
          </p:nvPr>
        </p:nvSpPr>
        <p:spPr>
          <a:xfrm>
            <a:off x="1371597" y="348865"/>
            <a:ext cx="10044023" cy="877729"/>
          </a:xfrm>
        </p:spPr>
        <p:txBody>
          <a:bodyPr anchor="ctr">
            <a:normAutofit/>
          </a:bodyPr>
          <a:lstStyle/>
          <a:p>
            <a:endParaRPr lang="fr-FR" sz="4000">
              <a:solidFill>
                <a:srgbClr val="FFFFFF"/>
              </a:solidFill>
            </a:endParaRPr>
          </a:p>
        </p:txBody>
      </p:sp>
      <p:graphicFrame>
        <p:nvGraphicFramePr>
          <p:cNvPr id="13" name="Rectangle 1">
            <a:extLst>
              <a:ext uri="{FF2B5EF4-FFF2-40B4-BE49-F238E27FC236}">
                <a16:creationId xmlns:a16="http://schemas.microsoft.com/office/drawing/2014/main" id="{017D6E72-6B53-21C8-1246-4A6D09E39D3F}"/>
              </a:ext>
            </a:extLst>
          </p:cNvPr>
          <p:cNvGraphicFramePr>
            <a:graphicFrameLocks noGrp="1"/>
          </p:cNvGraphicFramePr>
          <p:nvPr>
            <p:ph idx="1"/>
            <p:extLst>
              <p:ext uri="{D42A27DB-BD31-4B8C-83A1-F6EECF244321}">
                <p14:modId xmlns:p14="http://schemas.microsoft.com/office/powerpoint/2010/main" val="80183208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129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F7E922-BA8E-98B9-89ED-A01C9A84BFF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1B181E-813B-3F75-41BF-B5A3E256F3B3}"/>
              </a:ext>
            </a:extLst>
          </p:cNvPr>
          <p:cNvSpPr>
            <a:spLocks noGrp="1"/>
          </p:cNvSpPr>
          <p:nvPr>
            <p:ph type="title"/>
          </p:nvPr>
        </p:nvSpPr>
        <p:spPr>
          <a:xfrm>
            <a:off x="586478" y="1683756"/>
            <a:ext cx="3115265" cy="2396359"/>
          </a:xfrm>
        </p:spPr>
        <p:txBody>
          <a:bodyPr anchor="b">
            <a:normAutofit/>
          </a:bodyPr>
          <a:lstStyle/>
          <a:p>
            <a:pPr algn="r"/>
            <a:r>
              <a:rPr lang="fr-FR" sz="4000" b="1">
                <a:solidFill>
                  <a:srgbClr val="FFFFFF"/>
                </a:solidFill>
              </a:rPr>
              <a:t>2. Conduite à tenir immédiate :</a:t>
            </a:r>
            <a:br>
              <a:rPr lang="fr-FR" sz="4000" b="1">
                <a:solidFill>
                  <a:srgbClr val="FFFFFF"/>
                </a:solidFill>
              </a:rPr>
            </a:br>
            <a:endParaRPr lang="fr-FR" sz="4000">
              <a:solidFill>
                <a:srgbClr val="FFFFFF"/>
              </a:solidFill>
            </a:endParaRPr>
          </a:p>
        </p:txBody>
      </p:sp>
      <p:graphicFrame>
        <p:nvGraphicFramePr>
          <p:cNvPr id="5" name="Espace réservé du contenu 2">
            <a:extLst>
              <a:ext uri="{FF2B5EF4-FFF2-40B4-BE49-F238E27FC236}">
                <a16:creationId xmlns:a16="http://schemas.microsoft.com/office/drawing/2014/main" id="{AC8161D4-D1F1-0BB9-3A76-3CA09E043E05}"/>
              </a:ext>
            </a:extLst>
          </p:cNvPr>
          <p:cNvGraphicFramePr>
            <a:graphicFrameLocks noGrp="1"/>
          </p:cNvGraphicFramePr>
          <p:nvPr>
            <p:ph idx="1"/>
            <p:extLst>
              <p:ext uri="{D42A27DB-BD31-4B8C-83A1-F6EECF244321}">
                <p14:modId xmlns:p14="http://schemas.microsoft.com/office/powerpoint/2010/main" val="298417321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716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019467-501D-9B84-72F6-38184CD24B19}"/>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AA9D104-7FDA-B554-946A-D2360CA8203F}"/>
              </a:ext>
            </a:extLst>
          </p:cNvPr>
          <p:cNvSpPr>
            <a:spLocks noGrp="1"/>
          </p:cNvSpPr>
          <p:nvPr>
            <p:ph type="title"/>
          </p:nvPr>
        </p:nvSpPr>
        <p:spPr>
          <a:xfrm>
            <a:off x="612648" y="365125"/>
            <a:ext cx="5295015" cy="2063808"/>
          </a:xfrm>
        </p:spPr>
        <p:txBody>
          <a:bodyPr anchor="b">
            <a:normAutofit/>
          </a:bodyPr>
          <a:lstStyle/>
          <a:p>
            <a:r>
              <a:rPr lang="fr-FR" sz="4600" b="1"/>
              <a:t>3. Alerter les services compétents :</a:t>
            </a:r>
            <a:br>
              <a:rPr lang="fr-FR" sz="4600" b="1"/>
            </a:br>
            <a:endParaRPr lang="fr-FR" sz="4600"/>
          </a:p>
        </p:txBody>
      </p:sp>
      <p:sp>
        <p:nvSpPr>
          <p:cNvPr id="18"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Espace réservé du contenu 2">
            <a:extLst>
              <a:ext uri="{FF2B5EF4-FFF2-40B4-BE49-F238E27FC236}">
                <a16:creationId xmlns:a16="http://schemas.microsoft.com/office/drawing/2014/main" id="{0980DF77-1901-1C97-CF89-2BFFAAC91D80}"/>
              </a:ext>
            </a:extLst>
          </p:cNvPr>
          <p:cNvSpPr>
            <a:spLocks noGrp="1"/>
          </p:cNvSpPr>
          <p:nvPr>
            <p:ph idx="1"/>
          </p:nvPr>
        </p:nvSpPr>
        <p:spPr>
          <a:xfrm>
            <a:off x="612648" y="2908005"/>
            <a:ext cx="5295015" cy="3268957"/>
          </a:xfrm>
        </p:spPr>
        <p:txBody>
          <a:bodyPr>
            <a:normAutofit/>
          </a:bodyPr>
          <a:lstStyle/>
          <a:p>
            <a:r>
              <a:rPr lang="fr-FR" sz="2200"/>
              <a:t>Contacter </a:t>
            </a:r>
            <a:r>
              <a:rPr lang="fr-FR" sz="2200" b="1"/>
              <a:t>le propriétaire ou exploitant du réseau</a:t>
            </a:r>
            <a:r>
              <a:rPr lang="fr-FR" sz="2200"/>
              <a:t> concerné (numéros d’urgence disponibles sur la DICT).</a:t>
            </a:r>
          </a:p>
          <a:p>
            <a:r>
              <a:rPr lang="fr-FR" sz="2200"/>
              <a:t>Appeler les </a:t>
            </a:r>
            <a:r>
              <a:rPr lang="fr-FR" sz="2200" b="1"/>
              <a:t>services d’urgence</a:t>
            </a:r>
            <a:r>
              <a:rPr lang="fr-FR" sz="2200"/>
              <a:t> si nécessaire :</a:t>
            </a:r>
          </a:p>
          <a:p>
            <a:pPr lvl="1"/>
            <a:r>
              <a:rPr lang="fr-FR" sz="2200"/>
              <a:t>Pompiers (18 ou 112)</a:t>
            </a:r>
          </a:p>
          <a:p>
            <a:pPr lvl="1"/>
            <a:r>
              <a:rPr lang="fr-FR" sz="2200"/>
              <a:t>GRDF pour le gaz (0 800 47 33 33)</a:t>
            </a:r>
          </a:p>
          <a:p>
            <a:pPr lvl="1"/>
            <a:r>
              <a:rPr lang="fr-FR" sz="2200"/>
              <a:t>ENEDIS pour l’électricité (09 726 750 + numéro du département)</a:t>
            </a:r>
          </a:p>
          <a:p>
            <a:endParaRPr lang="fr-FR" sz="2200"/>
          </a:p>
        </p:txBody>
      </p:sp>
      <p:pic>
        <p:nvPicPr>
          <p:cNvPr id="4" name="Image 3" descr="Quel est le numéro de téléphone pour appeler les pompiers ?">
            <a:extLst>
              <a:ext uri="{FF2B5EF4-FFF2-40B4-BE49-F238E27FC236}">
                <a16:creationId xmlns:a16="http://schemas.microsoft.com/office/drawing/2014/main" id="{4D714A1B-8761-E316-73EE-566BB4912E83}"/>
              </a:ext>
            </a:extLst>
          </p:cNvPr>
          <p:cNvPicPr>
            <a:picLocks noChangeAspect="1"/>
          </p:cNvPicPr>
          <p:nvPr/>
        </p:nvPicPr>
        <p:blipFill>
          <a:blip r:embed="rId2"/>
          <a:stretch>
            <a:fillRect/>
          </a:stretch>
        </p:blipFill>
        <p:spPr>
          <a:xfrm>
            <a:off x="6396397" y="502825"/>
            <a:ext cx="2603605" cy="2603605"/>
          </a:xfrm>
          <a:prstGeom prst="rect">
            <a:avLst/>
          </a:prstGeom>
        </p:spPr>
      </p:pic>
      <p:pic>
        <p:nvPicPr>
          <p:cNvPr id="6" name="Image 5" descr="Gestion du parc d'impression des traceurs grand format EDF/ENEDIS - Emaging  Computer France">
            <a:extLst>
              <a:ext uri="{FF2B5EF4-FFF2-40B4-BE49-F238E27FC236}">
                <a16:creationId xmlns:a16="http://schemas.microsoft.com/office/drawing/2014/main" id="{30C482A2-5804-4C0E-BFE2-6DB133FACAC1}"/>
              </a:ext>
            </a:extLst>
          </p:cNvPr>
          <p:cNvPicPr>
            <a:picLocks noChangeAspect="1"/>
          </p:cNvPicPr>
          <p:nvPr/>
        </p:nvPicPr>
        <p:blipFill>
          <a:blip r:embed="rId3"/>
          <a:stretch>
            <a:fillRect/>
          </a:stretch>
        </p:blipFill>
        <p:spPr>
          <a:xfrm>
            <a:off x="9224328" y="1189666"/>
            <a:ext cx="2603605" cy="1229923"/>
          </a:xfrm>
          <a:prstGeom prst="rect">
            <a:avLst/>
          </a:prstGeom>
        </p:spPr>
      </p:pic>
      <p:pic>
        <p:nvPicPr>
          <p:cNvPr id="5" name="Image 4" descr="Service client GRDF : téléphone, horaires, adresse et tarif">
            <a:extLst>
              <a:ext uri="{FF2B5EF4-FFF2-40B4-BE49-F238E27FC236}">
                <a16:creationId xmlns:a16="http://schemas.microsoft.com/office/drawing/2014/main" id="{AB082850-A8CD-D396-F7D1-2DED2E4FA92C}"/>
              </a:ext>
            </a:extLst>
          </p:cNvPr>
          <p:cNvPicPr>
            <a:picLocks noChangeAspect="1"/>
          </p:cNvPicPr>
          <p:nvPr/>
        </p:nvPicPr>
        <p:blipFill>
          <a:blip r:embed="rId4"/>
          <a:stretch>
            <a:fillRect/>
          </a:stretch>
        </p:blipFill>
        <p:spPr>
          <a:xfrm>
            <a:off x="6396397" y="3572725"/>
            <a:ext cx="5431536" cy="2457770"/>
          </a:xfrm>
          <a:prstGeom prst="rect">
            <a:avLst/>
          </a:prstGeom>
        </p:spPr>
      </p:pic>
    </p:spTree>
    <p:extLst>
      <p:ext uri="{BB962C8B-B14F-4D97-AF65-F5344CB8AC3E}">
        <p14:creationId xmlns:p14="http://schemas.microsoft.com/office/powerpoint/2010/main" val="12437656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A96AA7-E537-E41D-5834-FB04B4BAB6B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FD4684E7-7A06-4EFD-CC56-3A8B4D35728A}"/>
              </a:ext>
            </a:extLst>
          </p:cNvPr>
          <p:cNvSpPr>
            <a:spLocks noGrp="1"/>
          </p:cNvSpPr>
          <p:nvPr>
            <p:ph type="title"/>
          </p:nvPr>
        </p:nvSpPr>
        <p:spPr>
          <a:xfrm>
            <a:off x="479394" y="1070800"/>
            <a:ext cx="3939688" cy="5583126"/>
          </a:xfrm>
        </p:spPr>
        <p:txBody>
          <a:bodyPr>
            <a:normAutofit/>
          </a:bodyPr>
          <a:lstStyle/>
          <a:p>
            <a:pPr algn="r"/>
            <a:r>
              <a:rPr lang="fr-FR" sz="6200" b="1"/>
              <a:t>4. Éléments à transmettre lors de l’alerte :</a:t>
            </a:r>
            <a:br>
              <a:rPr lang="fr-FR" sz="6200" b="1"/>
            </a:br>
            <a:endParaRPr lang="fr-FR" sz="62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0483667E-5DA4-760D-6FFF-D1969C710A9E}"/>
              </a:ext>
            </a:extLst>
          </p:cNvPr>
          <p:cNvGraphicFramePr>
            <a:graphicFrameLocks noGrp="1"/>
          </p:cNvGraphicFramePr>
          <p:nvPr>
            <p:ph idx="1"/>
            <p:extLst>
              <p:ext uri="{D42A27DB-BD31-4B8C-83A1-F6EECF244321}">
                <p14:modId xmlns:p14="http://schemas.microsoft.com/office/powerpoint/2010/main" val="186475756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9777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168527-9DC7-CDF5-5C16-559D2752D31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0607C5C-55E9-AAA0-BBF1-92B0EB45E0ED}"/>
              </a:ext>
            </a:extLst>
          </p:cNvPr>
          <p:cNvSpPr>
            <a:spLocks noGrp="1"/>
          </p:cNvSpPr>
          <p:nvPr>
            <p:ph type="title"/>
          </p:nvPr>
        </p:nvSpPr>
        <p:spPr>
          <a:xfrm>
            <a:off x="635000" y="640823"/>
            <a:ext cx="3418659" cy="5583148"/>
          </a:xfrm>
        </p:spPr>
        <p:txBody>
          <a:bodyPr anchor="ctr">
            <a:normAutofit/>
          </a:bodyPr>
          <a:lstStyle/>
          <a:p>
            <a:r>
              <a:rPr lang="fr-FR" sz="5400" b="1"/>
              <a:t>5. Post-incident :</a:t>
            </a:r>
            <a:br>
              <a:rPr lang="fr-FR" sz="5400" b="1"/>
            </a:br>
            <a:endParaRPr lang="fr-FR"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78F2766D-8505-3DC1-E8BE-E2D463CDD5EC}"/>
              </a:ext>
            </a:extLst>
          </p:cNvPr>
          <p:cNvGraphicFramePr>
            <a:graphicFrameLocks noGrp="1"/>
          </p:cNvGraphicFramePr>
          <p:nvPr>
            <p:ph idx="1"/>
            <p:extLst>
              <p:ext uri="{D42A27DB-BD31-4B8C-83A1-F6EECF244321}">
                <p14:modId xmlns:p14="http://schemas.microsoft.com/office/powerpoint/2010/main" val="24154247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4819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A978CF-4169-1366-5FB0-DC7EFF54482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AF871C1D-71D4-DEE3-B8A1-1A097A2B073A}"/>
              </a:ext>
            </a:extLst>
          </p:cNvPr>
          <p:cNvSpPr>
            <a:spLocks noGrp="1"/>
          </p:cNvSpPr>
          <p:nvPr>
            <p:ph type="title"/>
          </p:nvPr>
        </p:nvSpPr>
        <p:spPr>
          <a:xfrm>
            <a:off x="479394" y="1070800"/>
            <a:ext cx="3939688" cy="5583126"/>
          </a:xfrm>
        </p:spPr>
        <p:txBody>
          <a:bodyPr>
            <a:normAutofit/>
          </a:bodyPr>
          <a:lstStyle/>
          <a:p>
            <a:r>
              <a:rPr lang="fr-FR" b="1" dirty="0"/>
              <a:t>Bloc 5 – Responsabilités et rôle de l’opérateur</a:t>
            </a:r>
            <a:br>
              <a:rPr lang="fr-FR" b="1" dirty="0"/>
            </a:br>
            <a:endParaRPr lang="fr-FR">
              <a:ea typeface="Calibri Light" panose="020F0302020204030204"/>
              <a:cs typeface="Calibri Light" panose="020F0302020204030204"/>
            </a:endParaRP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87AAD236-C279-873A-542E-66ECA55FE757}"/>
              </a:ext>
            </a:extLst>
          </p:cNvPr>
          <p:cNvGraphicFramePr>
            <a:graphicFrameLocks noGrp="1"/>
          </p:cNvGraphicFramePr>
          <p:nvPr>
            <p:ph idx="1"/>
            <p:extLst>
              <p:ext uri="{D42A27DB-BD31-4B8C-83A1-F6EECF244321}">
                <p14:modId xmlns:p14="http://schemas.microsoft.com/office/powerpoint/2010/main" val="4181740255"/>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29867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ECD43C-E29D-E48A-C297-1688BF0E185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F77B0E7-715A-6048-DBDE-1AC5CF48A95E}"/>
              </a:ext>
            </a:extLst>
          </p:cNvPr>
          <p:cNvSpPr>
            <a:spLocks noGrp="1"/>
          </p:cNvSpPr>
          <p:nvPr>
            <p:ph type="title"/>
          </p:nvPr>
        </p:nvSpPr>
        <p:spPr>
          <a:xfrm>
            <a:off x="572493" y="238539"/>
            <a:ext cx="11018520" cy="1434415"/>
          </a:xfrm>
        </p:spPr>
        <p:txBody>
          <a:bodyPr anchor="b">
            <a:normAutofit/>
          </a:bodyPr>
          <a:lstStyle/>
          <a:p>
            <a:r>
              <a:rPr lang="fr-FR" sz="4600" b="1"/>
              <a:t>1. Rôle de l’opérateur :</a:t>
            </a:r>
            <a:br>
              <a:rPr lang="fr-FR" sz="4600" b="1"/>
            </a:br>
            <a:endParaRPr lang="fr-FR"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701FCCAF-BDD2-0263-0736-DA011377BB25}"/>
              </a:ext>
            </a:extLst>
          </p:cNvPr>
          <p:cNvSpPr>
            <a:spLocks noGrp="1"/>
          </p:cNvSpPr>
          <p:nvPr>
            <p:ph idx="1"/>
          </p:nvPr>
        </p:nvSpPr>
        <p:spPr>
          <a:xfrm>
            <a:off x="572493" y="2071316"/>
            <a:ext cx="6713552" cy="4119172"/>
          </a:xfrm>
        </p:spPr>
        <p:txBody>
          <a:bodyPr anchor="t">
            <a:normAutofit/>
          </a:bodyPr>
          <a:lstStyle/>
          <a:p>
            <a:r>
              <a:rPr lang="fr-FR" sz="2200"/>
              <a:t>L’opérateur est </a:t>
            </a:r>
            <a:r>
              <a:rPr lang="fr-FR" sz="2200" b="1"/>
              <a:t>l’exécutant direct</a:t>
            </a:r>
            <a:r>
              <a:rPr lang="fr-FR" sz="2200"/>
              <a:t> des travaux à proximité des réseaux.</a:t>
            </a:r>
          </a:p>
          <a:p>
            <a:r>
              <a:rPr lang="fr-FR" sz="2200"/>
              <a:t>Il agit </a:t>
            </a:r>
            <a:r>
              <a:rPr lang="fr-FR" sz="2200" b="1"/>
              <a:t>sous la responsabilité de l’encadrant</a:t>
            </a:r>
            <a:r>
              <a:rPr lang="fr-FR" sz="2200"/>
              <a:t> ou du chef de chantier.</a:t>
            </a:r>
          </a:p>
          <a:p>
            <a:r>
              <a:rPr lang="fr-FR" sz="2200"/>
              <a:t>Il est </a:t>
            </a:r>
            <a:r>
              <a:rPr lang="fr-FR" sz="2200" b="1"/>
              <a:t>acteur de la prévention</a:t>
            </a:r>
            <a:r>
              <a:rPr lang="fr-FR" sz="2200"/>
              <a:t> sur le terrain :</a:t>
            </a:r>
          </a:p>
          <a:p>
            <a:pPr lvl="1"/>
            <a:r>
              <a:rPr lang="fr-FR" sz="2200"/>
              <a:t>Il applique les consignes données.</a:t>
            </a:r>
          </a:p>
          <a:p>
            <a:pPr lvl="1"/>
            <a:r>
              <a:rPr lang="fr-FR" sz="2200"/>
              <a:t>Il signale tout écart, doute ou anomalie constaté.</a:t>
            </a:r>
          </a:p>
          <a:p>
            <a:pPr lvl="1"/>
            <a:r>
              <a:rPr lang="fr-FR" sz="2200"/>
              <a:t>Il respecte les zones de précaution, les marquages et les distances de sécurité.</a:t>
            </a:r>
          </a:p>
          <a:p>
            <a:endParaRPr lang="fr-FR" sz="2200"/>
          </a:p>
        </p:txBody>
      </p:sp>
      <p:pic>
        <p:nvPicPr>
          <p:cNvPr id="4" name="Image 3" descr="Le rôle de l'opérateur de centre de télésurveillance | Maison alarme blog">
            <a:extLst>
              <a:ext uri="{FF2B5EF4-FFF2-40B4-BE49-F238E27FC236}">
                <a16:creationId xmlns:a16="http://schemas.microsoft.com/office/drawing/2014/main" id="{0A10BBDA-ACC2-0673-AEB3-8B2F14C11B2C}"/>
              </a:ext>
            </a:extLst>
          </p:cNvPr>
          <p:cNvPicPr>
            <a:picLocks noChangeAspect="1"/>
          </p:cNvPicPr>
          <p:nvPr/>
        </p:nvPicPr>
        <p:blipFill>
          <a:blip r:embed="rId2"/>
          <a:srcRect l="21960" r="21041"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319359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54504B-0537-3564-3795-20A103DAEB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D25E215-52DA-AFEB-978A-83DFC55C975A}"/>
              </a:ext>
            </a:extLst>
          </p:cNvPr>
          <p:cNvSpPr>
            <a:spLocks noGrp="1"/>
          </p:cNvSpPr>
          <p:nvPr>
            <p:ph type="title"/>
          </p:nvPr>
        </p:nvSpPr>
        <p:spPr>
          <a:xfrm>
            <a:off x="841248" y="256032"/>
            <a:ext cx="10506456" cy="1014984"/>
          </a:xfrm>
        </p:spPr>
        <p:txBody>
          <a:bodyPr anchor="b">
            <a:normAutofit/>
          </a:bodyPr>
          <a:lstStyle/>
          <a:p>
            <a:r>
              <a:rPr lang="fr-FR" sz="3100" b="1"/>
              <a:t>2. Obligations réglementaires :</a:t>
            </a:r>
            <a:br>
              <a:rPr lang="fr-FR" sz="3100" b="1"/>
            </a:br>
            <a:endParaRPr lang="fr-FR" sz="3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E965DF1F-21E3-1006-4680-A2F2A153377B}"/>
              </a:ext>
            </a:extLst>
          </p:cNvPr>
          <p:cNvGraphicFramePr>
            <a:graphicFrameLocks noGrp="1"/>
          </p:cNvGraphicFramePr>
          <p:nvPr>
            <p:ph idx="1"/>
            <p:extLst>
              <p:ext uri="{D42A27DB-BD31-4B8C-83A1-F6EECF244321}">
                <p14:modId xmlns:p14="http://schemas.microsoft.com/office/powerpoint/2010/main" val="236925084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7425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FA8C607-020E-EA9D-1821-F0040C8CB0C6}"/>
              </a:ext>
            </a:extLst>
          </p:cNvPr>
          <p:cNvSpPr>
            <a:spLocks noGrp="1"/>
          </p:cNvSpPr>
          <p:nvPr>
            <p:ph type="title"/>
          </p:nvPr>
        </p:nvSpPr>
        <p:spPr>
          <a:xfrm>
            <a:off x="1160136" y="-435395"/>
            <a:ext cx="9231410" cy="3542045"/>
          </a:xfrm>
        </p:spPr>
        <p:txBody>
          <a:bodyPr vert="horz" lIns="91440" tIns="45720" rIns="91440" bIns="45720" rtlCol="0" anchor="b">
            <a:normAutofit/>
          </a:bodyPr>
          <a:lstStyle/>
          <a:p>
            <a:r>
              <a:rPr lang="en-US" sz="5500" b="1" kern="1200">
                <a:solidFill>
                  <a:schemeClr val="tx1"/>
                </a:solidFill>
                <a:latin typeface="+mj-lt"/>
                <a:ea typeface="+mj-ea"/>
                <a:cs typeface="+mj-cs"/>
              </a:rPr>
              <a:t>Guide technique</a:t>
            </a:r>
            <a:r>
              <a:rPr lang="en-US" sz="5500" kern="1200">
                <a:solidFill>
                  <a:schemeClr val="tx1"/>
                </a:solidFill>
                <a:latin typeface="+mj-lt"/>
                <a:ea typeface="+mj-ea"/>
                <a:cs typeface="+mj-cs"/>
              </a:rPr>
              <a:t> issu de la réforme anti-endommagement (DT-DICT).</a:t>
            </a:r>
          </a:p>
        </p:txBody>
      </p:sp>
      <p:sp>
        <p:nvSpPr>
          <p:cNvPr id="3" name="Espace réservé du contenu 2">
            <a:extLst>
              <a:ext uri="{FF2B5EF4-FFF2-40B4-BE49-F238E27FC236}">
                <a16:creationId xmlns:a16="http://schemas.microsoft.com/office/drawing/2014/main" id="{E0CA1F13-1097-E33D-8067-679DDAAFA240}"/>
              </a:ext>
            </a:extLst>
          </p:cNvPr>
          <p:cNvSpPr>
            <a:spLocks noGrp="1"/>
          </p:cNvSpPr>
          <p:nvPr>
            <p:ph idx="1"/>
          </p:nvPr>
        </p:nvSpPr>
        <p:spPr>
          <a:xfrm>
            <a:off x="1285241" y="4582814"/>
            <a:ext cx="7132335" cy="1312657"/>
          </a:xfrm>
        </p:spPr>
        <p:txBody>
          <a:bodyPr vert="horz" lIns="91440" tIns="45720" rIns="91440" bIns="45720" rtlCol="0" anchor="t">
            <a:normAutofit/>
          </a:bodyPr>
          <a:lstStyle/>
          <a:p>
            <a:pPr marL="0" indent="0">
              <a:buNone/>
            </a:pPr>
            <a:r>
              <a:rPr lang="en-US" sz="2400" kern="1200" dirty="0">
                <a:latin typeface="+mn-lt"/>
                <a:ea typeface="+mn-ea"/>
                <a:cs typeface="+mn-cs"/>
                <a:hlinkClick r:id="rId2"/>
              </a:rPr>
              <a:t>https://www.youtube.com/watch?v=iqBDoGokx2s</a:t>
            </a:r>
            <a:endParaRPr lang="fr-FR">
              <a:ea typeface="+mn-ea"/>
              <a:cs typeface="+mn-cs"/>
              <a:hlinkClick r:id="rId2"/>
            </a:endParaRPr>
          </a:p>
          <a:p>
            <a:pPr marL="0" indent="0">
              <a:buNone/>
            </a:pPr>
            <a:r>
              <a:rPr lang="en-US" sz="2400" dirty="0">
                <a:ea typeface="+mn-lt"/>
                <a:cs typeface="+mn-lt"/>
                <a:hlinkClick r:id="rId3"/>
              </a:rPr>
              <a:t>https://www.youtube.com/watch?v=iqBDoGokx2s&amp;t=75s</a:t>
            </a:r>
            <a:endParaRPr lang="en-US">
              <a:ea typeface="+mn-lt"/>
              <a:cs typeface="+mn-lt"/>
            </a:endParaRPr>
          </a:p>
          <a:p>
            <a:pPr marL="0" indent="0">
              <a:buNone/>
            </a:pPr>
            <a:endParaRPr lang="en-US" sz="2400" dirty="0">
              <a:ea typeface="+mn-lt"/>
              <a:cs typeface="+mn-lt"/>
            </a:endParaRPr>
          </a:p>
        </p:txBody>
      </p:sp>
    </p:spTree>
    <p:extLst>
      <p:ext uri="{BB962C8B-B14F-4D97-AF65-F5344CB8AC3E}">
        <p14:creationId xmlns:p14="http://schemas.microsoft.com/office/powerpoint/2010/main" val="3011050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62916F-A90D-865E-4B3F-DE60FB83DD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re 1">
            <a:extLst>
              <a:ext uri="{FF2B5EF4-FFF2-40B4-BE49-F238E27FC236}">
                <a16:creationId xmlns:a16="http://schemas.microsoft.com/office/drawing/2014/main" id="{41333BAB-412F-FD28-DC42-FAAD59C4927E}"/>
              </a:ext>
            </a:extLst>
          </p:cNvPr>
          <p:cNvSpPr>
            <a:spLocks noGrp="1"/>
          </p:cNvSpPr>
          <p:nvPr>
            <p:ph type="title"/>
          </p:nvPr>
        </p:nvSpPr>
        <p:spPr>
          <a:xfrm>
            <a:off x="1723" y="1127665"/>
            <a:ext cx="4565209" cy="5537634"/>
          </a:xfrm>
        </p:spPr>
        <p:txBody>
          <a:bodyPr>
            <a:normAutofit/>
          </a:bodyPr>
          <a:lstStyle/>
          <a:p>
            <a:r>
              <a:rPr lang="fr-FR" b="1" dirty="0"/>
              <a:t>3. Responsabilités :</a:t>
            </a:r>
            <a:br>
              <a:rPr lang="fr-FR" b="1" dirty="0"/>
            </a:br>
            <a:endParaRPr lang="fr-FR">
              <a:ea typeface="Calibri Light" panose="020F0302020204030204"/>
              <a:cs typeface="Calibri Light" panose="020F0302020204030204"/>
            </a:endParaRP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2">
            <a:extLst>
              <a:ext uri="{FF2B5EF4-FFF2-40B4-BE49-F238E27FC236}">
                <a16:creationId xmlns:a16="http://schemas.microsoft.com/office/drawing/2014/main" id="{8D6AA611-B9C7-5AA2-6F58-54C48D171E40}"/>
              </a:ext>
            </a:extLst>
          </p:cNvPr>
          <p:cNvGraphicFramePr>
            <a:graphicFrameLocks noGrp="1"/>
          </p:cNvGraphicFramePr>
          <p:nvPr>
            <p:ph idx="1"/>
            <p:extLst>
              <p:ext uri="{D42A27DB-BD31-4B8C-83A1-F6EECF244321}">
                <p14:modId xmlns:p14="http://schemas.microsoft.com/office/powerpoint/2010/main" val="350620451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3527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7634-E7EE-58F2-6FDC-2F8721982C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7A5384-318B-CAC4-2810-B46EB46DDEB2}"/>
              </a:ext>
            </a:extLst>
          </p:cNvPr>
          <p:cNvSpPr>
            <a:spLocks noGrp="1"/>
          </p:cNvSpPr>
          <p:nvPr>
            <p:ph type="title"/>
          </p:nvPr>
        </p:nvSpPr>
        <p:spPr/>
        <p:txBody>
          <a:bodyPr/>
          <a:lstStyle/>
          <a:p>
            <a:r>
              <a:rPr lang="fr-FR" b="1" dirty="0"/>
              <a:t>4. Bonnes pratiques professionnelles :</a:t>
            </a:r>
            <a:br>
              <a:rPr lang="fr-FR" b="1" dirty="0"/>
            </a:br>
            <a:endParaRPr lang="fr-FR" dirty="0"/>
          </a:p>
        </p:txBody>
      </p:sp>
      <p:sp>
        <p:nvSpPr>
          <p:cNvPr id="3" name="Espace réservé du contenu 2">
            <a:extLst>
              <a:ext uri="{FF2B5EF4-FFF2-40B4-BE49-F238E27FC236}">
                <a16:creationId xmlns:a16="http://schemas.microsoft.com/office/drawing/2014/main" id="{A6E88940-601F-DE00-1240-F8C3A28989B5}"/>
              </a:ext>
            </a:extLst>
          </p:cNvPr>
          <p:cNvSpPr>
            <a:spLocks noGrp="1"/>
          </p:cNvSpPr>
          <p:nvPr>
            <p:ph idx="1"/>
          </p:nvPr>
        </p:nvSpPr>
        <p:spPr/>
        <p:txBody>
          <a:bodyPr/>
          <a:lstStyle/>
          <a:p>
            <a:r>
              <a:rPr lang="fr-FR" dirty="0"/>
              <a:t>Lire les plans en début de journée.</a:t>
            </a:r>
          </a:p>
          <a:p>
            <a:r>
              <a:rPr lang="fr-FR" dirty="0"/>
              <a:t>Participer aux briefings sécurité.</a:t>
            </a:r>
          </a:p>
          <a:p>
            <a:r>
              <a:rPr lang="fr-FR" dirty="0"/>
              <a:t>Respecter les zones d’exclusion et les consignes signalées.</a:t>
            </a:r>
          </a:p>
          <a:p>
            <a:r>
              <a:rPr lang="fr-FR" dirty="0"/>
              <a:t>Utiliser des outils adaptés dans les zones sensibles.</a:t>
            </a:r>
          </a:p>
          <a:p>
            <a:r>
              <a:rPr lang="fr-FR" b="1" dirty="0"/>
              <a:t>Remonter l’information</a:t>
            </a:r>
            <a:r>
              <a:rPr lang="fr-FR" dirty="0"/>
              <a:t> dès qu’un imprévu survient.</a:t>
            </a:r>
          </a:p>
          <a:p>
            <a:endParaRPr lang="fr-FR" dirty="0"/>
          </a:p>
        </p:txBody>
      </p:sp>
    </p:spTree>
    <p:extLst>
      <p:ext uri="{BB962C8B-B14F-4D97-AF65-F5344CB8AC3E}">
        <p14:creationId xmlns:p14="http://schemas.microsoft.com/office/powerpoint/2010/main" val="5822623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BE3F13-D9BA-E86C-44C4-C4A77FD4638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58B458F-D3BF-38AC-0E02-5E3E9757BC4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Passons à l'entrainement</a:t>
            </a:r>
          </a:p>
        </p:txBody>
      </p:sp>
      <p:pic>
        <p:nvPicPr>
          <p:cNvPr id="4" name="Content Placeholder 3" descr="AIPR Opérateur - Réunion | CFPC Georges Hoareau">
            <a:extLst>
              <a:ext uri="{FF2B5EF4-FFF2-40B4-BE49-F238E27FC236}">
                <a16:creationId xmlns:a16="http://schemas.microsoft.com/office/drawing/2014/main" id="{E39DBA1F-7997-4A5F-B045-B77A235A9C7F}"/>
              </a:ext>
            </a:extLst>
          </p:cNvPr>
          <p:cNvPicPr>
            <a:picLocks noGrp="1" noChangeAspect="1"/>
          </p:cNvPicPr>
          <p:nvPr>
            <p:ph idx="1"/>
          </p:nvPr>
        </p:nvPicPr>
        <p:blipFill>
          <a:blip r:embed="rId2"/>
          <a:stretch>
            <a:fillRect/>
          </a:stretch>
        </p:blipFill>
        <p:spPr>
          <a:xfrm>
            <a:off x="4438627" y="961812"/>
            <a:ext cx="6467757" cy="4930987"/>
          </a:xfrm>
          <a:prstGeom prst="rect">
            <a:avLst/>
          </a:prstGeom>
        </p:spPr>
      </p:pic>
    </p:spTree>
    <p:extLst>
      <p:ext uri="{BB962C8B-B14F-4D97-AF65-F5344CB8AC3E}">
        <p14:creationId xmlns:p14="http://schemas.microsoft.com/office/powerpoint/2010/main" val="4149839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3924-AF41-7607-B701-DAAFDFC1F3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79113B-2569-AAB3-CCD6-6F39DE4A98E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773C8B4-D565-3AB3-7AC0-3277410C1CAF}"/>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32264868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E5EA7-55AA-D7FD-3604-4282820798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CE1C51-FF12-0D7C-0FE3-789D77FD232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6629F5C-A22D-098B-5F9B-6C58C8D9C93D}"/>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3517999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01B56-F6D5-3A14-512A-FC73FD0E710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A761D7-DA69-E18C-2F67-A0458E15525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918C910-A8C9-43E7-15D9-4D44BB56D8D7}"/>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6428865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2785</Words>
  <Application>Microsoft Office PowerPoint</Application>
  <PresentationFormat>Grand écran</PresentationFormat>
  <Paragraphs>223</Paragraphs>
  <Slides>58</Slides>
  <Notes>0</Notes>
  <HiddenSlides>0</HiddenSlides>
  <MMClips>0</MMClips>
  <ScaleCrop>false</ScaleCrop>
  <HeadingPairs>
    <vt:vector size="4" baseType="variant">
      <vt:variant>
        <vt:lpstr>Thème</vt:lpstr>
      </vt:variant>
      <vt:variant>
        <vt:i4>1</vt:i4>
      </vt:variant>
      <vt:variant>
        <vt:lpstr>Titres des diapositives</vt:lpstr>
      </vt:variant>
      <vt:variant>
        <vt:i4>58</vt:i4>
      </vt:variant>
    </vt:vector>
  </HeadingPairs>
  <TitlesOfParts>
    <vt:vector size="59" baseType="lpstr">
      <vt:lpstr>Thème Office</vt:lpstr>
      <vt:lpstr>Formation AIPR</vt:lpstr>
      <vt:lpstr>Bloc 1 – Cadre réglementaire &amp; enjeux  </vt:lpstr>
      <vt:lpstr>(Bloc 1 – Cadre réglementaire &amp; enjeux)  </vt:lpstr>
      <vt:lpstr>2. Qui est concerné ? </vt:lpstr>
      <vt:lpstr>3. Qu elles obligations réglementaires ? </vt:lpstr>
      <vt:lpstr>4. Rôle des différents acteurs : </vt:lpstr>
      <vt:lpstr>5. Pourquoi l’AIPR est obligatoire ? </vt:lpstr>
      <vt:lpstr>6. Validité de l’AIPR : </vt:lpstr>
      <vt:lpstr>Bloc 2 – Identification et lecture des réseaux. </vt:lpstr>
      <vt:lpstr>1. Types de réseaux rencontrés : </vt:lpstr>
      <vt:lpstr>Quelles sont les règles de distances entre les réseaux enterrés ?</vt:lpstr>
      <vt:lpstr>Présentation PowerPoint</vt:lpstr>
      <vt:lpstr>Les risques électrique</vt:lpstr>
      <vt:lpstr>2. Identification visuelle des réseaux : </vt:lpstr>
      <vt:lpstr>Parlons du marquage au Sol ,</vt:lpstr>
      <vt:lpstr>Descriptif des filets de signalisation </vt:lpstr>
      <vt:lpstr>3. Lecture de plans de réseaux : </vt:lpstr>
      <vt:lpstr>Présentation PowerPoint</vt:lpstr>
      <vt:lpstr>Présentation PowerPoint</vt:lpstr>
      <vt:lpstr>Présentation PowerPoint</vt:lpstr>
      <vt:lpstr>4. Notion de classe de précision : </vt:lpstr>
      <vt:lpstr>Présentation PowerPoint</vt:lpstr>
      <vt:lpstr>Bloc 3 – Risques &amp; mesures de prévention </vt:lpstr>
      <vt:lpstr>11 Règles de sécurité essentielles sur le chantier pour les nouveaux employés</vt:lpstr>
      <vt:lpstr>1. Introduction aux distances de sécurité </vt:lpstr>
      <vt:lpstr>Distances minimales de sécurité à respecter : </vt:lpstr>
      <vt:lpstr>3. Pourquoi ces distances sont-elles indispensables ? </vt:lpstr>
      <vt:lpstr>4. Cas pratiques et exemples </vt:lpstr>
      <vt:lpstr>4. Cas pratiques et exemples</vt:lpstr>
      <vt:lpstr>4. Cas pratiques et exemples</vt:lpstr>
      <vt:lpstr>5. Que faire si la distance ne peut être respectée ? </vt:lpstr>
      <vt:lpstr>6. Conséquences du non-respect des distances </vt:lpstr>
      <vt:lpstr>7. Références réglementaires </vt:lpstr>
      <vt:lpstr>8. Recommandations pratiques </vt:lpstr>
      <vt:lpstr>1. Risques spécifiques aux réseaux : </vt:lpstr>
      <vt:lpstr>Pourquoi les distances de sécurité en cas de contact avec une ligne HT?</vt:lpstr>
      <vt:lpstr>Que faire si on ne peut pas respecter ces distances ? </vt:lpstr>
      <vt:lpstr>Conséquences en cas de non-respect </vt:lpstr>
      <vt:lpstr>2. Facteurs aggravants des incidents : </vt:lpstr>
      <vt:lpstr>3. Mesures de prévention à appliquer : </vt:lpstr>
      <vt:lpstr>4. Moyens de protection : </vt:lpstr>
      <vt:lpstr>Bloc 4 – Conduite à tenir en cas d’incident ou d’endommagement </vt:lpstr>
      <vt:lpstr>1. Incidents possibles : </vt:lpstr>
      <vt:lpstr>Présentation PowerPoint</vt:lpstr>
      <vt:lpstr>2. Conduite à tenir immédiate : </vt:lpstr>
      <vt:lpstr>3. Alerter les services compétents : </vt:lpstr>
      <vt:lpstr>4. Éléments à transmettre lors de l’alerte : </vt:lpstr>
      <vt:lpstr>5. Post-incident : </vt:lpstr>
      <vt:lpstr>Bloc 5 – Responsabilités et rôle de l’opérateur </vt:lpstr>
      <vt:lpstr>1. Rôle de l’opérateur : </vt:lpstr>
      <vt:lpstr>2. Obligations réglementaires : </vt:lpstr>
      <vt:lpstr>Guide technique issu de la réforme anti-endommagement (DT-DICT).</vt:lpstr>
      <vt:lpstr>3. Responsabilités : </vt:lpstr>
      <vt:lpstr>4. Bonnes pratiques professionnelles : </vt:lpstr>
      <vt:lpstr>Passons à l'entrainement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Sofiane MAMERI</dc:creator>
  <cp:lastModifiedBy>Sofiane MAMERI</cp:lastModifiedBy>
  <cp:revision>193</cp:revision>
  <dcterms:created xsi:type="dcterms:W3CDTF">2025-06-05T08:52:28Z</dcterms:created>
  <dcterms:modified xsi:type="dcterms:W3CDTF">2025-07-08T09:24:09Z</dcterms:modified>
</cp:coreProperties>
</file>